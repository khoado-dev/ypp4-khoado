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102" d="100"/>
          <a:sy n="102" d="100"/>
        </p:scale>
        <p:origin x="138" y="21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F487C9-BD29-711C-A0EF-FB67C5AE0A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ECBD68-2F52-A91E-0656-879C7FE917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E2DCC9-FD49-0B0E-495B-9C838BF97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CF20A-D6F7-4008-9712-B515ECDA5CC6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BD5D10-ED9A-A84F-5BE2-6F3EA60CB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EBE0D7-AE31-543F-4CD1-41A65C2AD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C2154-5BDA-4783-A768-5B62EEF2D9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543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427AE-1156-1B98-1CF6-14D94506A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A654D1-7E04-0E68-888C-2E95FFBBD5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078DE3-8AC1-26A8-8518-BC0CAC5471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CF20A-D6F7-4008-9712-B515ECDA5CC6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8C26DE-F18F-0CCF-0D28-05AB0D889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E10854-2C69-F53A-D11B-E60AE61BD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C2154-5BDA-4783-A768-5B62EEF2D9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348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CB5AF-0B0D-8A59-78AC-FAE9530D2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3E4162-4B84-0F43-0B03-51C5BD8B57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732490-F0C9-C1A4-4E10-7176C0F060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CF20A-D6F7-4008-9712-B515ECDA5CC6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408686-93EF-4D79-5876-674FF3FD8A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5FE104-8321-5922-D838-D02BD194A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C2154-5BDA-4783-A768-5B62EEF2D9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5088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80286-4CFE-E3DC-E0B3-321B7BCB5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BF49D1-AE30-C68E-88DB-1EBCE5E358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9E158E-426F-4310-314D-20B15A0B01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A474DD-5269-E3FC-ECE0-AE3FC0221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CF20A-D6F7-4008-9712-B515ECDA5CC6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6CA10B-49C5-A93C-D3AB-486DBB241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47E361-4C95-4D67-BCD5-58B64BF3F0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C2154-5BDA-4783-A768-5B62EEF2D9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5057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893C5-7DBF-31FB-B4B1-B8AD04566E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A3D0E4-DFEB-C0AD-1B9D-5A54C91D8C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3349BB-CE3A-0EB0-119D-E2A3C1E2B0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3F2DD2-619E-6664-6813-8D2379692F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1B3AF1-809C-2D35-2EA1-6BBF75A284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C28ED7B-A675-5348-DC7F-C5012748B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CF20A-D6F7-4008-9712-B515ECDA5CC6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5873F-77F2-E801-EB56-0CA2DE237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4F94A24-C3E0-F6D1-3B7B-F85604F76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C2154-5BDA-4783-A768-5B62EEF2D9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6807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D8421-3D7F-299E-5876-764A0689B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E47AD6-E30D-8688-13E0-02D7F819D1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CF20A-D6F7-4008-9712-B515ECDA5CC6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86C934B-A199-054F-4D5E-9365E91F85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71C66E-BF2C-6B37-8457-D970089A1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C2154-5BDA-4783-A768-5B62EEF2D9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343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B2BB80-6407-8FB9-6D44-D3D9E2A1B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CF20A-D6F7-4008-9712-B515ECDA5CC6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54A18B-F7F6-12C2-0A75-E2A13275B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6F0FF1-D213-707C-A637-FB813E0FD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C2154-5BDA-4783-A768-5B62EEF2D9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6244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55B886-63F3-2816-7FC3-58E199AA1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9A740-6487-73B3-D62C-675961616B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82C873-C581-C16F-9293-CE45947B70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54620D-D732-5A3E-9C3F-D570FDCC4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CF20A-D6F7-4008-9712-B515ECDA5CC6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427C95-7930-53B0-8F15-3A251A38B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5E0907-EE10-3337-F04A-8ECFF1B95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C2154-5BDA-4783-A768-5B62EEF2D9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2987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617A9-F730-4D19-A105-5BB9DE863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A32CA5-0013-9560-B670-CE38DD5478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2482DB-7A98-75C5-6C63-CF70D49DF3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D6E1CB-72FB-A60D-C833-8F4ADEE30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CF20A-D6F7-4008-9712-B515ECDA5CC6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B1AAF2-0169-874A-1DEF-0093E096A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BA501A-16D8-EE01-234D-E43D0C2F7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C2154-5BDA-4783-A768-5B62EEF2D9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16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8A9F5-1704-A939-CB57-096837B70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6840E4-57EB-D0D8-4012-5369D7CCA4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636D44-9E51-BD11-66CD-1DF8190CD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CF20A-D6F7-4008-9712-B515ECDA5CC6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86936A-4FA0-42E3-D1FE-81919B55B3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ED3E60-57CC-02A6-1D61-49045D376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C2154-5BDA-4783-A768-5B62EEF2D9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828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0AC9F13-A6EF-B171-74DD-274C9365C3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05CD29-D3E8-0060-37BB-1EEC94372D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52B4DA-EF55-69DE-5AF8-57580EA94E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CF20A-D6F7-4008-9712-B515ECDA5CC6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054865-FA00-E59E-EC7C-A9FD01A4CE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99A005-CE44-7336-4339-EE593D18F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C2154-5BDA-4783-A768-5B62EEF2D9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844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0F3718-A990-15C6-8E14-12DCC8A60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7D945F-FE4F-1E2E-C7A0-91EAC52D02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F2D719-AABD-9783-A425-94AE43EA69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FCF20A-D6F7-4008-9712-B515ECDA5CC6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D355FA-9822-D369-5191-7AD3C80C99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336D0C-09C2-45B5-DA88-3F83F029EB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4C2154-5BDA-4783-A768-5B62EEF2D9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2845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D9F0C25-E8A4-7E6A-54FA-8B4037AC8B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8159" y="0"/>
            <a:ext cx="759568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3999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5E3D5-6A34-F4BC-D40E-19DF4BE35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9F5501-CD80-CA9B-AE8A-939EE41D7B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03504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5E3D5-6A34-F4BC-D40E-19DF4BE35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9F5501-CD80-CA9B-AE8A-939EE41D7B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8860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5E3D5-6A34-F4BC-D40E-19DF4BE35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9F5501-CD80-CA9B-AE8A-939EE41D7B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8880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5E3D5-6A34-F4BC-D40E-19DF4BE35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9F5501-CD80-CA9B-AE8A-939EE41D7B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9064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5E3D5-6A34-F4BC-D40E-19DF4BE35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9F5501-CD80-CA9B-AE8A-939EE41D7B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8199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5E3D5-6A34-F4BC-D40E-19DF4BE35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9F5501-CD80-CA9B-AE8A-939EE41D7B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2656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5E3D5-6A34-F4BC-D40E-19DF4BE35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9F5501-CD80-CA9B-AE8A-939EE41D7B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0406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5E3D5-6A34-F4BC-D40E-19DF4BE35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9F5501-CD80-CA9B-AE8A-939EE41D7B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7285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Đăng Khoa Đỗ</dc:creator>
  <cp:lastModifiedBy>Đăng Khoa Đỗ</cp:lastModifiedBy>
  <cp:revision>1</cp:revision>
  <dcterms:created xsi:type="dcterms:W3CDTF">2025-08-28T04:14:46Z</dcterms:created>
  <dcterms:modified xsi:type="dcterms:W3CDTF">2025-08-28T06:05:34Z</dcterms:modified>
</cp:coreProperties>
</file>