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tags/tag3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3"/>
  </p:sldMasterIdLst>
  <p:notesMasterIdLst>
    <p:notesMasterId r:id="rId23"/>
  </p:notesMasterIdLst>
  <p:handoutMasterIdLst>
    <p:handoutMasterId r:id="rId24"/>
  </p:handoutMasterIdLst>
  <p:sldIdLst>
    <p:sldId id="321" r:id="rId4"/>
    <p:sldId id="330" r:id="rId5"/>
    <p:sldId id="290" r:id="rId6"/>
    <p:sldId id="2145705962" r:id="rId7"/>
    <p:sldId id="331" r:id="rId8"/>
    <p:sldId id="294" r:id="rId9"/>
    <p:sldId id="2145705951" r:id="rId10"/>
    <p:sldId id="2145705952" r:id="rId11"/>
    <p:sldId id="2145705925" r:id="rId12"/>
    <p:sldId id="2145705953" r:id="rId13"/>
    <p:sldId id="2145705954" r:id="rId14"/>
    <p:sldId id="2145705955" r:id="rId15"/>
    <p:sldId id="2145705956" r:id="rId16"/>
    <p:sldId id="2145705963" r:id="rId17"/>
    <p:sldId id="2145705958" r:id="rId18"/>
    <p:sldId id="2145705960" r:id="rId19"/>
    <p:sldId id="2145705961" r:id="rId20"/>
    <p:sldId id="315" r:id="rId21"/>
    <p:sldId id="2145705823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tes" id="{22A221C9-5B71-4357-B92B-47EC9E1F1A43}">
          <p14:sldIdLst/>
        </p14:section>
        <p14:section name="Slide examples" id="{92C1AA63-312F-4789-8247-203676534D38}">
          <p14:sldIdLst>
            <p14:sldId id="321"/>
            <p14:sldId id="330"/>
            <p14:sldId id="290"/>
            <p14:sldId id="2145705962"/>
            <p14:sldId id="331"/>
            <p14:sldId id="294"/>
            <p14:sldId id="2145705951"/>
            <p14:sldId id="2145705952"/>
            <p14:sldId id="2145705925"/>
            <p14:sldId id="2145705953"/>
            <p14:sldId id="2145705954"/>
            <p14:sldId id="2145705955"/>
            <p14:sldId id="2145705956"/>
            <p14:sldId id="2145705963"/>
            <p14:sldId id="2145705958"/>
            <p14:sldId id="2145705960"/>
            <p14:sldId id="2145705961"/>
            <p14:sldId id="315"/>
            <p14:sldId id="214570582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00D6"/>
    <a:srgbClr val="9A07CB"/>
    <a:srgbClr val="00467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187" autoAdjust="0"/>
  </p:normalViewPr>
  <p:slideViewPr>
    <p:cSldViewPr snapToGrid="0" snapToObjects="1" showGuides="1">
      <p:cViewPr varScale="1">
        <p:scale>
          <a:sx n="101" d="100"/>
          <a:sy n="101" d="100"/>
        </p:scale>
        <p:origin x="990" y="102"/>
      </p:cViewPr>
      <p:guideLst/>
    </p:cSldViewPr>
  </p:slideViewPr>
  <p:outlineViewPr>
    <p:cViewPr>
      <p:scale>
        <a:sx n="33" d="100"/>
        <a:sy n="33" d="100"/>
      </p:scale>
      <p:origin x="0" y="-246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64D813-2794-4221-A910-9ED8C56146E0}" type="doc">
      <dgm:prSet loTypeId="urn:microsoft.com/office/officeart/2005/8/layout/hChevron3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D42F8F-6C41-4A34-8114-6A445D861D62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Database Design</a:t>
          </a:r>
        </a:p>
      </dgm:t>
    </dgm:pt>
    <dgm:pt modelId="{2A3AF932-7889-458D-82C4-CA2808B92FE9}" type="sibTrans" cxnId="{51780673-CD91-4660-A1EC-068E6E822841}">
      <dgm:prSet/>
      <dgm:spPr/>
      <dgm:t>
        <a:bodyPr/>
        <a:lstStyle/>
        <a:p>
          <a:endParaRPr lang="en-US"/>
        </a:p>
      </dgm:t>
    </dgm:pt>
    <dgm:pt modelId="{6E5DA82B-85E3-41D4-BFF0-E771ABCF8365}" type="parTrans" cxnId="{51780673-CD91-4660-A1EC-068E6E822841}">
      <dgm:prSet/>
      <dgm:spPr/>
      <dgm:t>
        <a:bodyPr/>
        <a:lstStyle/>
        <a:p>
          <a:endParaRPr lang="en-US"/>
        </a:p>
      </dgm:t>
    </dgm:pt>
    <dgm:pt modelId="{91758B0C-7E41-441C-826D-0C2D445475C9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Queries &amp; Unit Testing</a:t>
          </a:r>
        </a:p>
      </dgm:t>
    </dgm:pt>
    <dgm:pt modelId="{FEE13AB0-6B3A-4A9B-A857-7720BF672487}" type="sibTrans" cxnId="{7687B34A-69A4-4938-83F9-3DD05F06B91E}">
      <dgm:prSet/>
      <dgm:spPr/>
      <dgm:t>
        <a:bodyPr/>
        <a:lstStyle/>
        <a:p>
          <a:endParaRPr lang="en-US"/>
        </a:p>
      </dgm:t>
    </dgm:pt>
    <dgm:pt modelId="{A22827B8-AA0F-4852-B1CE-63AE1FA8A873}" type="parTrans" cxnId="{7687B34A-69A4-4938-83F9-3DD05F06B91E}">
      <dgm:prSet/>
      <dgm:spPr/>
      <dgm:t>
        <a:bodyPr/>
        <a:lstStyle/>
        <a:p>
          <a:endParaRPr lang="en-US"/>
        </a:p>
      </dgm:t>
    </dgm:pt>
    <dgm:pt modelId="{EB82D18F-C08F-4EA4-A91F-4BE624DCBC1A}">
      <dgm:prSet/>
      <dgm:spPr>
        <a:solidFill>
          <a:schemeClr val="tx2"/>
        </a:solidFill>
      </dgm:spPr>
      <dgm:t>
        <a:bodyPr/>
        <a:lstStyle/>
        <a:p>
          <a:r>
            <a:rPr lang="en-US"/>
            <a:t>Dependency Injection</a:t>
          </a:r>
        </a:p>
      </dgm:t>
    </dgm:pt>
    <dgm:pt modelId="{5C17B0E4-8216-48E7-9115-B863E734EEB7}" type="sibTrans" cxnId="{C1416FB6-8648-42BB-BA76-C25E59143EC3}">
      <dgm:prSet/>
      <dgm:spPr/>
      <dgm:t>
        <a:bodyPr/>
        <a:lstStyle/>
        <a:p>
          <a:endParaRPr lang="en-US"/>
        </a:p>
      </dgm:t>
    </dgm:pt>
    <dgm:pt modelId="{3909B998-CF5E-43F9-830F-8CA4722C70D7}" type="parTrans" cxnId="{C1416FB6-8648-42BB-BA76-C25E59143EC3}">
      <dgm:prSet/>
      <dgm:spPr/>
      <dgm:t>
        <a:bodyPr/>
        <a:lstStyle/>
        <a:p>
          <a:endParaRPr lang="en-US"/>
        </a:p>
      </dgm:t>
    </dgm:pt>
    <dgm:pt modelId="{7D822DC5-CD65-4615-95F2-5D1B49762F60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MVC Proof-of-Concept</a:t>
          </a:r>
        </a:p>
      </dgm:t>
    </dgm:pt>
    <dgm:pt modelId="{60F33F12-E5CC-4FEE-98C4-5E3AAB86DEA5}" type="sibTrans" cxnId="{67531CEA-DA19-4D84-B84D-4DA6926653FF}">
      <dgm:prSet/>
      <dgm:spPr/>
      <dgm:t>
        <a:bodyPr/>
        <a:lstStyle/>
        <a:p>
          <a:endParaRPr lang="en-US"/>
        </a:p>
      </dgm:t>
    </dgm:pt>
    <dgm:pt modelId="{D69DA30B-3BD5-4A32-BA58-C1CBBD768F28}" type="parTrans" cxnId="{67531CEA-DA19-4D84-B84D-4DA6926653FF}">
      <dgm:prSet/>
      <dgm:spPr/>
      <dgm:t>
        <a:bodyPr/>
        <a:lstStyle/>
        <a:p>
          <a:endParaRPr lang="en-US"/>
        </a:p>
      </dgm:t>
    </dgm:pt>
    <dgm:pt modelId="{92DB2762-4538-487B-AFCA-D00D9C47F4F1}" type="pres">
      <dgm:prSet presAssocID="{3C64D813-2794-4221-A910-9ED8C56146E0}" presName="Name0" presStyleCnt="0">
        <dgm:presLayoutVars>
          <dgm:dir/>
          <dgm:resizeHandles val="exact"/>
        </dgm:presLayoutVars>
      </dgm:prSet>
      <dgm:spPr/>
    </dgm:pt>
    <dgm:pt modelId="{0F290B28-65D3-4498-AF5E-3CAB696FD205}" type="pres">
      <dgm:prSet presAssocID="{42D42F8F-6C41-4A34-8114-6A445D861D62}" presName="parTxOnly" presStyleLbl="node1" presStyleIdx="0" presStyleCnt="4">
        <dgm:presLayoutVars>
          <dgm:bulletEnabled val="1"/>
        </dgm:presLayoutVars>
      </dgm:prSet>
      <dgm:spPr/>
    </dgm:pt>
    <dgm:pt modelId="{E54B04D2-9571-402B-ACD8-05F486EE0AB2}" type="pres">
      <dgm:prSet presAssocID="{2A3AF932-7889-458D-82C4-CA2808B92FE9}" presName="parSpace" presStyleCnt="0"/>
      <dgm:spPr/>
    </dgm:pt>
    <dgm:pt modelId="{A10D5588-F4BD-4C33-80B7-6BD8637453BB}" type="pres">
      <dgm:prSet presAssocID="{91758B0C-7E41-441C-826D-0C2D445475C9}" presName="parTxOnly" presStyleLbl="node1" presStyleIdx="1" presStyleCnt="4">
        <dgm:presLayoutVars>
          <dgm:bulletEnabled val="1"/>
        </dgm:presLayoutVars>
      </dgm:prSet>
      <dgm:spPr/>
    </dgm:pt>
    <dgm:pt modelId="{98D01B7A-5E80-476C-86A3-D788D05561A5}" type="pres">
      <dgm:prSet presAssocID="{FEE13AB0-6B3A-4A9B-A857-7720BF672487}" presName="parSpace" presStyleCnt="0"/>
      <dgm:spPr/>
    </dgm:pt>
    <dgm:pt modelId="{BBDCCFB5-5606-43A6-B672-BBB372828D03}" type="pres">
      <dgm:prSet presAssocID="{EB82D18F-C08F-4EA4-A91F-4BE624DCBC1A}" presName="parTxOnly" presStyleLbl="node1" presStyleIdx="2" presStyleCnt="4">
        <dgm:presLayoutVars>
          <dgm:bulletEnabled val="1"/>
        </dgm:presLayoutVars>
      </dgm:prSet>
      <dgm:spPr/>
    </dgm:pt>
    <dgm:pt modelId="{944639D6-0501-40E0-821E-F4E93FA9C11A}" type="pres">
      <dgm:prSet presAssocID="{5C17B0E4-8216-48E7-9115-B863E734EEB7}" presName="parSpace" presStyleCnt="0"/>
      <dgm:spPr/>
    </dgm:pt>
    <dgm:pt modelId="{4150CA3B-3157-4F78-BD7D-92EA9D214EDD}" type="pres">
      <dgm:prSet presAssocID="{7D822DC5-CD65-4615-95F2-5D1B49762F6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F770AD5F-DCBD-4100-BC93-8B73B46E2220}" type="presOf" srcId="{42D42F8F-6C41-4A34-8114-6A445D861D62}" destId="{0F290B28-65D3-4498-AF5E-3CAB696FD205}" srcOrd="0" destOrd="0" presId="urn:microsoft.com/office/officeart/2005/8/layout/hChevron3"/>
    <dgm:cxn modelId="{7687B34A-69A4-4938-83F9-3DD05F06B91E}" srcId="{3C64D813-2794-4221-A910-9ED8C56146E0}" destId="{91758B0C-7E41-441C-826D-0C2D445475C9}" srcOrd="1" destOrd="0" parTransId="{A22827B8-AA0F-4852-B1CE-63AE1FA8A873}" sibTransId="{FEE13AB0-6B3A-4A9B-A857-7720BF672487}"/>
    <dgm:cxn modelId="{719ED96C-7F3D-4607-B56A-61E9D70396DC}" type="presOf" srcId="{91758B0C-7E41-441C-826D-0C2D445475C9}" destId="{A10D5588-F4BD-4C33-80B7-6BD8637453BB}" srcOrd="0" destOrd="0" presId="urn:microsoft.com/office/officeart/2005/8/layout/hChevron3"/>
    <dgm:cxn modelId="{51780673-CD91-4660-A1EC-068E6E822841}" srcId="{3C64D813-2794-4221-A910-9ED8C56146E0}" destId="{42D42F8F-6C41-4A34-8114-6A445D861D62}" srcOrd="0" destOrd="0" parTransId="{6E5DA82B-85E3-41D4-BFF0-E771ABCF8365}" sibTransId="{2A3AF932-7889-458D-82C4-CA2808B92FE9}"/>
    <dgm:cxn modelId="{C1416FB6-8648-42BB-BA76-C25E59143EC3}" srcId="{3C64D813-2794-4221-A910-9ED8C56146E0}" destId="{EB82D18F-C08F-4EA4-A91F-4BE624DCBC1A}" srcOrd="2" destOrd="0" parTransId="{3909B998-CF5E-43F9-830F-8CA4722C70D7}" sibTransId="{5C17B0E4-8216-48E7-9115-B863E734EEB7}"/>
    <dgm:cxn modelId="{3C81DDB7-6555-4A19-B4D6-9DAC79D65D24}" type="presOf" srcId="{3C64D813-2794-4221-A910-9ED8C56146E0}" destId="{92DB2762-4538-487B-AFCA-D00D9C47F4F1}" srcOrd="0" destOrd="0" presId="urn:microsoft.com/office/officeart/2005/8/layout/hChevron3"/>
    <dgm:cxn modelId="{89B557CB-6FAC-44B3-8CAA-D234E9BB9B0D}" type="presOf" srcId="{EB82D18F-C08F-4EA4-A91F-4BE624DCBC1A}" destId="{BBDCCFB5-5606-43A6-B672-BBB372828D03}" srcOrd="0" destOrd="0" presId="urn:microsoft.com/office/officeart/2005/8/layout/hChevron3"/>
    <dgm:cxn modelId="{114750D8-725F-42C8-B91D-9940DEF02A80}" type="presOf" srcId="{7D822DC5-CD65-4615-95F2-5D1B49762F60}" destId="{4150CA3B-3157-4F78-BD7D-92EA9D214EDD}" srcOrd="0" destOrd="0" presId="urn:microsoft.com/office/officeart/2005/8/layout/hChevron3"/>
    <dgm:cxn modelId="{67531CEA-DA19-4D84-B84D-4DA6926653FF}" srcId="{3C64D813-2794-4221-A910-9ED8C56146E0}" destId="{7D822DC5-CD65-4615-95F2-5D1B49762F60}" srcOrd="3" destOrd="0" parTransId="{D69DA30B-3BD5-4A32-BA58-C1CBBD768F28}" sibTransId="{60F33F12-E5CC-4FEE-98C4-5E3AAB86DEA5}"/>
    <dgm:cxn modelId="{A082E937-5130-4B83-90F5-70BFF4CAC0CF}" type="presParOf" srcId="{92DB2762-4538-487B-AFCA-D00D9C47F4F1}" destId="{0F290B28-65D3-4498-AF5E-3CAB696FD205}" srcOrd="0" destOrd="0" presId="urn:microsoft.com/office/officeart/2005/8/layout/hChevron3"/>
    <dgm:cxn modelId="{6B685D9D-5B40-4E7D-82D5-25D66AC914F3}" type="presParOf" srcId="{92DB2762-4538-487B-AFCA-D00D9C47F4F1}" destId="{E54B04D2-9571-402B-ACD8-05F486EE0AB2}" srcOrd="1" destOrd="0" presId="urn:microsoft.com/office/officeart/2005/8/layout/hChevron3"/>
    <dgm:cxn modelId="{FBA5FA82-E78A-4300-AACB-E9ABC3E11D9F}" type="presParOf" srcId="{92DB2762-4538-487B-AFCA-D00D9C47F4F1}" destId="{A10D5588-F4BD-4C33-80B7-6BD8637453BB}" srcOrd="2" destOrd="0" presId="urn:microsoft.com/office/officeart/2005/8/layout/hChevron3"/>
    <dgm:cxn modelId="{F9034443-927F-43EF-8147-4948C8D2E072}" type="presParOf" srcId="{92DB2762-4538-487B-AFCA-D00D9C47F4F1}" destId="{98D01B7A-5E80-476C-86A3-D788D05561A5}" srcOrd="3" destOrd="0" presId="urn:microsoft.com/office/officeart/2005/8/layout/hChevron3"/>
    <dgm:cxn modelId="{21702003-DEDC-420E-ABD2-D064F83E6360}" type="presParOf" srcId="{92DB2762-4538-487B-AFCA-D00D9C47F4F1}" destId="{BBDCCFB5-5606-43A6-B672-BBB372828D03}" srcOrd="4" destOrd="0" presId="urn:microsoft.com/office/officeart/2005/8/layout/hChevron3"/>
    <dgm:cxn modelId="{EF63AAF6-A469-40D4-9B9C-75613E42BA41}" type="presParOf" srcId="{92DB2762-4538-487B-AFCA-D00D9C47F4F1}" destId="{944639D6-0501-40E0-821E-F4E93FA9C11A}" srcOrd="5" destOrd="0" presId="urn:microsoft.com/office/officeart/2005/8/layout/hChevron3"/>
    <dgm:cxn modelId="{607D968E-0326-4213-9B79-2073701852E5}" type="presParOf" srcId="{92DB2762-4538-487B-AFCA-D00D9C47F4F1}" destId="{4150CA3B-3157-4F78-BD7D-92EA9D214EDD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609EAA-1589-415D-AD1C-D9BF6F8AD88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278853-B6B9-4535-907A-2B7F3A525AB0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Workshops (soft skills)</a:t>
          </a:r>
        </a:p>
      </dgm:t>
    </dgm:pt>
    <dgm:pt modelId="{D7438159-7A1E-433E-8D0E-7FA0B64E4CA4}" type="parTrans" cxnId="{AD5E8D52-CEE1-4BE3-AFF6-A04A64A3A71B}">
      <dgm:prSet/>
      <dgm:spPr/>
      <dgm:t>
        <a:bodyPr/>
        <a:lstStyle/>
        <a:p>
          <a:endParaRPr lang="en-US"/>
        </a:p>
      </dgm:t>
    </dgm:pt>
    <dgm:pt modelId="{89069715-64CE-4913-A091-609DF568254C}" type="sibTrans" cxnId="{AD5E8D52-CEE1-4BE3-AFF6-A04A64A3A71B}">
      <dgm:prSet/>
      <dgm:spPr/>
      <dgm:t>
        <a:bodyPr/>
        <a:lstStyle/>
        <a:p>
          <a:endParaRPr lang="en-US"/>
        </a:p>
      </dgm:t>
    </dgm:pt>
    <dgm:pt modelId="{15237783-E6B4-43DA-AB3B-A6BD25A606F4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 dirty="0"/>
            <a:t>Effective Communication</a:t>
          </a:r>
        </a:p>
      </dgm:t>
    </dgm:pt>
    <dgm:pt modelId="{778C7E0C-D3CC-4487-B183-51F013C1236E}" type="parTrans" cxnId="{DAE33004-249C-4889-ACAE-4CA844C3573C}">
      <dgm:prSet/>
      <dgm:spPr/>
      <dgm:t>
        <a:bodyPr/>
        <a:lstStyle/>
        <a:p>
          <a:endParaRPr lang="en-US"/>
        </a:p>
      </dgm:t>
    </dgm:pt>
    <dgm:pt modelId="{1E36AD17-E0CA-431D-82D7-7E8C2F896A3A}" type="sibTrans" cxnId="{DAE33004-249C-4889-ACAE-4CA844C3573C}">
      <dgm:prSet/>
      <dgm:spPr/>
      <dgm:t>
        <a:bodyPr/>
        <a:lstStyle/>
        <a:p>
          <a:endParaRPr lang="en-US"/>
        </a:p>
      </dgm:t>
    </dgm:pt>
    <dgm:pt modelId="{F1E1371B-D114-4C10-A52D-DFCD10413168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 dirty="0"/>
            <a:t>Critical Thinking &amp; Decision Making</a:t>
          </a:r>
        </a:p>
      </dgm:t>
    </dgm:pt>
    <dgm:pt modelId="{D82952CB-E7C1-4222-B58A-BB53F144CA43}" type="parTrans" cxnId="{26DF2BA4-DBF8-416A-838A-FF1936AEF083}">
      <dgm:prSet/>
      <dgm:spPr/>
      <dgm:t>
        <a:bodyPr/>
        <a:lstStyle/>
        <a:p>
          <a:endParaRPr lang="en-US"/>
        </a:p>
      </dgm:t>
    </dgm:pt>
    <dgm:pt modelId="{21A51A93-2AE3-4EB3-9CA5-921FFBA2C418}" type="sibTrans" cxnId="{26DF2BA4-DBF8-416A-838A-FF1936AEF083}">
      <dgm:prSet/>
      <dgm:spPr/>
      <dgm:t>
        <a:bodyPr/>
        <a:lstStyle/>
        <a:p>
          <a:endParaRPr lang="en-US"/>
        </a:p>
      </dgm:t>
    </dgm:pt>
    <dgm:pt modelId="{ED547873-0371-420E-AE81-54449FA261E4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 dirty="0"/>
            <a:t>Problem Solving</a:t>
          </a:r>
        </a:p>
      </dgm:t>
    </dgm:pt>
    <dgm:pt modelId="{724C1CF2-A312-4C5A-9274-904CEFF38B2A}" type="parTrans" cxnId="{BDBE342C-5088-470A-AE5A-20915999D8E6}">
      <dgm:prSet/>
      <dgm:spPr/>
      <dgm:t>
        <a:bodyPr/>
        <a:lstStyle/>
        <a:p>
          <a:endParaRPr lang="en-US"/>
        </a:p>
      </dgm:t>
    </dgm:pt>
    <dgm:pt modelId="{BF27D448-0A6C-474D-B97C-30CDCAD2B2BF}" type="sibTrans" cxnId="{BDBE342C-5088-470A-AE5A-20915999D8E6}">
      <dgm:prSet/>
      <dgm:spPr/>
      <dgm:t>
        <a:bodyPr/>
        <a:lstStyle/>
        <a:p>
          <a:endParaRPr lang="en-US"/>
        </a:p>
      </dgm:t>
    </dgm:pt>
    <dgm:pt modelId="{C5E0F85D-C310-4E58-9E3C-6AB7A1306B36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Time Management</a:t>
          </a:r>
        </a:p>
      </dgm:t>
    </dgm:pt>
    <dgm:pt modelId="{7798B3CD-BB8E-4A8D-AB93-39B0E682AEC2}" type="parTrans" cxnId="{E178832E-2C7A-443F-8577-696285B96329}">
      <dgm:prSet/>
      <dgm:spPr/>
      <dgm:t>
        <a:bodyPr/>
        <a:lstStyle/>
        <a:p>
          <a:endParaRPr lang="en-US"/>
        </a:p>
      </dgm:t>
    </dgm:pt>
    <dgm:pt modelId="{16599826-FFC2-431A-9335-2AADD430DB22}" type="sibTrans" cxnId="{E178832E-2C7A-443F-8577-696285B96329}">
      <dgm:prSet/>
      <dgm:spPr/>
      <dgm:t>
        <a:bodyPr/>
        <a:lstStyle/>
        <a:p>
          <a:endParaRPr lang="en-US"/>
        </a:p>
      </dgm:t>
    </dgm:pt>
    <dgm:pt modelId="{AB202BA6-7382-4FD7-91A5-56CCEF98DCD6}">
      <dgm:prSet/>
      <dgm:spPr>
        <a:solidFill>
          <a:schemeClr val="tx2"/>
        </a:solidFill>
      </dgm:spPr>
      <dgm:t>
        <a:bodyPr/>
        <a:lstStyle/>
        <a:p>
          <a:r>
            <a:rPr lang="en-US"/>
            <a:t>English Club</a:t>
          </a:r>
        </a:p>
      </dgm:t>
    </dgm:pt>
    <dgm:pt modelId="{4B1CCBED-98C6-49B3-B1B2-6723B0506B70}" type="parTrans" cxnId="{B5EAC5CD-761B-48A5-BEAA-51946AB32533}">
      <dgm:prSet/>
      <dgm:spPr/>
      <dgm:t>
        <a:bodyPr/>
        <a:lstStyle/>
        <a:p>
          <a:endParaRPr lang="en-US"/>
        </a:p>
      </dgm:t>
    </dgm:pt>
    <dgm:pt modelId="{2D471D40-8FAB-4F89-AAB7-1E704912D3C9}" type="sibTrans" cxnId="{B5EAC5CD-761B-48A5-BEAA-51946AB32533}">
      <dgm:prSet/>
      <dgm:spPr/>
      <dgm:t>
        <a:bodyPr/>
        <a:lstStyle/>
        <a:p>
          <a:endParaRPr lang="en-US"/>
        </a:p>
      </dgm:t>
    </dgm:pt>
    <dgm:pt modelId="{03F9293E-DCB8-41FB-BDF0-7ACDFA756300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Movie/TV</a:t>
          </a:r>
        </a:p>
      </dgm:t>
    </dgm:pt>
    <dgm:pt modelId="{9A3571EA-B8BD-4460-9F1B-9F04F68A2833}" type="parTrans" cxnId="{5CBCA8D4-C207-4FDA-B422-7F663A130701}">
      <dgm:prSet/>
      <dgm:spPr/>
      <dgm:t>
        <a:bodyPr/>
        <a:lstStyle/>
        <a:p>
          <a:endParaRPr lang="en-US"/>
        </a:p>
      </dgm:t>
    </dgm:pt>
    <dgm:pt modelId="{08428215-1D8F-4977-8683-E7A078E453BB}" type="sibTrans" cxnId="{5CBCA8D4-C207-4FDA-B422-7F663A130701}">
      <dgm:prSet/>
      <dgm:spPr/>
      <dgm:t>
        <a:bodyPr/>
        <a:lstStyle/>
        <a:p>
          <a:endParaRPr lang="en-US"/>
        </a:p>
      </dgm:t>
    </dgm:pt>
    <dgm:pt modelId="{6BEE0AB4-AE39-46EA-8AA0-A1C6C909073C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Money vs Happiness</a:t>
          </a:r>
        </a:p>
      </dgm:t>
    </dgm:pt>
    <dgm:pt modelId="{135D2840-2DE1-4510-B4F6-3BC4673F5348}" type="parTrans" cxnId="{159E00C5-87F4-472A-B9AD-F8669A69FB3C}">
      <dgm:prSet/>
      <dgm:spPr/>
      <dgm:t>
        <a:bodyPr/>
        <a:lstStyle/>
        <a:p>
          <a:endParaRPr lang="en-US"/>
        </a:p>
      </dgm:t>
    </dgm:pt>
    <dgm:pt modelId="{88F1FAF0-8D45-4A1C-A4AF-D255256AD89A}" type="sibTrans" cxnId="{159E00C5-87F4-472A-B9AD-F8669A69FB3C}">
      <dgm:prSet/>
      <dgm:spPr/>
      <dgm:t>
        <a:bodyPr/>
        <a:lstStyle/>
        <a:p>
          <a:endParaRPr lang="en-US"/>
        </a:p>
      </dgm:t>
    </dgm:pt>
    <dgm:pt modelId="{585CB2D1-E45E-4C70-9396-E24764076FAD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Big City or Small Town</a:t>
          </a:r>
        </a:p>
      </dgm:t>
    </dgm:pt>
    <dgm:pt modelId="{3AF08B17-6C26-4F79-A693-4AEEC6502510}" type="parTrans" cxnId="{EC65D986-5D3B-4C64-B7B0-F70F4483F8C7}">
      <dgm:prSet/>
      <dgm:spPr/>
      <dgm:t>
        <a:bodyPr/>
        <a:lstStyle/>
        <a:p>
          <a:endParaRPr lang="en-US"/>
        </a:p>
      </dgm:t>
    </dgm:pt>
    <dgm:pt modelId="{E386405E-2C77-4D36-9107-D9D1475E61B3}" type="sibTrans" cxnId="{EC65D986-5D3B-4C64-B7B0-F70F4483F8C7}">
      <dgm:prSet/>
      <dgm:spPr/>
      <dgm:t>
        <a:bodyPr/>
        <a:lstStyle/>
        <a:p>
          <a:endParaRPr lang="en-US"/>
        </a:p>
      </dgm:t>
    </dgm:pt>
    <dgm:pt modelId="{70F73EF8-2890-495C-AFCC-64AB1A7C4A22}" type="pres">
      <dgm:prSet presAssocID="{05609EAA-1589-415D-AD1C-D9BF6F8AD88D}" presName="Name0" presStyleCnt="0">
        <dgm:presLayoutVars>
          <dgm:dir/>
          <dgm:animLvl val="lvl"/>
          <dgm:resizeHandles val="exact"/>
        </dgm:presLayoutVars>
      </dgm:prSet>
      <dgm:spPr/>
    </dgm:pt>
    <dgm:pt modelId="{21C08A45-1264-46B6-8DB5-5E08CFDD374B}" type="pres">
      <dgm:prSet presAssocID="{6F278853-B6B9-4535-907A-2B7F3A525AB0}" presName="linNode" presStyleCnt="0"/>
      <dgm:spPr/>
    </dgm:pt>
    <dgm:pt modelId="{990B8038-FF9C-4D4C-94FA-FF8CE1BB5EC4}" type="pres">
      <dgm:prSet presAssocID="{6F278853-B6B9-4535-907A-2B7F3A525AB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2BE59D7-6007-4792-83CA-DC438AC359A5}" type="pres">
      <dgm:prSet presAssocID="{6F278853-B6B9-4535-907A-2B7F3A525AB0}" presName="descendantText" presStyleLbl="alignAccFollowNode1" presStyleIdx="0" presStyleCnt="2">
        <dgm:presLayoutVars>
          <dgm:bulletEnabled val="1"/>
        </dgm:presLayoutVars>
      </dgm:prSet>
      <dgm:spPr/>
    </dgm:pt>
    <dgm:pt modelId="{BD5F2D3D-35D3-4CA3-9E23-1738E9556D00}" type="pres">
      <dgm:prSet presAssocID="{89069715-64CE-4913-A091-609DF568254C}" presName="sp" presStyleCnt="0"/>
      <dgm:spPr/>
    </dgm:pt>
    <dgm:pt modelId="{A02886C1-C074-4D26-ADE6-BD06C33B473B}" type="pres">
      <dgm:prSet presAssocID="{AB202BA6-7382-4FD7-91A5-56CCEF98DCD6}" presName="linNode" presStyleCnt="0"/>
      <dgm:spPr/>
    </dgm:pt>
    <dgm:pt modelId="{596354A5-93D0-4294-BB14-7D3DCC4A6182}" type="pres">
      <dgm:prSet presAssocID="{AB202BA6-7382-4FD7-91A5-56CCEF98DCD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94E94B4-9EC0-47A8-ADD2-A9343F8C4F84}" type="pres">
      <dgm:prSet presAssocID="{AB202BA6-7382-4FD7-91A5-56CCEF98DCD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AE33004-249C-4889-ACAE-4CA844C3573C}" srcId="{6F278853-B6B9-4535-907A-2B7F3A525AB0}" destId="{15237783-E6B4-43DA-AB3B-A6BD25A606F4}" srcOrd="0" destOrd="0" parTransId="{778C7E0C-D3CC-4487-B183-51F013C1236E}" sibTransId="{1E36AD17-E0CA-431D-82D7-7E8C2F896A3A}"/>
    <dgm:cxn modelId="{0D083018-A678-4695-BD60-AA9465D55FFE}" type="presOf" srcId="{ED547873-0371-420E-AE81-54449FA261E4}" destId="{52BE59D7-6007-4792-83CA-DC438AC359A5}" srcOrd="0" destOrd="2" presId="urn:microsoft.com/office/officeart/2005/8/layout/vList5"/>
    <dgm:cxn modelId="{26D2C027-1E28-42E6-9F32-E005532C9985}" type="presOf" srcId="{F1E1371B-D114-4C10-A52D-DFCD10413168}" destId="{52BE59D7-6007-4792-83CA-DC438AC359A5}" srcOrd="0" destOrd="1" presId="urn:microsoft.com/office/officeart/2005/8/layout/vList5"/>
    <dgm:cxn modelId="{C24AF129-A0E6-4356-ADC2-468FFD2191C6}" type="presOf" srcId="{05609EAA-1589-415D-AD1C-D9BF6F8AD88D}" destId="{70F73EF8-2890-495C-AFCC-64AB1A7C4A22}" srcOrd="0" destOrd="0" presId="urn:microsoft.com/office/officeart/2005/8/layout/vList5"/>
    <dgm:cxn modelId="{BDBE342C-5088-470A-AE5A-20915999D8E6}" srcId="{6F278853-B6B9-4535-907A-2B7F3A525AB0}" destId="{ED547873-0371-420E-AE81-54449FA261E4}" srcOrd="2" destOrd="0" parTransId="{724C1CF2-A312-4C5A-9274-904CEFF38B2A}" sibTransId="{BF27D448-0A6C-474D-B97C-30CDCAD2B2BF}"/>
    <dgm:cxn modelId="{E178832E-2C7A-443F-8577-696285B96329}" srcId="{6F278853-B6B9-4535-907A-2B7F3A525AB0}" destId="{C5E0F85D-C310-4E58-9E3C-6AB7A1306B36}" srcOrd="3" destOrd="0" parTransId="{7798B3CD-BB8E-4A8D-AB93-39B0E682AEC2}" sibTransId="{16599826-FFC2-431A-9335-2AADD430DB22}"/>
    <dgm:cxn modelId="{98489A5D-666B-4BE8-BB2C-A7AF00A1EFBC}" type="presOf" srcId="{C5E0F85D-C310-4E58-9E3C-6AB7A1306B36}" destId="{52BE59D7-6007-4792-83CA-DC438AC359A5}" srcOrd="0" destOrd="3" presId="urn:microsoft.com/office/officeart/2005/8/layout/vList5"/>
    <dgm:cxn modelId="{4BFBC143-369C-4720-A2F2-F51B7825421E}" type="presOf" srcId="{15237783-E6B4-43DA-AB3B-A6BD25A606F4}" destId="{52BE59D7-6007-4792-83CA-DC438AC359A5}" srcOrd="0" destOrd="0" presId="urn:microsoft.com/office/officeart/2005/8/layout/vList5"/>
    <dgm:cxn modelId="{AD5E8D52-CEE1-4BE3-AFF6-A04A64A3A71B}" srcId="{05609EAA-1589-415D-AD1C-D9BF6F8AD88D}" destId="{6F278853-B6B9-4535-907A-2B7F3A525AB0}" srcOrd="0" destOrd="0" parTransId="{D7438159-7A1E-433E-8D0E-7FA0B64E4CA4}" sibTransId="{89069715-64CE-4913-A091-609DF568254C}"/>
    <dgm:cxn modelId="{2FD29B7B-1C77-4A76-B956-6F35C2754AD4}" type="presOf" srcId="{AB202BA6-7382-4FD7-91A5-56CCEF98DCD6}" destId="{596354A5-93D0-4294-BB14-7D3DCC4A6182}" srcOrd="0" destOrd="0" presId="urn:microsoft.com/office/officeart/2005/8/layout/vList5"/>
    <dgm:cxn modelId="{EC65D986-5D3B-4C64-B7B0-F70F4483F8C7}" srcId="{AB202BA6-7382-4FD7-91A5-56CCEF98DCD6}" destId="{585CB2D1-E45E-4C70-9396-E24764076FAD}" srcOrd="2" destOrd="0" parTransId="{3AF08B17-6C26-4F79-A693-4AEEC6502510}" sibTransId="{E386405E-2C77-4D36-9107-D9D1475E61B3}"/>
    <dgm:cxn modelId="{26DF2BA4-DBF8-416A-838A-FF1936AEF083}" srcId="{6F278853-B6B9-4535-907A-2B7F3A525AB0}" destId="{F1E1371B-D114-4C10-A52D-DFCD10413168}" srcOrd="1" destOrd="0" parTransId="{D82952CB-E7C1-4222-B58A-BB53F144CA43}" sibTransId="{21A51A93-2AE3-4EB3-9CA5-921FFBA2C418}"/>
    <dgm:cxn modelId="{A1A196AC-8992-4E74-97D8-B280BD262F47}" type="presOf" srcId="{585CB2D1-E45E-4C70-9396-E24764076FAD}" destId="{F94E94B4-9EC0-47A8-ADD2-A9343F8C4F84}" srcOrd="0" destOrd="2" presId="urn:microsoft.com/office/officeart/2005/8/layout/vList5"/>
    <dgm:cxn modelId="{F4D4D3C1-A7D0-405B-8F68-C15E3DE38CB5}" type="presOf" srcId="{6F278853-B6B9-4535-907A-2B7F3A525AB0}" destId="{990B8038-FF9C-4D4C-94FA-FF8CE1BB5EC4}" srcOrd="0" destOrd="0" presId="urn:microsoft.com/office/officeart/2005/8/layout/vList5"/>
    <dgm:cxn modelId="{127BB7C2-97F8-4093-8236-8E29E64CBA7C}" type="presOf" srcId="{03F9293E-DCB8-41FB-BDF0-7ACDFA756300}" destId="{F94E94B4-9EC0-47A8-ADD2-A9343F8C4F84}" srcOrd="0" destOrd="0" presId="urn:microsoft.com/office/officeart/2005/8/layout/vList5"/>
    <dgm:cxn modelId="{159E00C5-87F4-472A-B9AD-F8669A69FB3C}" srcId="{AB202BA6-7382-4FD7-91A5-56CCEF98DCD6}" destId="{6BEE0AB4-AE39-46EA-8AA0-A1C6C909073C}" srcOrd="1" destOrd="0" parTransId="{135D2840-2DE1-4510-B4F6-3BC4673F5348}" sibTransId="{88F1FAF0-8D45-4A1C-A4AF-D255256AD89A}"/>
    <dgm:cxn modelId="{88A238CD-691B-47FB-B607-F8A9F6213453}" type="presOf" srcId="{6BEE0AB4-AE39-46EA-8AA0-A1C6C909073C}" destId="{F94E94B4-9EC0-47A8-ADD2-A9343F8C4F84}" srcOrd="0" destOrd="1" presId="urn:microsoft.com/office/officeart/2005/8/layout/vList5"/>
    <dgm:cxn modelId="{B5EAC5CD-761B-48A5-BEAA-51946AB32533}" srcId="{05609EAA-1589-415D-AD1C-D9BF6F8AD88D}" destId="{AB202BA6-7382-4FD7-91A5-56CCEF98DCD6}" srcOrd="1" destOrd="0" parTransId="{4B1CCBED-98C6-49B3-B1B2-6723B0506B70}" sibTransId="{2D471D40-8FAB-4F89-AAB7-1E704912D3C9}"/>
    <dgm:cxn modelId="{5CBCA8D4-C207-4FDA-B422-7F663A130701}" srcId="{AB202BA6-7382-4FD7-91A5-56CCEF98DCD6}" destId="{03F9293E-DCB8-41FB-BDF0-7ACDFA756300}" srcOrd="0" destOrd="0" parTransId="{9A3571EA-B8BD-4460-9F1B-9F04F68A2833}" sibTransId="{08428215-1D8F-4977-8683-E7A078E453BB}"/>
    <dgm:cxn modelId="{79D51DF9-EBF4-4995-8527-A8FA164AB914}" type="presParOf" srcId="{70F73EF8-2890-495C-AFCC-64AB1A7C4A22}" destId="{21C08A45-1264-46B6-8DB5-5E08CFDD374B}" srcOrd="0" destOrd="0" presId="urn:microsoft.com/office/officeart/2005/8/layout/vList5"/>
    <dgm:cxn modelId="{25A54C7A-DB4A-4953-9170-DFAF4A1C0EA8}" type="presParOf" srcId="{21C08A45-1264-46B6-8DB5-5E08CFDD374B}" destId="{990B8038-FF9C-4D4C-94FA-FF8CE1BB5EC4}" srcOrd="0" destOrd="0" presId="urn:microsoft.com/office/officeart/2005/8/layout/vList5"/>
    <dgm:cxn modelId="{C4B6FC4D-93D3-4A06-A163-7611E9A2913B}" type="presParOf" srcId="{21C08A45-1264-46B6-8DB5-5E08CFDD374B}" destId="{52BE59D7-6007-4792-83CA-DC438AC359A5}" srcOrd="1" destOrd="0" presId="urn:microsoft.com/office/officeart/2005/8/layout/vList5"/>
    <dgm:cxn modelId="{AB55A38C-80D3-496B-B2B4-112264578C79}" type="presParOf" srcId="{70F73EF8-2890-495C-AFCC-64AB1A7C4A22}" destId="{BD5F2D3D-35D3-4CA3-9E23-1738E9556D00}" srcOrd="1" destOrd="0" presId="urn:microsoft.com/office/officeart/2005/8/layout/vList5"/>
    <dgm:cxn modelId="{582DAE37-626C-439D-85EE-75CACD488C9C}" type="presParOf" srcId="{70F73EF8-2890-495C-AFCC-64AB1A7C4A22}" destId="{A02886C1-C074-4D26-ADE6-BD06C33B473B}" srcOrd="2" destOrd="0" presId="urn:microsoft.com/office/officeart/2005/8/layout/vList5"/>
    <dgm:cxn modelId="{A7B263CD-5651-4E1F-A05B-A84990EE05AF}" type="presParOf" srcId="{A02886C1-C074-4D26-ADE6-BD06C33B473B}" destId="{596354A5-93D0-4294-BB14-7D3DCC4A6182}" srcOrd="0" destOrd="0" presId="urn:microsoft.com/office/officeart/2005/8/layout/vList5"/>
    <dgm:cxn modelId="{0DC92B20-5B44-42E0-AA13-1DD0195A8A1A}" type="presParOf" srcId="{A02886C1-C074-4D26-ADE6-BD06C33B473B}" destId="{F94E94B4-9EC0-47A8-ADD2-A9343F8C4F8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8EB7B9-3FC2-479F-99BF-26A8D4B62325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CB68E9-092D-4AF6-BF1B-F5721DCF9093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Timeline</a:t>
          </a:r>
        </a:p>
      </dgm:t>
    </dgm:pt>
    <dgm:pt modelId="{F8B9D899-032A-4116-A183-80F43BF77A9D}" type="parTrans" cxnId="{FBE674EF-1BF2-4BFB-AB9A-A9C9655C300A}">
      <dgm:prSet/>
      <dgm:spPr/>
      <dgm:t>
        <a:bodyPr/>
        <a:lstStyle/>
        <a:p>
          <a:endParaRPr lang="en-US"/>
        </a:p>
      </dgm:t>
    </dgm:pt>
    <dgm:pt modelId="{F2E67DCB-B315-4040-A24B-4973D9EBF3C9}" type="sibTrans" cxnId="{FBE674EF-1BF2-4BFB-AB9A-A9C9655C300A}">
      <dgm:prSet/>
      <dgm:spPr/>
      <dgm:t>
        <a:bodyPr/>
        <a:lstStyle/>
        <a:p>
          <a:endParaRPr lang="en-US"/>
        </a:p>
      </dgm:t>
    </dgm:pt>
    <dgm:pt modelId="{3467D424-0F05-408A-8DB0-1155F7459E7C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 dirty="0"/>
            <a:t>Ancient Vietnam</a:t>
          </a:r>
        </a:p>
      </dgm:t>
    </dgm:pt>
    <dgm:pt modelId="{89CDDAA7-E9C3-4EF8-A5E0-56FEA7B4A552}" type="parTrans" cxnId="{63FDC271-B7AF-45A0-B98E-FE77AA1C05C2}">
      <dgm:prSet/>
      <dgm:spPr/>
      <dgm:t>
        <a:bodyPr/>
        <a:lstStyle/>
        <a:p>
          <a:endParaRPr lang="en-US"/>
        </a:p>
      </dgm:t>
    </dgm:pt>
    <dgm:pt modelId="{7CE556F2-349B-4884-B198-AA6EB02A37E6}" type="sibTrans" cxnId="{63FDC271-B7AF-45A0-B98E-FE77AA1C05C2}">
      <dgm:prSet/>
      <dgm:spPr/>
      <dgm:t>
        <a:bodyPr/>
        <a:lstStyle/>
        <a:p>
          <a:endParaRPr lang="en-US"/>
        </a:p>
      </dgm:t>
    </dgm:pt>
    <dgm:pt modelId="{EF21F663-D63C-46C4-BE47-D46941A90FDE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 dirty="0"/>
            <a:t>Champa culture</a:t>
          </a:r>
        </a:p>
      </dgm:t>
    </dgm:pt>
    <dgm:pt modelId="{0122FEF4-4DA4-4115-83F1-477A5C6EFC20}" type="parTrans" cxnId="{8E48E4F6-6FB9-4DED-B328-016C75FE22EA}">
      <dgm:prSet/>
      <dgm:spPr/>
      <dgm:t>
        <a:bodyPr/>
        <a:lstStyle/>
        <a:p>
          <a:endParaRPr lang="en-US"/>
        </a:p>
      </dgm:t>
    </dgm:pt>
    <dgm:pt modelId="{6801E479-9B21-4077-B645-92BF8A32311C}" type="sibTrans" cxnId="{8E48E4F6-6FB9-4DED-B328-016C75FE22EA}">
      <dgm:prSet/>
      <dgm:spPr/>
      <dgm:t>
        <a:bodyPr/>
        <a:lstStyle/>
        <a:p>
          <a:endParaRPr lang="en-US"/>
        </a:p>
      </dgm:t>
    </dgm:pt>
    <dgm:pt modelId="{4137704D-FCB3-4288-A40F-57EDFD2221E4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Colonial period</a:t>
          </a:r>
        </a:p>
      </dgm:t>
    </dgm:pt>
    <dgm:pt modelId="{CFC16377-286F-4A90-8F65-B3AEFDF0824A}" type="parTrans" cxnId="{2D7A910D-763D-42F7-8246-B29DA158B2A6}">
      <dgm:prSet/>
      <dgm:spPr/>
      <dgm:t>
        <a:bodyPr/>
        <a:lstStyle/>
        <a:p>
          <a:endParaRPr lang="en-US"/>
        </a:p>
      </dgm:t>
    </dgm:pt>
    <dgm:pt modelId="{4225A6CD-6164-4823-ACED-4AE5522B57D2}" type="sibTrans" cxnId="{2D7A910D-763D-42F7-8246-B29DA158B2A6}">
      <dgm:prSet/>
      <dgm:spPr/>
      <dgm:t>
        <a:bodyPr/>
        <a:lstStyle/>
        <a:p>
          <a:endParaRPr lang="en-US"/>
        </a:p>
      </dgm:t>
    </dgm:pt>
    <dgm:pt modelId="{8278A769-0FC2-4356-8901-6A5933FBE73D}">
      <dgm:prSet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n-US"/>
            <a:t>Modern era</a:t>
          </a:r>
        </a:p>
      </dgm:t>
    </dgm:pt>
    <dgm:pt modelId="{57790775-F89F-47A4-BE08-9A33E5B75284}" type="parTrans" cxnId="{8A57366D-0381-4CC5-BECF-46B015543A10}">
      <dgm:prSet/>
      <dgm:spPr/>
      <dgm:t>
        <a:bodyPr/>
        <a:lstStyle/>
        <a:p>
          <a:endParaRPr lang="en-US"/>
        </a:p>
      </dgm:t>
    </dgm:pt>
    <dgm:pt modelId="{4A3E8452-992D-4999-8A99-9E689E2CA6D8}" type="sibTrans" cxnId="{8A57366D-0381-4CC5-BECF-46B015543A10}">
      <dgm:prSet/>
      <dgm:spPr/>
      <dgm:t>
        <a:bodyPr/>
        <a:lstStyle/>
        <a:p>
          <a:endParaRPr lang="en-US"/>
        </a:p>
      </dgm:t>
    </dgm:pt>
    <dgm:pt modelId="{BF9456D9-BF69-471B-8FFF-7B594894C65C}" type="pres">
      <dgm:prSet presAssocID="{778EB7B9-3FC2-479F-99BF-26A8D4B6232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C03209B-EB5D-4921-9402-6DA6114EEA5A}" type="pres">
      <dgm:prSet presAssocID="{77CB68E9-092D-4AF6-BF1B-F5721DCF9093}" presName="horFlow" presStyleCnt="0"/>
      <dgm:spPr/>
    </dgm:pt>
    <dgm:pt modelId="{F0052C61-E6AD-463A-9EDE-601EBB5C0781}" type="pres">
      <dgm:prSet presAssocID="{77CB68E9-092D-4AF6-BF1B-F5721DCF9093}" presName="bigChev" presStyleLbl="node1" presStyleIdx="0" presStyleCnt="1"/>
      <dgm:spPr/>
    </dgm:pt>
    <dgm:pt modelId="{3F5BF7D3-268D-45CD-973F-7A1B91EFECA6}" type="pres">
      <dgm:prSet presAssocID="{89CDDAA7-E9C3-4EF8-A5E0-56FEA7B4A552}" presName="parTrans" presStyleCnt="0"/>
      <dgm:spPr/>
    </dgm:pt>
    <dgm:pt modelId="{0F9EEC01-B682-4354-B9E7-B833F741BBE9}" type="pres">
      <dgm:prSet presAssocID="{3467D424-0F05-408A-8DB0-1155F7459E7C}" presName="node" presStyleLbl="alignAccFollowNode1" presStyleIdx="0" presStyleCnt="4">
        <dgm:presLayoutVars>
          <dgm:bulletEnabled val="1"/>
        </dgm:presLayoutVars>
      </dgm:prSet>
      <dgm:spPr/>
    </dgm:pt>
    <dgm:pt modelId="{891CB3E3-C0EB-4216-B7CC-10058C44A290}" type="pres">
      <dgm:prSet presAssocID="{7CE556F2-349B-4884-B198-AA6EB02A37E6}" presName="sibTrans" presStyleCnt="0"/>
      <dgm:spPr/>
    </dgm:pt>
    <dgm:pt modelId="{225D934F-4C9A-4371-9AFD-DB5267E47D4D}" type="pres">
      <dgm:prSet presAssocID="{EF21F663-D63C-46C4-BE47-D46941A90FDE}" presName="node" presStyleLbl="alignAccFollowNode1" presStyleIdx="1" presStyleCnt="4">
        <dgm:presLayoutVars>
          <dgm:bulletEnabled val="1"/>
        </dgm:presLayoutVars>
      </dgm:prSet>
      <dgm:spPr/>
    </dgm:pt>
    <dgm:pt modelId="{9CBC314D-907F-4E42-8598-2F9A64769274}" type="pres">
      <dgm:prSet presAssocID="{6801E479-9B21-4077-B645-92BF8A32311C}" presName="sibTrans" presStyleCnt="0"/>
      <dgm:spPr/>
    </dgm:pt>
    <dgm:pt modelId="{C8F7430D-AEEF-421C-8823-D44E628F0DC7}" type="pres">
      <dgm:prSet presAssocID="{4137704D-FCB3-4288-A40F-57EDFD2221E4}" presName="node" presStyleLbl="alignAccFollowNode1" presStyleIdx="2" presStyleCnt="4">
        <dgm:presLayoutVars>
          <dgm:bulletEnabled val="1"/>
        </dgm:presLayoutVars>
      </dgm:prSet>
      <dgm:spPr/>
    </dgm:pt>
    <dgm:pt modelId="{FFA42198-A5B2-418B-986B-8730CACF59B4}" type="pres">
      <dgm:prSet presAssocID="{4225A6CD-6164-4823-ACED-4AE5522B57D2}" presName="sibTrans" presStyleCnt="0"/>
      <dgm:spPr/>
    </dgm:pt>
    <dgm:pt modelId="{ACB28D4E-8002-4D0C-95B5-0DA1E508B161}" type="pres">
      <dgm:prSet presAssocID="{8278A769-0FC2-4356-8901-6A5933FBE73D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2D7A910D-763D-42F7-8246-B29DA158B2A6}" srcId="{77CB68E9-092D-4AF6-BF1B-F5721DCF9093}" destId="{4137704D-FCB3-4288-A40F-57EDFD2221E4}" srcOrd="2" destOrd="0" parTransId="{CFC16377-286F-4A90-8F65-B3AEFDF0824A}" sibTransId="{4225A6CD-6164-4823-ACED-4AE5522B57D2}"/>
    <dgm:cxn modelId="{C6B41715-632F-4C44-BAD9-0A127F575E07}" type="presOf" srcId="{EF21F663-D63C-46C4-BE47-D46941A90FDE}" destId="{225D934F-4C9A-4371-9AFD-DB5267E47D4D}" srcOrd="0" destOrd="0" presId="urn:microsoft.com/office/officeart/2005/8/layout/lProcess3"/>
    <dgm:cxn modelId="{85E2DD24-C061-4384-860D-3C41EBB57127}" type="presOf" srcId="{77CB68E9-092D-4AF6-BF1B-F5721DCF9093}" destId="{F0052C61-E6AD-463A-9EDE-601EBB5C0781}" srcOrd="0" destOrd="0" presId="urn:microsoft.com/office/officeart/2005/8/layout/lProcess3"/>
    <dgm:cxn modelId="{E443BD47-2A93-4C24-A448-32209E2E575F}" type="presOf" srcId="{8278A769-0FC2-4356-8901-6A5933FBE73D}" destId="{ACB28D4E-8002-4D0C-95B5-0DA1E508B161}" srcOrd="0" destOrd="0" presId="urn:microsoft.com/office/officeart/2005/8/layout/lProcess3"/>
    <dgm:cxn modelId="{8A57366D-0381-4CC5-BECF-46B015543A10}" srcId="{77CB68E9-092D-4AF6-BF1B-F5721DCF9093}" destId="{8278A769-0FC2-4356-8901-6A5933FBE73D}" srcOrd="3" destOrd="0" parTransId="{57790775-F89F-47A4-BE08-9A33E5B75284}" sibTransId="{4A3E8452-992D-4999-8A99-9E689E2CA6D8}"/>
    <dgm:cxn modelId="{63FDC271-B7AF-45A0-B98E-FE77AA1C05C2}" srcId="{77CB68E9-092D-4AF6-BF1B-F5721DCF9093}" destId="{3467D424-0F05-408A-8DB0-1155F7459E7C}" srcOrd="0" destOrd="0" parTransId="{89CDDAA7-E9C3-4EF8-A5E0-56FEA7B4A552}" sibTransId="{7CE556F2-349B-4884-B198-AA6EB02A37E6}"/>
    <dgm:cxn modelId="{D6628AA3-80F9-452D-841F-7B4C7A758A32}" type="presOf" srcId="{778EB7B9-3FC2-479F-99BF-26A8D4B62325}" destId="{BF9456D9-BF69-471B-8FFF-7B594894C65C}" srcOrd="0" destOrd="0" presId="urn:microsoft.com/office/officeart/2005/8/layout/lProcess3"/>
    <dgm:cxn modelId="{9FAEE1CC-EA85-4F10-8765-CC690E3F3521}" type="presOf" srcId="{4137704D-FCB3-4288-A40F-57EDFD2221E4}" destId="{C8F7430D-AEEF-421C-8823-D44E628F0DC7}" srcOrd="0" destOrd="0" presId="urn:microsoft.com/office/officeart/2005/8/layout/lProcess3"/>
    <dgm:cxn modelId="{FBE674EF-1BF2-4BFB-AB9A-A9C9655C300A}" srcId="{778EB7B9-3FC2-479F-99BF-26A8D4B62325}" destId="{77CB68E9-092D-4AF6-BF1B-F5721DCF9093}" srcOrd="0" destOrd="0" parTransId="{F8B9D899-032A-4116-A183-80F43BF77A9D}" sibTransId="{F2E67DCB-B315-4040-A24B-4973D9EBF3C9}"/>
    <dgm:cxn modelId="{8E48E4F6-6FB9-4DED-B328-016C75FE22EA}" srcId="{77CB68E9-092D-4AF6-BF1B-F5721DCF9093}" destId="{EF21F663-D63C-46C4-BE47-D46941A90FDE}" srcOrd="1" destOrd="0" parTransId="{0122FEF4-4DA4-4115-83F1-477A5C6EFC20}" sibTransId="{6801E479-9B21-4077-B645-92BF8A32311C}"/>
    <dgm:cxn modelId="{BD00F0F6-AC2F-495E-9D60-F27B0AB60592}" type="presOf" srcId="{3467D424-0F05-408A-8DB0-1155F7459E7C}" destId="{0F9EEC01-B682-4354-B9E7-B833F741BBE9}" srcOrd="0" destOrd="0" presId="urn:microsoft.com/office/officeart/2005/8/layout/lProcess3"/>
    <dgm:cxn modelId="{23ECDFFF-7ADF-4018-8510-8EA661DA4186}" type="presParOf" srcId="{BF9456D9-BF69-471B-8FFF-7B594894C65C}" destId="{EC03209B-EB5D-4921-9402-6DA6114EEA5A}" srcOrd="0" destOrd="0" presId="urn:microsoft.com/office/officeart/2005/8/layout/lProcess3"/>
    <dgm:cxn modelId="{965DEA9F-D4A5-4E16-84B9-24294989EFA9}" type="presParOf" srcId="{EC03209B-EB5D-4921-9402-6DA6114EEA5A}" destId="{F0052C61-E6AD-463A-9EDE-601EBB5C0781}" srcOrd="0" destOrd="0" presId="urn:microsoft.com/office/officeart/2005/8/layout/lProcess3"/>
    <dgm:cxn modelId="{F125429C-1071-491C-A433-EE1F62D91D70}" type="presParOf" srcId="{EC03209B-EB5D-4921-9402-6DA6114EEA5A}" destId="{3F5BF7D3-268D-45CD-973F-7A1B91EFECA6}" srcOrd="1" destOrd="0" presId="urn:microsoft.com/office/officeart/2005/8/layout/lProcess3"/>
    <dgm:cxn modelId="{B012BDFC-8D81-403C-82E5-4E322493B161}" type="presParOf" srcId="{EC03209B-EB5D-4921-9402-6DA6114EEA5A}" destId="{0F9EEC01-B682-4354-B9E7-B833F741BBE9}" srcOrd="2" destOrd="0" presId="urn:microsoft.com/office/officeart/2005/8/layout/lProcess3"/>
    <dgm:cxn modelId="{9BBE7228-BF9E-4333-9CD0-6DF31FBB9D4D}" type="presParOf" srcId="{EC03209B-EB5D-4921-9402-6DA6114EEA5A}" destId="{891CB3E3-C0EB-4216-B7CC-10058C44A290}" srcOrd="3" destOrd="0" presId="urn:microsoft.com/office/officeart/2005/8/layout/lProcess3"/>
    <dgm:cxn modelId="{BC3021AB-39AD-465A-825A-36EAFCFE92AE}" type="presParOf" srcId="{EC03209B-EB5D-4921-9402-6DA6114EEA5A}" destId="{225D934F-4C9A-4371-9AFD-DB5267E47D4D}" srcOrd="4" destOrd="0" presId="urn:microsoft.com/office/officeart/2005/8/layout/lProcess3"/>
    <dgm:cxn modelId="{3ACE726B-7E0B-4130-9BA7-49F478FD04B6}" type="presParOf" srcId="{EC03209B-EB5D-4921-9402-6DA6114EEA5A}" destId="{9CBC314D-907F-4E42-8598-2F9A64769274}" srcOrd="5" destOrd="0" presId="urn:microsoft.com/office/officeart/2005/8/layout/lProcess3"/>
    <dgm:cxn modelId="{51162EE2-ED55-4397-BA1F-1A0D18D5A116}" type="presParOf" srcId="{EC03209B-EB5D-4921-9402-6DA6114EEA5A}" destId="{C8F7430D-AEEF-421C-8823-D44E628F0DC7}" srcOrd="6" destOrd="0" presId="urn:microsoft.com/office/officeart/2005/8/layout/lProcess3"/>
    <dgm:cxn modelId="{EA690AA2-3B80-461B-9080-074FF289DC65}" type="presParOf" srcId="{EC03209B-EB5D-4921-9402-6DA6114EEA5A}" destId="{FFA42198-A5B2-418B-986B-8730CACF59B4}" srcOrd="7" destOrd="0" presId="urn:microsoft.com/office/officeart/2005/8/layout/lProcess3"/>
    <dgm:cxn modelId="{6C2B4EB9-8E43-43D4-B35A-713927099149}" type="presParOf" srcId="{EC03209B-EB5D-4921-9402-6DA6114EEA5A}" destId="{ACB28D4E-8002-4D0C-95B5-0DA1E508B161}" srcOrd="8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290B28-65D3-4498-AF5E-3CAB696FD205}">
      <dsp:nvSpPr>
        <dsp:cNvPr id="0" name=""/>
        <dsp:cNvSpPr/>
      </dsp:nvSpPr>
      <dsp:spPr>
        <a:xfrm>
          <a:off x="3320" y="1467627"/>
          <a:ext cx="3331330" cy="1332532"/>
        </a:xfrm>
        <a:prstGeom prst="homePlate">
          <a:avLst/>
        </a:prstGeom>
        <a:solidFill>
          <a:schemeClr val="tx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Database Design</a:t>
          </a:r>
        </a:p>
      </dsp:txBody>
      <dsp:txXfrm>
        <a:off x="3320" y="1467627"/>
        <a:ext cx="2998197" cy="1332532"/>
      </dsp:txXfrm>
    </dsp:sp>
    <dsp:sp modelId="{A10D5588-F4BD-4C33-80B7-6BD8637453BB}">
      <dsp:nvSpPr>
        <dsp:cNvPr id="0" name=""/>
        <dsp:cNvSpPr/>
      </dsp:nvSpPr>
      <dsp:spPr>
        <a:xfrm>
          <a:off x="2668384" y="1467627"/>
          <a:ext cx="3331330" cy="1332532"/>
        </a:xfrm>
        <a:prstGeom prst="chevron">
          <a:avLst/>
        </a:prstGeom>
        <a:solidFill>
          <a:schemeClr val="tx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Queries &amp; Unit Testing</a:t>
          </a:r>
        </a:p>
      </dsp:txBody>
      <dsp:txXfrm>
        <a:off x="3334650" y="1467627"/>
        <a:ext cx="1998798" cy="1332532"/>
      </dsp:txXfrm>
    </dsp:sp>
    <dsp:sp modelId="{BBDCCFB5-5606-43A6-B672-BBB372828D03}">
      <dsp:nvSpPr>
        <dsp:cNvPr id="0" name=""/>
        <dsp:cNvSpPr/>
      </dsp:nvSpPr>
      <dsp:spPr>
        <a:xfrm>
          <a:off x="5333448" y="1467627"/>
          <a:ext cx="3331330" cy="1332532"/>
        </a:xfrm>
        <a:prstGeom prst="chevron">
          <a:avLst/>
        </a:prstGeom>
        <a:solidFill>
          <a:schemeClr val="tx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Dependency Injection</a:t>
          </a:r>
        </a:p>
      </dsp:txBody>
      <dsp:txXfrm>
        <a:off x="5999714" y="1467627"/>
        <a:ext cx="1998798" cy="1332532"/>
      </dsp:txXfrm>
    </dsp:sp>
    <dsp:sp modelId="{4150CA3B-3157-4F78-BD7D-92EA9D214EDD}">
      <dsp:nvSpPr>
        <dsp:cNvPr id="0" name=""/>
        <dsp:cNvSpPr/>
      </dsp:nvSpPr>
      <dsp:spPr>
        <a:xfrm>
          <a:off x="7998512" y="1467627"/>
          <a:ext cx="3331330" cy="1332532"/>
        </a:xfrm>
        <a:prstGeom prst="chevron">
          <a:avLst/>
        </a:prstGeom>
        <a:solidFill>
          <a:schemeClr val="tx2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MVC Proof-of-Concept</a:t>
          </a:r>
        </a:p>
      </dsp:txBody>
      <dsp:txXfrm>
        <a:off x="8664778" y="1467627"/>
        <a:ext cx="1998798" cy="1332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E59D7-6007-4792-83CA-DC438AC359A5}">
      <dsp:nvSpPr>
        <dsp:cNvPr id="0" name=""/>
        <dsp:cNvSpPr/>
      </dsp:nvSpPr>
      <dsp:spPr>
        <a:xfrm rot="5400000">
          <a:off x="2725177" y="-633353"/>
          <a:ext cx="1665437" cy="3348608"/>
        </a:xfrm>
        <a:prstGeom prst="round2SameRect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Effective Communication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Critical Thinking &amp; Decision Making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Problem Solving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Time Management</a:t>
          </a:r>
        </a:p>
      </dsp:txBody>
      <dsp:txXfrm rot="-5400000">
        <a:off x="1883592" y="289532"/>
        <a:ext cx="3267308" cy="1502837"/>
      </dsp:txXfrm>
    </dsp:sp>
    <dsp:sp modelId="{990B8038-FF9C-4D4C-94FA-FF8CE1BB5EC4}">
      <dsp:nvSpPr>
        <dsp:cNvPr id="0" name=""/>
        <dsp:cNvSpPr/>
      </dsp:nvSpPr>
      <dsp:spPr>
        <a:xfrm>
          <a:off x="0" y="52"/>
          <a:ext cx="1883592" cy="2081796"/>
        </a:xfrm>
        <a:prstGeom prst="roundRect">
          <a:avLst/>
        </a:prstGeom>
        <a:solidFill>
          <a:schemeClr val="tx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Workshops (soft skills)</a:t>
          </a:r>
        </a:p>
      </dsp:txBody>
      <dsp:txXfrm>
        <a:off x="91949" y="92001"/>
        <a:ext cx="1699694" cy="1897898"/>
      </dsp:txXfrm>
    </dsp:sp>
    <dsp:sp modelId="{F94E94B4-9EC0-47A8-ADD2-A9343F8C4F84}">
      <dsp:nvSpPr>
        <dsp:cNvPr id="0" name=""/>
        <dsp:cNvSpPr/>
      </dsp:nvSpPr>
      <dsp:spPr>
        <a:xfrm rot="5400000">
          <a:off x="2725177" y="1552533"/>
          <a:ext cx="1665437" cy="3348608"/>
        </a:xfrm>
        <a:prstGeom prst="round2SameRect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Movie/TV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Money vs Happiness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Big City or Small Town</a:t>
          </a:r>
        </a:p>
      </dsp:txBody>
      <dsp:txXfrm rot="-5400000">
        <a:off x="1883592" y="2475418"/>
        <a:ext cx="3267308" cy="1502837"/>
      </dsp:txXfrm>
    </dsp:sp>
    <dsp:sp modelId="{596354A5-93D0-4294-BB14-7D3DCC4A6182}">
      <dsp:nvSpPr>
        <dsp:cNvPr id="0" name=""/>
        <dsp:cNvSpPr/>
      </dsp:nvSpPr>
      <dsp:spPr>
        <a:xfrm>
          <a:off x="0" y="2185938"/>
          <a:ext cx="1883592" cy="2081796"/>
        </a:xfrm>
        <a:prstGeom prst="roundRect">
          <a:avLst/>
        </a:prstGeom>
        <a:solidFill>
          <a:schemeClr val="tx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English Club</a:t>
          </a:r>
        </a:p>
      </dsp:txBody>
      <dsp:txXfrm>
        <a:off x="91949" y="2277887"/>
        <a:ext cx="1699694" cy="18978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52C61-E6AD-463A-9EDE-601EBB5C0781}">
      <dsp:nvSpPr>
        <dsp:cNvPr id="0" name=""/>
        <dsp:cNvSpPr/>
      </dsp:nvSpPr>
      <dsp:spPr>
        <a:xfrm>
          <a:off x="681" y="171659"/>
          <a:ext cx="1361700" cy="544680"/>
        </a:xfrm>
        <a:prstGeom prst="chevron">
          <a:avLst/>
        </a:prstGeom>
        <a:solidFill>
          <a:schemeClr val="tx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Timeline</a:t>
          </a:r>
        </a:p>
      </dsp:txBody>
      <dsp:txXfrm>
        <a:off x="273021" y="171659"/>
        <a:ext cx="817020" cy="544680"/>
      </dsp:txXfrm>
    </dsp:sp>
    <dsp:sp modelId="{0F9EEC01-B682-4354-B9E7-B833F741BBE9}">
      <dsp:nvSpPr>
        <dsp:cNvPr id="0" name=""/>
        <dsp:cNvSpPr/>
      </dsp:nvSpPr>
      <dsp:spPr>
        <a:xfrm>
          <a:off x="1185361" y="217957"/>
          <a:ext cx="1130211" cy="452084"/>
        </a:xfrm>
        <a:prstGeom prst="chevron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Ancient Vietnam</a:t>
          </a:r>
        </a:p>
      </dsp:txBody>
      <dsp:txXfrm>
        <a:off x="1411403" y="217957"/>
        <a:ext cx="678127" cy="452084"/>
      </dsp:txXfrm>
    </dsp:sp>
    <dsp:sp modelId="{225D934F-4C9A-4371-9AFD-DB5267E47D4D}">
      <dsp:nvSpPr>
        <dsp:cNvPr id="0" name=""/>
        <dsp:cNvSpPr/>
      </dsp:nvSpPr>
      <dsp:spPr>
        <a:xfrm>
          <a:off x="2157343" y="217957"/>
          <a:ext cx="1130211" cy="452084"/>
        </a:xfrm>
        <a:prstGeom prst="chevron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Champa culture</a:t>
          </a:r>
        </a:p>
      </dsp:txBody>
      <dsp:txXfrm>
        <a:off x="2383385" y="217957"/>
        <a:ext cx="678127" cy="452084"/>
      </dsp:txXfrm>
    </dsp:sp>
    <dsp:sp modelId="{C8F7430D-AEEF-421C-8823-D44E628F0DC7}">
      <dsp:nvSpPr>
        <dsp:cNvPr id="0" name=""/>
        <dsp:cNvSpPr/>
      </dsp:nvSpPr>
      <dsp:spPr>
        <a:xfrm>
          <a:off x="3129324" y="217957"/>
          <a:ext cx="1130211" cy="452084"/>
        </a:xfrm>
        <a:prstGeom prst="chevron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Colonial period</a:t>
          </a:r>
        </a:p>
      </dsp:txBody>
      <dsp:txXfrm>
        <a:off x="3355366" y="217957"/>
        <a:ext cx="678127" cy="452084"/>
      </dsp:txXfrm>
    </dsp:sp>
    <dsp:sp modelId="{ACB28D4E-8002-4D0C-95B5-0DA1E508B161}">
      <dsp:nvSpPr>
        <dsp:cNvPr id="0" name=""/>
        <dsp:cNvSpPr/>
      </dsp:nvSpPr>
      <dsp:spPr>
        <a:xfrm>
          <a:off x="4101306" y="217957"/>
          <a:ext cx="1130211" cy="452084"/>
        </a:xfrm>
        <a:prstGeom prst="chevron">
          <a:avLst/>
        </a:prstGeom>
        <a:solidFill>
          <a:schemeClr val="accent5">
            <a:alpha val="9000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Modern era</a:t>
          </a:r>
        </a:p>
      </dsp:txBody>
      <dsp:txXfrm>
        <a:off x="4327348" y="217957"/>
        <a:ext cx="678127" cy="452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904110-CA28-333E-2C34-1D6898DC0F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8BA21-CD2F-EE12-5978-472132E8FF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5959A-AE8E-4098-8E47-081D9FE6ACD1}" type="datetimeFigureOut">
              <a:rPr lang="en-GB" smtClean="0"/>
              <a:t>24/08/2025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F835B-6669-0F4A-D3F6-4284B75B49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6185-AADD-6E7A-A4FC-A558DFE03E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649B8-B442-4509-AEA1-C442A31137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352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82F50848-CCE2-4F33-8910-F863336B6EB2}" type="datetimeFigureOut">
              <a:rPr lang="de-CH" smtClean="0"/>
              <a:pPr/>
              <a:t>24.08.2025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4FF178-7F5C-4C53-AC97-DF4205D97146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523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9049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22467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817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b="1" dirty="0"/>
              <a:t>timeline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8698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b="1" dirty="0"/>
              <a:t>timeline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5006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cột</a:t>
            </a:r>
            <a:r>
              <a:rPr lang="en-US" dirty="0"/>
              <a:t> “Challenge vs Solution”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74352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2151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1 slide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b="1" dirty="0"/>
              <a:t>Before vs After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5419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7791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Dùng ảnh hiện vật + timeline lịch sử.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2060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224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839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1.jpe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/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B8E7BCA-FF9A-86C4-163D-494ED3E694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2556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B8E7BCA-FF9A-86C4-163D-494ED3E69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14BDA87-C9C8-CD58-C9D7-0C952C1D73C0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tx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1088E-A830-D72F-9D81-51D4D3480FB8}"/>
              </a:ext>
            </a:extLst>
          </p:cNvPr>
          <p:cNvGrpSpPr/>
          <p:nvPr userDrawn="1"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65E41D-34F7-E790-C1FD-DC00CEE7C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8FD31BA-980D-D11B-2EEB-4180204D34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8544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4666033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34605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475" indent="-625475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475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14092815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3839" userDrawn="1">
          <p15:clr>
            <a:srgbClr val="FBAE40"/>
          </p15:clr>
        </p15:guide>
        <p15:guide id="11" orient="horz" pos="4047" userDrawn="1">
          <p15:clr>
            <a:srgbClr val="FBAE40"/>
          </p15:clr>
        </p15:guide>
        <p15:guide id="12" orient="horz" pos="963" userDrawn="1">
          <p15:clr>
            <a:srgbClr val="FBAE40"/>
          </p15:clr>
        </p15:guide>
        <p15:guide id="13" pos="35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23631067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 userDrawn="1">
          <p15:clr>
            <a:srgbClr val="FBAE40"/>
          </p15:clr>
        </p15:guide>
        <p15:guide id="7" pos="740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1528763"/>
            <a:ext cx="11329200" cy="489902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87379739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4082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587"/>
            <a:ext cx="113292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11329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69886104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3" orient="horz" pos="963" userDrawn="1">
          <p15:clr>
            <a:srgbClr val="FBAE40"/>
          </p15:clr>
        </p15:guide>
        <p15:guide id="14" pos="270" userDrawn="1">
          <p15:clr>
            <a:srgbClr val="FBAE40"/>
          </p15:clr>
        </p15:guide>
        <p15:guide id="15" orient="horz" pos="692" userDrawn="1">
          <p15:clr>
            <a:srgbClr val="FBAE40"/>
          </p15:clr>
        </p15:guide>
        <p15:guide id="16" orient="horz" pos="4049" userDrawn="1">
          <p15:clr>
            <a:srgbClr val="FBAE40"/>
          </p15:clr>
        </p15:guide>
        <p15:guide id="17" pos="7409" userDrawn="1">
          <p15:clr>
            <a:srgbClr val="FBAE40"/>
          </p15:clr>
        </p15:guide>
        <p15:guide id="18" orient="horz" pos="13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005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5447999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447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2000" y="2160587"/>
            <a:ext cx="5449788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2000" y="1530000"/>
            <a:ext cx="5449788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393578478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963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1359" userDrawn="1">
          <p15:clr>
            <a:srgbClr val="FBAE40"/>
          </p15:clr>
        </p15:guide>
        <p15:guide id="21" pos="3974" userDrawn="1">
          <p15:clr>
            <a:srgbClr val="FBAE40"/>
          </p15:clr>
        </p15:guide>
        <p15:guide id="22" pos="37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824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97E0B-784F-5DDC-C5F6-895349559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F02CE17-8D55-2AB5-3A7A-2B03B0A6A3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5A4294C-7368-31A6-E5C9-30880ECCFD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16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84BE735-54B6-3B7B-5644-995106F03F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72000" y="2160587"/>
            <a:ext cx="3488000" cy="4267201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2CD99D5-47E6-B7D2-CB87-F8AD5F3682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72000" y="1530000"/>
            <a:ext cx="34884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</p:spTree>
    <p:extLst>
      <p:ext uri="{BB962C8B-B14F-4D97-AF65-F5344CB8AC3E}">
        <p14:creationId xmlns:p14="http://schemas.microsoft.com/office/powerpoint/2010/main" val="9897899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210" userDrawn="1">
          <p15:clr>
            <a:srgbClr val="FBAE40"/>
          </p15:clr>
        </p15:guide>
        <p15:guide id="24" pos="4940" userDrawn="1">
          <p15:clr>
            <a:srgbClr val="FBAE40"/>
          </p15:clr>
        </p15:guide>
        <p15:guide id="25" pos="2740" userDrawn="1">
          <p15:clr>
            <a:srgbClr val="FBAE40"/>
          </p15:clr>
        </p15:guide>
        <p15:guide id="26" pos="24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0587211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orient="horz" pos="1359" userDrawn="1">
          <p15:clr>
            <a:srgbClr val="FBAE40"/>
          </p15:clr>
        </p15:guide>
        <p15:guide id="22" pos="3568" userDrawn="1">
          <p15:clr>
            <a:srgbClr val="FBAE40"/>
          </p15:clr>
        </p15:guide>
        <p15:guide id="23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2323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66155744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text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039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39D5703-BD1C-3A16-A4A7-30E0EE62B0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8285287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828655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6092407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5492" userDrawn="1">
          <p15:clr>
            <a:srgbClr val="FBAE40"/>
          </p15:clr>
        </p15:guide>
        <p15:guide id="24" pos="576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text with 1/3 image + white space f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8366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7598" y="1098000"/>
            <a:ext cx="4064402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2160000"/>
            <a:ext cx="7263999" cy="426778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9" y="1530000"/>
            <a:ext cx="7263999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157B48F4-BDD6-6F20-ED74-A0F80415B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1425" y="5131789"/>
            <a:ext cx="3178576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D752F1-9B09-8D70-F3E1-C60862EE4A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43853468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orient="horz" pos="1359" userDrawn="1">
          <p15:clr>
            <a:srgbClr val="FBAE40"/>
          </p15:clr>
        </p15:guide>
        <p15:guide id="23" pos="4848" userDrawn="1">
          <p15:clr>
            <a:srgbClr val="FBAE40"/>
          </p15:clr>
        </p15:guide>
        <p15:guide id="24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2 texts with 1/4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162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8" y="2157413"/>
            <a:ext cx="3928356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998" y="1530000"/>
            <a:ext cx="3928356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7C43C1D-0D5A-3546-923A-9906F73102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2355" y="2157413"/>
            <a:ext cx="3924931" cy="4270375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5734A7E-A371-8589-95F1-486EF3BDC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2355" y="1530000"/>
            <a:ext cx="3924931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B0D54-9E65-6676-5BE0-B1EC73550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153228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9" orient="horz" pos="963" userDrawn="1">
          <p15:clr>
            <a:srgbClr val="FBAE40"/>
          </p15:clr>
        </p15:guide>
        <p15:guide id="20" pos="270" userDrawn="1">
          <p15:clr>
            <a:srgbClr val="FBAE40"/>
          </p15:clr>
        </p15:guide>
        <p15:guide id="21" orient="horz" pos="692" userDrawn="1">
          <p15:clr>
            <a:srgbClr val="FBAE40"/>
          </p15:clr>
        </p15:guide>
        <p15:guide id="22" orient="horz" pos="4049" userDrawn="1">
          <p15:clr>
            <a:srgbClr val="FBAE40"/>
          </p15:clr>
        </p15:guide>
        <p15:guide id="23" orient="horz" pos="1359" userDrawn="1">
          <p15:clr>
            <a:srgbClr val="FBAE40"/>
          </p15:clr>
        </p15:guide>
        <p15:guide id="24" pos="5490" userDrawn="1">
          <p15:clr>
            <a:srgbClr val="FBAE40"/>
          </p15:clr>
        </p15:guide>
        <p15:guide id="25" pos="5760" userDrawn="1">
          <p15:clr>
            <a:srgbClr val="FBAE40"/>
          </p15:clr>
        </p15:guide>
        <p15:guide id="26" pos="3018" userDrawn="1">
          <p15:clr>
            <a:srgbClr val="FBAE40"/>
          </p15:clr>
        </p15:guide>
        <p15:guide id="27" pos="274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630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29187" y="1528763"/>
            <a:ext cx="5232602" cy="4896000"/>
          </a:xfrm>
        </p:spPr>
        <p:txBody>
          <a:bodyPr/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37" name="Text Placeholder 38">
            <a:extLst>
              <a:ext uri="{FF2B5EF4-FFF2-40B4-BE49-F238E27FC236}">
                <a16:creationId xmlns:a16="http://schemas.microsoft.com/office/drawing/2014/main" id="{6E9374FC-ECE4-7A38-5807-87AE94A08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64001" y="4365382"/>
            <a:ext cx="4798800" cy="2062406"/>
          </a:xfrm>
          <a:solidFill>
            <a:schemeClr val="tx2">
              <a:alpha val="85000"/>
            </a:schemeClr>
          </a:solidFill>
        </p:spPr>
        <p:txBody>
          <a:bodyPr lIns="288000" tIns="288000" rIns="288000" bIns="288000" anchor="b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4" name="Text Placeholder 43">
            <a:extLst>
              <a:ext uri="{FF2B5EF4-FFF2-40B4-BE49-F238E27FC236}">
                <a16:creationId xmlns:a16="http://schemas.microsoft.com/office/drawing/2014/main" id="{38EE8FDF-DB06-4651-3389-787CA10E7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001" y="4238556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77" name="Text Placeholder 43">
            <a:extLst>
              <a:ext uri="{FF2B5EF4-FFF2-40B4-BE49-F238E27FC236}">
                <a16:creationId xmlns:a16="http://schemas.microsoft.com/office/drawing/2014/main" id="{9A496C9E-D567-76DE-1404-D4A0596855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 flipV="1">
            <a:off x="5374801" y="6292522"/>
            <a:ext cx="288000" cy="253652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498870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6" pos="3840">
          <p15:clr>
            <a:srgbClr val="FBAE40"/>
          </p15:clr>
        </p15:guide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7409" userDrawn="1">
          <p15:clr>
            <a:srgbClr val="FBAE40"/>
          </p15:clr>
        </p15:guide>
        <p15:guide id="22" pos="41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with ima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9445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1944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3475239"/>
            <a:ext cx="11329789" cy="2952549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FF00CA-6EEE-1446-767F-22A63CDAE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68109393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5" orient="horz" pos="1916" userDrawn="1">
          <p15:clr>
            <a:srgbClr val="FBAE40"/>
          </p15:clr>
        </p15:guide>
        <p15:guide id="16" pos="270" userDrawn="1">
          <p15:clr>
            <a:srgbClr val="FBAE40"/>
          </p15:clr>
        </p15:guide>
        <p15:guide id="17" orient="horz" pos="692" userDrawn="1">
          <p15:clr>
            <a:srgbClr val="FBAE40"/>
          </p15:clr>
        </p15:guide>
        <p15:guide id="18" orient="horz" pos="4049" userDrawn="1">
          <p15:clr>
            <a:srgbClr val="FBAE40"/>
          </p15:clr>
        </p15:guide>
        <p15:guide id="19" pos="7409" userDrawn="1">
          <p15:clr>
            <a:srgbClr val="FBAE40"/>
          </p15:clr>
        </p15:guide>
        <p15:guide id="20" orient="horz" pos="218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 slide / full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6345F9D-58D8-A03C-2C14-3C466D3CBBE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9687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6345F9D-58D8-A03C-2C14-3C466D3CB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4414B2E-C340-9140-1BD1-92410CBF7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9765689A-1419-4CD4-170E-F5C60B6417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098000"/>
            <a:ext cx="8640000" cy="1487991"/>
          </a:xfrm>
          <a:solidFill>
            <a:schemeClr val="tx2">
              <a:alpha val="85000"/>
            </a:schemeClr>
          </a:solidFill>
        </p:spPr>
        <p:txBody>
          <a:bodyPr wrap="square" lIns="432000" tIns="432000" rIns="432000" bIns="432000" anchor="t">
            <a:spAutoFit/>
          </a:bodyPr>
          <a:lstStyle>
            <a:lvl1pPr marL="0" indent="0" rtl="0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Text, 40pt</a:t>
            </a:r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8E425FDA-ACD2-D989-043B-F820E6AB51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1432" y="172618"/>
            <a:ext cx="1350568" cy="684364"/>
          </a:xfr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567951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3" pos="270" userDrawn="1">
          <p15:clr>
            <a:srgbClr val="FBAE40"/>
          </p15:clr>
        </p15:guide>
        <p15:guide id="4" pos="571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4813706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 userDrawn="1">
          <p15:clr>
            <a:srgbClr val="FBAE40"/>
          </p15:clr>
        </p15:guide>
        <p15:guide id="11" orient="horz" pos="69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14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6136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2980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6136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22980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2CF4B-8A3C-13FA-BECD-9DB01F4A6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33046461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9767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575FA654-6B49-780A-BFB4-222C9877472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5842F8D1-C8E7-B7F7-193F-396D7F0C1F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F7ED4793-8249-B71F-2BD9-1E188E58956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01AD36-B7B0-8DA3-E4DF-7B92563C3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1873576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711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CC2D6935-038F-D464-C92D-808B5EA87C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FD410EBB-3FEB-6D5F-877D-39A60AC85B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D01BDA65-4A3A-8C7F-6D57-257CEA15EDA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1B83D0F-C30D-1DAC-90DB-D661B5AF37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B90C9969-7DC5-B20D-8F4C-02AC5884CB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822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D33D3630-A9BD-59E4-DB03-46F3F54B0B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2A5B2A23-B287-6454-94B2-CD33371006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822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B19CB6E8-97CB-822F-3F85-A7275483C4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0847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2EF03F68-E44D-2D1B-E3CF-23E57CD8A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0847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F69C67C-E89D-2384-2449-3AE3B29A56D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4675A820-B82C-20ED-4FD7-8096B1F92A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13" name="Text Placeholder 43">
            <a:extLst>
              <a:ext uri="{FF2B5EF4-FFF2-40B4-BE49-F238E27FC236}">
                <a16:creationId xmlns:a16="http://schemas.microsoft.com/office/drawing/2014/main" id="{DF422E5E-8133-BB32-C099-047DCCC1623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B07921-E735-F94C-40EB-71F2AF0C4E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309191098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cipant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0138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Picture Placeholder 3">
            <a:extLst>
              <a:ext uri="{FF2B5EF4-FFF2-40B4-BE49-F238E27FC236}">
                <a16:creationId xmlns:a16="http://schemas.microsoft.com/office/drawing/2014/main" id="{05696C37-BDF4-2F3D-603C-E1844610595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63" name="Picture Placeholder 3">
            <a:extLst>
              <a:ext uri="{FF2B5EF4-FFF2-40B4-BE49-F238E27FC236}">
                <a16:creationId xmlns:a16="http://schemas.microsoft.com/office/drawing/2014/main" id="{E7C418BE-D8E0-8035-E432-74FD98A897B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99175D0A-6D9D-DBBC-30F3-D0FC5D29CD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70D8A088-B7AE-9853-F92D-69BFEFB60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0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101E0012-1AFC-2117-1AFF-131E7D68BC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4535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76B9F0EE-35D9-4F4C-DF19-6F1329686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290CBF69-D6CA-7FA4-2148-5B01F5233D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4535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F30F8F33-E146-584B-B117-177763926F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93AD48AD-2E9D-CCFA-CC34-50B41218A9B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3CFFEEC3-C7DF-AE66-30A4-4911FF001F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46" y="3169918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AF0EB9D8-DAFE-F2BB-AAEB-93E5A6FCF4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12746" y="3516674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1" name="Text Placeholder 43">
            <a:extLst>
              <a:ext uri="{FF2B5EF4-FFF2-40B4-BE49-F238E27FC236}">
                <a16:creationId xmlns:a16="http://schemas.microsoft.com/office/drawing/2014/main" id="{8150DEEE-F1C8-412C-9A41-9C6A1510A4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532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2" name="Text Placeholder 43">
            <a:extLst>
              <a:ext uri="{FF2B5EF4-FFF2-40B4-BE49-F238E27FC236}">
                <a16:creationId xmlns:a16="http://schemas.microsoft.com/office/drawing/2014/main" id="{C0E9FEFA-5AB3-30A2-24C9-3AC8326327F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32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64" name="Text Placeholder 43">
            <a:extLst>
              <a:ext uri="{FF2B5EF4-FFF2-40B4-BE49-F238E27FC236}">
                <a16:creationId xmlns:a16="http://schemas.microsoft.com/office/drawing/2014/main" id="{7FA20DE0-E4E7-6C95-C8AA-55B9BE2AE5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501" y="5451145"/>
            <a:ext cx="2582930" cy="276999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65" name="Text Placeholder 43">
            <a:extLst>
              <a:ext uri="{FF2B5EF4-FFF2-40B4-BE49-F238E27FC236}">
                <a16:creationId xmlns:a16="http://schemas.microsoft.com/office/drawing/2014/main" id="{BC1BB4AA-BCDE-6809-1034-93EE2784F5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501" y="5797901"/>
            <a:ext cx="2582930" cy="630000"/>
          </a:xfrm>
        </p:spPr>
        <p:txBody>
          <a:bodyPr>
            <a:noAutofit/>
          </a:bodyPr>
          <a:lstStyle>
            <a:lvl1pPr marL="0" indent="0" algn="ctr" rtl="0">
              <a:lnSpc>
                <a:spcPct val="100000"/>
              </a:lnSpc>
              <a:spcAft>
                <a:spcPts val="300"/>
              </a:spcAft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A4B36-92F3-CCD6-D942-4A1C8BE3C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2645210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2" orient="horz" pos="963" userDrawn="1">
          <p15:clr>
            <a:srgbClr val="FBAE40"/>
          </p15:clr>
        </p15:guide>
        <p15:guide id="13" pos="270" userDrawn="1">
          <p15:clr>
            <a:srgbClr val="FBAE40"/>
          </p15:clr>
        </p15:guide>
        <p15:guide id="14" orient="horz" pos="692" userDrawn="1">
          <p15:clr>
            <a:srgbClr val="FBAE40"/>
          </p15:clr>
        </p15:guide>
        <p15:guide id="15" orient="horz" pos="4049" userDrawn="1">
          <p15:clr>
            <a:srgbClr val="FBAE40"/>
          </p15:clr>
        </p15:guide>
        <p15:guide id="16" pos="7409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5372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2E005BC1-0A00-6A3F-9AB9-2090FB403C5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5998" y="2016000"/>
            <a:ext cx="5255944" cy="301878"/>
          </a:xfrm>
        </p:spPr>
        <p:txBody>
          <a:bodyPr>
            <a:noAutofit/>
          </a:bodyPr>
          <a:lstStyle>
            <a:lvl1pPr marL="0" indent="0" rtl="0">
              <a:lnSpc>
                <a:spcPct val="120000"/>
              </a:lnSpc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5998" y="1520825"/>
            <a:ext cx="525594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BE14B7E-1369-C17A-8857-D645DEE0EC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55998" y="2847527"/>
            <a:ext cx="5255944" cy="113966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Company address on three lines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55998" y="4535936"/>
            <a:ext cx="5255944" cy="1891852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E503F-5E60-20CF-7913-904004C1F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54707283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 userDrawn="1">
          <p15:clr>
            <a:srgbClr val="FBAE40"/>
          </p15:clr>
        </p15:guide>
        <p15:guide id="18" pos="270" userDrawn="1">
          <p15:clr>
            <a:srgbClr val="FBAE40"/>
          </p15:clr>
        </p15:guide>
        <p15:guide id="19" orient="horz" pos="692" userDrawn="1">
          <p15:clr>
            <a:srgbClr val="FBAE40"/>
          </p15:clr>
        </p15:guide>
        <p15:guide id="20" orient="horz" pos="4049" userDrawn="1">
          <p15:clr>
            <a:srgbClr val="FBAE40"/>
          </p15:clr>
        </p15:guide>
        <p15:guide id="21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549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Picture Placeholder 3">
            <a:extLst>
              <a:ext uri="{FF2B5EF4-FFF2-40B4-BE49-F238E27FC236}">
                <a16:creationId xmlns:a16="http://schemas.microsoft.com/office/drawing/2014/main" id="{5AC5C679-4332-8618-78DC-64B8D168617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46400" y="1098000"/>
            <a:ext cx="3045600" cy="5760000"/>
          </a:xfrm>
          <a:blipFill>
            <a:blip r:embed="rId5"/>
            <a:stretch>
              <a:fillRect/>
            </a:stretch>
          </a:blip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44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1658" y="4876301"/>
            <a:ext cx="3920284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44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2000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91658" y="3842876"/>
            <a:ext cx="3920284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1658" y="3347701"/>
            <a:ext cx="3920284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46B3A-75B7-5620-B3DF-822D076AD0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93298722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6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30139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5A9030AA-2D09-D294-83F5-D911E619749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3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F2A2FE6-E130-9A0B-843E-C9F6EEF7AD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56100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31999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1999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4D03EDE8-139D-E4AC-B2DF-0B4ABE45D5E2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AFF74F02-727B-636D-E509-15BFB0DBA67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400E275A-9507-FD29-6760-794ED70D2D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6100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E72AEA63-EC16-F334-143C-F4F407B918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56100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D97310F-BF77-3052-7D5F-521AE85495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813" y="4876301"/>
            <a:ext cx="3479800" cy="1551487"/>
          </a:xfrm>
        </p:spPr>
        <p:txBody>
          <a:bodyPr>
            <a:noAutofit/>
          </a:bodyPr>
          <a:lstStyle>
            <a:lvl1pPr marL="0" indent="0" rtl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Email, phone, mobile &amp; web each on one line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A03D3B0-D87F-65E2-20D2-2E3D4FC53E1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AC0C46D-924E-6086-ABF8-9C7B8618C2F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78813" y="3842876"/>
            <a:ext cx="3479800" cy="634276"/>
          </a:xfrm>
        </p:spPr>
        <p:txBody>
          <a:bodyPr>
            <a:noAutofit/>
          </a:bodyPr>
          <a:lstStyle>
            <a:lvl1pPr marL="0" indent="0" rtl="0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Position on first line; company name on second line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E75E8A5-8070-B311-99AA-D3C4B3C392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78813" y="3347701"/>
            <a:ext cx="34798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First name Last name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BE829B-D1F1-110E-2A2D-99BA9886B4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107176593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9" orient="horz" pos="963">
          <p15:clr>
            <a:srgbClr val="FBAE40"/>
          </p15:clr>
        </p15:guide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  <p15:guide id="12" orient="horz" pos="4049">
          <p15:clr>
            <a:srgbClr val="FBAE40"/>
          </p15:clr>
        </p15:guide>
        <p15:guide id="19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075058B-0DA5-BCC2-2884-A3AA6637B8D8}"/>
              </a:ext>
            </a:extLst>
          </p:cNvPr>
          <p:cNvGraphicFramePr>
            <a:graphicFrameLocks noChangeAspect="1"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1007809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075058B-0DA5-BCC2-2884-A3AA6637B8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B6DD6-B6DA-4A3B-AA01-32E0D792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noProof="0" dirty="0"/>
              <a:t>Title, 28pt, </a:t>
            </a:r>
            <a:br>
              <a:rPr lang="en-GB" noProof="0" dirty="0"/>
            </a:br>
            <a:r>
              <a:rPr lang="en-GB" noProof="0" dirty="0"/>
              <a:t>2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9B469-A741-AADC-88BD-759DB5D4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First level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Sixth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0CF3-0723-425A-205C-484322D6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rtl="0">
              <a:defRPr sz="1000">
                <a:solidFill>
                  <a:schemeClr val="bg2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31C2-6712-205D-6768-F1C229CF0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r" rtl="0">
              <a:defRPr sz="1000">
                <a:solidFill>
                  <a:schemeClr val="bg2"/>
                </a:solidFill>
              </a:defRPr>
            </a:lvl1pPr>
          </a:lstStyle>
          <a:p>
            <a:fld id="{97B27895-1833-42C6-927E-7C9AD7EEEA97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5608BD-05B9-34D2-34A7-A5AF7917B1E7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021614" y="352800"/>
            <a:ext cx="738385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06" r:id="rId5"/>
    <p:sldLayoutId id="2147483709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7" r:id="rId24"/>
    <p:sldLayoutId id="2147483708" r:id="rId25"/>
  </p:sldLayoutIdLst>
  <p:transition spd="slow">
    <p:push dir="u"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13.jpg"/><Relationship Id="rId11" Type="http://schemas.openxmlformats.org/officeDocument/2006/relationships/image" Target="../media/image18.png"/><Relationship Id="rId5" Type="http://schemas.openxmlformats.org/officeDocument/2006/relationships/image" Target="../media/image1.emf"/><Relationship Id="rId10" Type="http://schemas.openxmlformats.org/officeDocument/2006/relationships/image" Target="../media/image17.svg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9.xml"/><Relationship Id="rId6" Type="http://schemas.openxmlformats.org/officeDocument/2006/relationships/image" Target="../media/image21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Relationship Id="rId6" Type="http://schemas.openxmlformats.org/officeDocument/2006/relationships/image" Target="../media/image23.jp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3.xml"/><Relationship Id="rId6" Type="http://schemas.openxmlformats.org/officeDocument/2006/relationships/image" Target="../media/image29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36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bbv Software Services AG  |  </a:t>
            </a:r>
            <a:r>
              <a:rPr lang="en-US" dirty="0"/>
              <a:t>24/08/2025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Young Professional Program 4th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2188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Khoa Do  |  </a:t>
            </a:r>
            <a:r>
              <a:rPr lang="en-US" noProof="0" dirty="0"/>
              <a:t>24/08/2025</a:t>
            </a:r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Milestone Review Presentation</a:t>
            </a:r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erson standing on a sidewalk with a road and water in the background&#10;&#10;AI-generated content may be incorrect.">
            <a:extLst>
              <a:ext uri="{FF2B5EF4-FFF2-40B4-BE49-F238E27FC236}">
                <a16:creationId xmlns:a16="http://schemas.microsoft.com/office/drawing/2014/main" id="{9528652F-1CCE-48DE-D97C-ABE973DC0B9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40"/>
          <a:stretch/>
        </p:blipFill>
        <p:spPr>
          <a:xfrm>
            <a:off x="6096000" y="1098000"/>
            <a:ext cx="6096000" cy="5760000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60B28-A79B-BB7B-455F-3F02A661AE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Name: Khoa 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Education: FPT University Can Tho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Hometown: Dong </a:t>
            </a:r>
            <a:r>
              <a:rPr lang="en-US" dirty="0" err="1"/>
              <a:t>Thap</a:t>
            </a:r>
            <a:r>
              <a:rPr lang="en-US" dirty="0"/>
              <a:t> province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Become Software Engineering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FD828F-6823-A252-7BD9-4E13F15E2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</a:t>
            </a:r>
          </a:p>
        </p:txBody>
      </p:sp>
    </p:spTree>
    <p:extLst>
      <p:ext uri="{BB962C8B-B14F-4D97-AF65-F5344CB8AC3E}">
        <p14:creationId xmlns:p14="http://schemas.microsoft.com/office/powerpoint/2010/main" val="148442131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561E403-33F7-B94A-DE82-295AC6F21A5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7" r="19256"/>
          <a:stretch>
            <a:fillRect/>
          </a:stretch>
        </p:blipFill>
        <p:spPr>
          <a:xfrm>
            <a:off x="6096000" y="1098000"/>
            <a:ext cx="6096000" cy="5760000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E50F8-6089-8B05-8B3F-8F26994E4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530000"/>
            <a:ext cx="5232000" cy="4896000"/>
          </a:xfrm>
        </p:spPr>
        <p:txBody>
          <a:bodyPr wrap="square" anchor="t">
            <a:normAutofit/>
          </a:bodyPr>
          <a:lstStyle/>
          <a:p>
            <a:r>
              <a:rPr lang="en-US" b="1" dirty="0"/>
              <a:t>Learning Journey </a:t>
            </a:r>
          </a:p>
          <a:p>
            <a:r>
              <a:rPr lang="en-US" dirty="0"/>
              <a:t>Challenges &amp; How I Overcame Them</a:t>
            </a:r>
          </a:p>
          <a:p>
            <a:r>
              <a:rPr lang="en-US" dirty="0"/>
              <a:t>Growth &amp; Improvements</a:t>
            </a:r>
          </a:p>
          <a:p>
            <a:r>
              <a:rPr lang="en-US" dirty="0"/>
              <a:t>Cultural Experience</a:t>
            </a:r>
          </a:p>
          <a:p>
            <a:r>
              <a:rPr lang="en-US" dirty="0"/>
              <a:t>Summary &amp; Takeaways</a:t>
            </a:r>
          </a:p>
          <a:p>
            <a:r>
              <a:rPr lang="en-US" dirty="0"/>
              <a:t>Q&amp;A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823D42-BBCC-FF67-3367-1A97BAB8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598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7428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Technical &amp; Non-Technical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Learning Journey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9A9F79-3786-AFE6-E235-7353A34ACB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Technical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Journey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284FBA0-FD8F-039D-6DA9-E3695A246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5344844"/>
              </p:ext>
            </p:extLst>
          </p:nvPr>
        </p:nvGraphicFramePr>
        <p:xfrm>
          <a:off x="428625" y="2160001"/>
          <a:ext cx="11333163" cy="426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0053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4198600-3A85-E457-0E04-FB2F71D2EC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9E90F87-21AA-5DA5-2952-38B7C5B13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45706"/>
              </p:ext>
            </p:extLst>
          </p:nvPr>
        </p:nvGraphicFramePr>
        <p:xfrm>
          <a:off x="432000" y="2160001"/>
          <a:ext cx="5232200" cy="4267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Non-technical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Journey</a:t>
            </a:r>
          </a:p>
        </p:txBody>
      </p:sp>
    </p:spTree>
    <p:extLst>
      <p:ext uri="{BB962C8B-B14F-4D97-AF65-F5344CB8AC3E}">
        <p14:creationId xmlns:p14="http://schemas.microsoft.com/office/powerpoint/2010/main" val="142022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02973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98375651-E10C-5AAF-C1F3-071260452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Challenges &amp; Overcoming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70D9F-44FB-B542-E2B6-201004253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Time Management</a:t>
            </a:r>
          </a:p>
          <a:p>
            <a:r>
              <a:rPr lang="en-US" dirty="0"/>
              <a:t>English communication</a:t>
            </a:r>
          </a:p>
          <a:p>
            <a:r>
              <a:rPr lang="en-US" dirty="0"/>
              <a:t>Prioritization of tasks </a:t>
            </a:r>
            <a:endParaRPr lang="vi-VN" dirty="0"/>
          </a:p>
          <a:p>
            <a:r>
              <a:rPr lang="en-US" dirty="0"/>
              <a:t>Handling complex technical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8625" y="1530000"/>
            <a:ext cx="3928356" cy="338554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Challenges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0A2E2B-268F-2576-8C70-B541D6F313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Applied Top-down approach</a:t>
            </a:r>
            <a:endParaRPr lang="vi-VN" dirty="0"/>
          </a:p>
          <a:p>
            <a:r>
              <a:rPr lang="en-US" dirty="0"/>
              <a:t>Practiced English</a:t>
            </a:r>
            <a:endParaRPr lang="vi-VN" dirty="0"/>
          </a:p>
          <a:p>
            <a:r>
              <a:rPr lang="en-US" dirty="0"/>
              <a:t>Daily self-learning</a:t>
            </a:r>
            <a:endParaRPr lang="vi-VN" dirty="0"/>
          </a:p>
          <a:p>
            <a:r>
              <a:rPr lang="en-US" dirty="0"/>
              <a:t>Teamwork &amp; feedback loops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A0C11D-4E8E-5D7A-A309-158B90495B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Solution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Challenges &amp; Overcoming</a:t>
            </a:r>
          </a:p>
        </p:txBody>
      </p:sp>
      <p:pic>
        <p:nvPicPr>
          <p:cNvPr id="10" name="Picture Placeholder 9" descr="Hourglass and a calendar">
            <a:extLst>
              <a:ext uri="{FF2B5EF4-FFF2-40B4-BE49-F238E27FC236}">
                <a16:creationId xmlns:a16="http://schemas.microsoft.com/office/drawing/2014/main" id="{2F8D4894-7B8D-58F9-BAD0-79BE36C1DA3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49976" r="14608"/>
          <a:stretch/>
        </p:blipFill>
        <p:spPr>
          <a:xfrm>
            <a:off x="9147175" y="1098550"/>
            <a:ext cx="3044825" cy="5759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523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98375651-E10C-5AAF-C1F3-071260452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Growth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546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eople working on ideas">
            <a:extLst>
              <a:ext uri="{FF2B5EF4-FFF2-40B4-BE49-F238E27FC236}">
                <a16:creationId xmlns:a16="http://schemas.microsoft.com/office/drawing/2014/main" id="{B2926360-90C9-9C34-0365-3B2BF0926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54" r="19326" b="1"/>
          <a:stretch>
            <a:fillRect/>
          </a:stretch>
        </p:blipFill>
        <p:spPr>
          <a:xfrm>
            <a:off x="6096000" y="1098000"/>
            <a:ext cx="6096000" cy="5760000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70D9F-44FB-B542-E2B6-201004253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160001"/>
            <a:ext cx="5232200" cy="42677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Improved coding style</a:t>
            </a:r>
            <a:r>
              <a:rPr lang="vi-VN" dirty="0"/>
              <a:t> </a:t>
            </a:r>
            <a:r>
              <a:rPr lang="en-US" dirty="0"/>
              <a:t>&amp; query optimization</a:t>
            </a:r>
          </a:p>
          <a:p>
            <a:r>
              <a:rPr lang="en-US" dirty="0"/>
              <a:t>Stronger teamwork &amp; communication</a:t>
            </a:r>
          </a:p>
          <a:p>
            <a:r>
              <a:rPr lang="en-US" dirty="0"/>
              <a:t>Better presentation &amp; top-down explanation skills</a:t>
            </a:r>
            <a:endParaRPr lang="vi-VN" dirty="0"/>
          </a:p>
          <a:p>
            <a:r>
              <a:rPr lang="en-US" dirty="0"/>
              <a:t>Broader cultural awareness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1530000"/>
            <a:ext cx="5232200" cy="338554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Growth</a:t>
            </a:r>
          </a:p>
        </p:txBody>
      </p:sp>
    </p:spTree>
    <p:extLst>
      <p:ext uri="{BB962C8B-B14F-4D97-AF65-F5344CB8AC3E}">
        <p14:creationId xmlns:p14="http://schemas.microsoft.com/office/powerpoint/2010/main" val="162361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98375651-E10C-5AAF-C1F3-071260452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/>
              <a:t>Cultural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05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70D9F-44FB-B542-E2B6-201004253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 anchor="t">
            <a:normAutofit/>
          </a:bodyPr>
          <a:lstStyle/>
          <a:p>
            <a:r>
              <a:rPr lang="en-US" dirty="0"/>
              <a:t>Part of internship program → cultural exchange</a:t>
            </a:r>
            <a:endParaRPr lang="vi-VN" dirty="0"/>
          </a:p>
          <a:p>
            <a:r>
              <a:rPr lang="en-US" dirty="0"/>
              <a:t>Learn Vietnamese history across periods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Why the Visit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Cultural Experience</a:t>
            </a:r>
          </a:p>
        </p:txBody>
      </p:sp>
      <p:pic>
        <p:nvPicPr>
          <p:cNvPr id="6" name="Picture Placeholder 5" descr="A group of dresses in a display case&#10;&#10;AI-generated content may be incorrect.">
            <a:extLst>
              <a:ext uri="{FF2B5EF4-FFF2-40B4-BE49-F238E27FC236}">
                <a16:creationId xmlns:a16="http://schemas.microsoft.com/office/drawing/2014/main" id="{FDBAEB74-668D-D461-D6C7-EA7D4FDAD2C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9" r="10309"/>
          <a:stretch>
            <a:fillRect/>
          </a:stretch>
        </p:blipFill>
        <p:spPr>
          <a:xfrm>
            <a:off x="6096000" y="1098550"/>
            <a:ext cx="6096000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986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78AB51-3D74-B4EE-270C-E9D9746DBD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78EE3FD-4C01-1F07-E955-A560499BE8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9908938"/>
              </p:ext>
            </p:extLst>
          </p:nvPr>
        </p:nvGraphicFramePr>
        <p:xfrm>
          <a:off x="432000" y="2160001"/>
          <a:ext cx="5232200" cy="88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Highlights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US" dirty="0"/>
              <a:t>Cultural Experience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5556CC4-C63F-86A2-E237-BE9183A19957}"/>
              </a:ext>
            </a:extLst>
          </p:cNvPr>
          <p:cNvSpPr txBox="1">
            <a:spLocks/>
          </p:cNvSpPr>
          <p:nvPr/>
        </p:nvSpPr>
        <p:spPr>
          <a:xfrm>
            <a:off x="432000" y="3048000"/>
            <a:ext cx="5232200" cy="337978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27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Key artifacts showing heritage and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67963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nging red and gold lantern">
            <a:extLst>
              <a:ext uri="{FF2B5EF4-FFF2-40B4-BE49-F238E27FC236}">
                <a16:creationId xmlns:a16="http://schemas.microsoft.com/office/drawing/2014/main" id="{3C5638A6-7ED9-0E90-E5C4-8C96A52E87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47" r="5209"/>
          <a:stretch>
            <a:fillRect/>
          </a:stretch>
        </p:blipFill>
        <p:spPr>
          <a:xfrm>
            <a:off x="6096000" y="1098000"/>
            <a:ext cx="5664000" cy="5351811"/>
          </a:xfrm>
          <a:prstGeom prst="rect">
            <a:avLst/>
          </a:prstGeom>
          <a:noFill/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70D9F-44FB-B542-E2B6-2010042530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160001"/>
            <a:ext cx="5232200" cy="42677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Practiced English with foreigners</a:t>
            </a:r>
          </a:p>
          <a:p>
            <a:r>
              <a:rPr lang="en-US" dirty="0"/>
              <a:t>Learned to explain history </a:t>
            </a:r>
            <a:r>
              <a:rPr lang="en-US" b="1" dirty="0"/>
              <a:t>top-down</a:t>
            </a:r>
            <a:endParaRPr lang="en-US" dirty="0"/>
          </a:p>
          <a:p>
            <a:r>
              <a:rPr lang="en-US" dirty="0"/>
              <a:t>Connection between culture &amp; technology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9E0A-7626-5808-CC8C-10246B2D1D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1530000"/>
            <a:ext cx="5232200" cy="338554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 Personal Reflection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C63F1B-2928-CBA8-1C7E-390F1C4B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Cultural Experience</a:t>
            </a:r>
          </a:p>
        </p:txBody>
      </p:sp>
    </p:spTree>
    <p:extLst>
      <p:ext uri="{BB962C8B-B14F-4D97-AF65-F5344CB8AC3E}">
        <p14:creationId xmlns:p14="http://schemas.microsoft.com/office/powerpoint/2010/main" val="42727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93583-28FB-8F87-1D17-4726F44F3E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530000"/>
            <a:ext cx="5232000" cy="4896000"/>
          </a:xfrm>
        </p:spPr>
        <p:txBody>
          <a:bodyPr wrap="square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Summary of learning journey + cultural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Message: </a:t>
            </a:r>
            <a:r>
              <a:rPr lang="en-US" b="0" i="1" dirty="0"/>
              <a:t>Continuous growth &amp; openness to learning</a:t>
            </a:r>
            <a:endParaRPr lang="en-US" b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1C1320-F172-8E22-44C7-850302DDE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Closing</a:t>
            </a:r>
          </a:p>
        </p:txBody>
      </p:sp>
      <p:pic>
        <p:nvPicPr>
          <p:cNvPr id="22" name="Picture 21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44AD0639-AD85-0D7A-09D1-B1915AC92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445" y="1107545"/>
            <a:ext cx="6528000" cy="48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4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E052DC5-8AEF-4B7F-34D2-716E4153D1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E052DC5-8AEF-4B7F-34D2-716E4153D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29FAE8-E1AD-FA22-A7BD-00CDD1CE94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760" b="2760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DFB63B3-A8AC-8683-C803-22C28B4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Q&amp;A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1331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4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PT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 rtl="0">
          <a:spcAft>
            <a:spcPts val="600"/>
          </a:spcAft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 marL="285750" indent="-285750" algn="l" rtl="0">
          <a:lnSpc>
            <a:spcPct val="120000"/>
          </a:lnSpc>
          <a:spcAft>
            <a:spcPts val="600"/>
          </a:spcAft>
          <a:buClr>
            <a:schemeClr val="tx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 name="Custom Color 1">
      <a:srgbClr val="005194"/>
    </a:custClr>
    <a:custClr name="Custom Color 2">
      <a:srgbClr val="3374A9"/>
    </a:custClr>
    <a:custClr name="Custom Color 3">
      <a:srgbClr val="6697BF"/>
    </a:custClr>
    <a:custClr name="Custom Color 4">
      <a:srgbClr val="99B9D4"/>
    </a:custClr>
    <a:custClr name="BLANK">
      <a:srgbClr val="FFFFFF"/>
    </a:custClr>
    <a:custClr name="BLANK">
      <a:srgbClr val="FFFFFF"/>
    </a:custClr>
    <a:custClr name="Custom Color 7">
      <a:srgbClr val="F39800"/>
    </a:custClr>
    <a:custClr name="Custom Color 8">
      <a:srgbClr val="F5AD33"/>
    </a:custClr>
    <a:custClr name="Custom Color 9">
      <a:srgbClr val="F8C166"/>
    </a:custClr>
    <a:custClr name="Custom Color 10">
      <a:srgbClr val="FAD699"/>
    </a:custClr>
    <a:custClr name="Custom Color 11">
      <a:srgbClr val="005D39"/>
    </a:custClr>
    <a:custClr name="Custom Color 12">
      <a:srgbClr val="337D61"/>
    </a:custClr>
    <a:custClr name="Custom Color 13">
      <a:srgbClr val="669E88"/>
    </a:custClr>
    <a:custClr name="Custom Color 14">
      <a:srgbClr val="99BEB0"/>
    </a:custClr>
    <a:custClr name="BLANK">
      <a:srgbClr val="FFFFFF"/>
    </a:custClr>
    <a:custClr name="BLANK">
      <a:srgbClr val="FFFFFF"/>
    </a:custClr>
    <a:custClr name="Custom Color 17">
      <a:srgbClr val="5C154F"/>
    </a:custClr>
    <a:custClr name="Custom Color 18">
      <a:srgbClr val="7D4472"/>
    </a:custClr>
    <a:custClr name="Custom Color 19">
      <a:srgbClr val="9D7395"/>
    </a:custClr>
    <a:custClr name="Custom Color 20">
      <a:srgbClr val="BEA1B9"/>
    </a:custClr>
  </a:custClrLst>
  <a:extLst>
    <a:ext uri="{05A4C25C-085E-4340-85A3-A5531E510DB2}">
      <thm15:themeFamily xmlns:thm15="http://schemas.microsoft.com/office/thememl/2012/main" name="bbv Template EN.potx" id="{62510A1F-2EA7-4EA2-AAB4-F1C7937D1124}" vid="{EAF1E2DA-C1F8-46A6-B21C-C2C8E7E0A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CA5C03B5B3648A59C327F9B592BCA" ma:contentTypeVersion="18" ma:contentTypeDescription="Create a new document." ma:contentTypeScope="" ma:versionID="6c18a499376fe99d18d064f593f17266">
  <xsd:schema xmlns:xsd="http://www.w3.org/2001/XMLSchema" xmlns:xs="http://www.w3.org/2001/XMLSchema" xmlns:p="http://schemas.microsoft.com/office/2006/metadata/properties" xmlns:ns2="ab110e31-9a28-463c-b599-9105678ef09e" xmlns:ns3="b416dfb7-f3da-461d-9305-4b76a01efcc1" targetNamespace="http://schemas.microsoft.com/office/2006/metadata/properties" ma:root="true" ma:fieldsID="c0ea90f0bc4730787fb2734bd82545d6" ns2:_="" ns3:_="">
    <xsd:import namespace="ab110e31-9a28-463c-b599-9105678ef09e"/>
    <xsd:import namespace="b416dfb7-f3da-461d-9305-4b76a01efc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10e31-9a28-463c-b599-9105678ef0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c9124cb-9502-46c0-8e39-0e7eaae65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6dfb7-f3da-461d-9305-4b76a01efcc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b86b37b-a08c-44d0-9ed8-25de7933685a}" ma:internalName="TaxCatchAll" ma:showField="CatchAllData" ma:web="b416dfb7-f3da-461d-9305-4b76a01efc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C702D9-9E55-4D09-9269-3B464CFDB0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10e31-9a28-463c-b599-9105678ef09e"/>
    <ds:schemaRef ds:uri="b416dfb7-f3da-461d-9305-4b76a01efc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CB484D-016C-43DE-886B-249507DD65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bbv template EN</Template>
  <TotalTime>234</TotalTime>
  <Words>303</Words>
  <Application>Microsoft Office PowerPoint</Application>
  <PresentationFormat>Widescreen</PresentationFormat>
  <Paragraphs>100</Paragraphs>
  <Slides>19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bbv template EN</vt:lpstr>
      <vt:lpstr>think-cell Slide</vt:lpstr>
      <vt:lpstr>PowerPoint Presentation</vt:lpstr>
      <vt:lpstr>Young Professional Program 4th</vt:lpstr>
      <vt:lpstr>Milestone Review Presentation</vt:lpstr>
      <vt:lpstr>Opening</vt:lpstr>
      <vt:lpstr>Agenda</vt:lpstr>
      <vt:lpstr>Learning Journey</vt:lpstr>
      <vt:lpstr>Learning Journey</vt:lpstr>
      <vt:lpstr>Learning Journey</vt:lpstr>
      <vt:lpstr>Challenges &amp; Overcoming</vt:lpstr>
      <vt:lpstr>Challenges &amp; Overcoming</vt:lpstr>
      <vt:lpstr>Growth</vt:lpstr>
      <vt:lpstr>Growth</vt:lpstr>
      <vt:lpstr>Cultural Experience</vt:lpstr>
      <vt:lpstr>Cultural Experience</vt:lpstr>
      <vt:lpstr>Cultural Experience</vt:lpstr>
      <vt:lpstr>Cultural Experience</vt:lpstr>
      <vt:lpstr>Closing</vt:lpstr>
      <vt:lpstr>Q&amp;A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Dao Trong Vo</dc:creator>
  <cp:lastModifiedBy>Đăng Khoa Đỗ</cp:lastModifiedBy>
  <cp:revision>26</cp:revision>
  <dcterms:created xsi:type="dcterms:W3CDTF">2025-07-10T03:51:23Z</dcterms:created>
  <dcterms:modified xsi:type="dcterms:W3CDTF">2025-08-24T14:18:04Z</dcterms:modified>
</cp:coreProperties>
</file>