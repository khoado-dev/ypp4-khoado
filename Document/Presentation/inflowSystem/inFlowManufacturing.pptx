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672" y="102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487C9-BD29-711C-A0EF-FB67C5AE0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CBD68-2F52-A91E-0656-879C7FE91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2DCC9-FD49-0B0E-495B-9C838BF97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D5D10-ED9A-A84F-5BE2-6F3EA60CB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BE0D7-AE31-543F-4CD1-41A65C2AD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43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427AE-1156-1B98-1CF6-14D94506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654D1-7E04-0E68-888C-2E95FFBBD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78DE3-8AC1-26A8-8518-BC0CAC547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C26DE-F18F-0CCF-0D28-05AB0D889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10854-2C69-F53A-D11B-E60AE61BD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4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CB5AF-0B0D-8A59-78AC-FAE9530D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E4162-4B84-0F43-0B03-51C5BD8B5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32490-F0C9-C1A4-4E10-7176C0F06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08686-93EF-4D79-5876-674FF3FD8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FE104-8321-5922-D838-D02BD194A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8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80286-4CFE-E3DC-E0B3-321B7BCB5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F49D1-AE30-C68E-88DB-1EBCE5E35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E158E-426F-4310-314D-20B15A0B0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474DD-5269-E3FC-ECE0-AE3FC022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CA10B-49C5-A93C-D3AB-486DBB24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7E361-4C95-4D67-BCD5-58B64BF3F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05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93C5-7DBF-31FB-B4B1-B8AD04566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3D0E4-DFEB-C0AD-1B9D-5A54C91D8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349BB-CE3A-0EB0-119D-E2A3C1E2B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F2DD2-619E-6664-6813-8D2379692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B3AF1-809C-2D35-2EA1-6BBF75A28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8ED7B-A675-5348-DC7F-C5012748B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35873F-77F2-E801-EB56-0CA2DE237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94A24-C3E0-F6D1-3B7B-F85604F76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680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D8421-3D7F-299E-5876-764A0689B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E47AD6-E30D-8688-13E0-02D7F819D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C934B-A199-054F-4D5E-9365E91F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1C66E-BF2C-6B37-8457-D970089A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4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2BB80-6407-8FB9-6D44-D3D9E2A1B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4A18B-F7F6-12C2-0A75-E2A13275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F0FF1-D213-707C-A637-FB813E0F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24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5B886-63F3-2816-7FC3-58E199AA1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9A740-6487-73B3-D62C-675961616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2C873-C581-C16F-9293-CE45947B7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4620D-D732-5A3E-9C3F-D570FDCC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27C95-7930-53B0-8F15-3A251A38B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E0907-EE10-3337-F04A-8ECFF1B9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98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17A9-F730-4D19-A105-5BB9DE863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A32CA5-0013-9560-B670-CE38DD547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482DB-7A98-75C5-6C63-CF70D49DF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6E1CB-72FB-A60D-C833-8F4ADEE30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1AAF2-0169-874A-1DEF-0093E096A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A501A-16D8-EE01-234D-E43D0C2F7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6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8A9F5-1704-A939-CB57-096837B70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840E4-57EB-D0D8-4012-5369D7CCA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36D44-9E51-BD11-66CD-1DF8190CD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6936A-4FA0-42E3-D1FE-81919B55B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D3E60-57CC-02A6-1D61-49045D376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2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AC9F13-A6EF-B171-74DD-274C9365C3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05CD29-D3E8-0060-37BB-1EEC94372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2B4DA-EF55-69DE-5AF8-57580EA94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54865-FA00-E59E-EC7C-A9FD01A4C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9A005-CE44-7336-4339-EE593D18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0F3718-A990-15C6-8E14-12DCC8A60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D945F-FE4F-1E2E-C7A0-91EAC52D0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2D719-AABD-9783-A425-94AE43EA6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CF20A-D6F7-4008-9712-B515ECDA5CC6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355FA-9822-D369-5191-7AD3C80C9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36D0C-09C2-45B5-DA88-3F83F029E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84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9F0C25-E8A4-7E6A-54FA-8B4037AC8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159" y="0"/>
            <a:ext cx="7595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9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416F1A-E61F-7E56-2E6B-3031EEBC3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77" y="1124749"/>
            <a:ext cx="9951041" cy="460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71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D035CB-5302-1D54-2E7D-0A4C9CCA6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570" y="1717430"/>
            <a:ext cx="4363059" cy="481079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D261F1B-ABF6-11E5-10D4-B29410118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New MO</a:t>
            </a:r>
          </a:p>
        </p:txBody>
      </p:sp>
    </p:spTree>
    <p:extLst>
      <p:ext uri="{BB962C8B-B14F-4D97-AF65-F5344CB8AC3E}">
        <p14:creationId xmlns:p14="http://schemas.microsoft.com/office/powerpoint/2010/main" val="3489661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527FCEA-6143-4C5E-8C45-8AC9237A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9F23AD-7A55-49F3-A3EC-743F47F3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D9F91F-72C9-4DB9-ABD0-A8180D826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1A77AC-E262-D088-2070-9BB35B1E8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43" y="1687447"/>
            <a:ext cx="5902392" cy="349716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E016956-CE9F-4946-8834-A8BC3529D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0A097E-1E28-0789-DBC0-0178C2410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873" y="3841982"/>
            <a:ext cx="3854945" cy="22840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7E2C1A-3DE8-6948-017E-4162C894A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070" y="797627"/>
            <a:ext cx="3124527" cy="231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6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C019E0-1ED9-A085-2297-80B0503E0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49" y="1948816"/>
            <a:ext cx="11650701" cy="454405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D74FC06-3A9C-D63E-0226-2408C181B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Manufacturing Order</a:t>
            </a:r>
          </a:p>
        </p:txBody>
      </p:sp>
    </p:spTree>
    <p:extLst>
      <p:ext uri="{BB962C8B-B14F-4D97-AF65-F5344CB8AC3E}">
        <p14:creationId xmlns:p14="http://schemas.microsoft.com/office/powerpoint/2010/main" val="1725980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A79999-9ED7-3279-ABA3-A0A1A281A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829849" cy="47726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62CC77-5766-BB38-E222-014568C07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21" y="1690688"/>
            <a:ext cx="4572638" cy="454405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41C995D-F6B0-6354-FFE2-77E28D3CE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 Away Location</a:t>
            </a:r>
          </a:p>
        </p:txBody>
      </p:sp>
    </p:spTree>
    <p:extLst>
      <p:ext uri="{BB962C8B-B14F-4D97-AF65-F5344CB8AC3E}">
        <p14:creationId xmlns:p14="http://schemas.microsoft.com/office/powerpoint/2010/main" val="406408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72B0D3-FD5E-CFEF-0A20-926759EA6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88" y="2701031"/>
            <a:ext cx="3591315" cy="14559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1429B6-069F-91A2-A63B-791C16DBA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853" y="2234154"/>
            <a:ext cx="3500569" cy="2598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3FE982-05C2-2534-A63C-F19852D1D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372" y="753779"/>
            <a:ext cx="4189076" cy="5552753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C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ustom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 </a:t>
            </a:r>
            <a:r>
              <a:rPr lang="vi-VN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F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ields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26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Materials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B43C2B-7945-03CC-8DC3-6C7D935C2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1" y="1690688"/>
            <a:ext cx="3902856" cy="3234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5D9D7F-42DD-C62A-9347-54E0A8B69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286" y="1690688"/>
            <a:ext cx="3599214" cy="27351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F2A18B-BE1B-7AD6-3459-17316ED05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7567" y="1690688"/>
            <a:ext cx="3212666" cy="314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400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Materials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2BDAB4-0CD4-9BD5-5C2B-F73F475F2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484" y="1346200"/>
            <a:ext cx="2515376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896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58698D"/>
                </a:solidFill>
                <a:effectLst/>
                <a:latin typeface="Lato" panose="020F0502020204030203" pitchFamily="34" charset="0"/>
              </a:rPr>
              <a:t>Operation type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652CA9-9265-D71F-FE29-6C809DC8B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9386"/>
            <a:ext cx="4639322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73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58698D"/>
                </a:solidFill>
                <a:effectLst/>
                <a:latin typeface="Lato" panose="020F0502020204030203" pitchFamily="34" charset="0"/>
              </a:rPr>
              <a:t>Location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19D6D-672C-7DD0-3620-819AFAF31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2088"/>
            <a:ext cx="3342735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388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58698D"/>
                </a:solidFill>
                <a:effectLst/>
                <a:latin typeface="Lato" panose="020F0502020204030203" pitchFamily="34" charset="0"/>
              </a:rPr>
              <a:t>Product Categories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BAA05D-274A-3949-C0A9-791A7093F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490" y="0"/>
            <a:ext cx="34142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62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8698D"/>
                </a:solidFill>
                <a:latin typeface="Lato" panose="020F0502020204030203" pitchFamily="34" charset="0"/>
              </a:rPr>
              <a:t>Adjustment Reasons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E51B69-6D6B-A15A-6BB1-13AFEC52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667901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973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58698D"/>
                </a:solidFill>
                <a:effectLst/>
                <a:latin typeface="Lato" panose="020F0502020204030203" pitchFamily="34" charset="0"/>
              </a:rPr>
              <a:t>Unit of measurement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049DAB-9126-3BA5-68EC-68101F301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4800"/>
            <a:ext cx="2736945" cy="528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3E3A54-7B2D-CEF7-BECE-75EF9D6E6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50" y="1574800"/>
            <a:ext cx="2709624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376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58698D"/>
                </a:solidFill>
                <a:effectLst/>
                <a:latin typeface="Lato" panose="020F0502020204030203" pitchFamily="34" charset="0"/>
              </a:rPr>
              <a:t>SKUs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3A35C-7766-989E-3240-F2D5DB1F5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544059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222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8FAA8-8C74-0133-CE17-746FE1201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B88B86-65EC-7CCD-F198-C7C536E10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53546"/>
            <a:ext cx="9425031" cy="490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59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26</Words>
  <Application>Microsoft Office PowerPoint</Application>
  <PresentationFormat>Widescreen</PresentationFormat>
  <Paragraphs>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Lato</vt:lpstr>
      <vt:lpstr>Office Theme</vt:lpstr>
      <vt:lpstr>PowerPoint Presentation</vt:lpstr>
      <vt:lpstr>PowerPoint Presentation</vt:lpstr>
      <vt:lpstr>Add New MO</vt:lpstr>
      <vt:lpstr>PowerPoint Presentation</vt:lpstr>
      <vt:lpstr>Manufacturing Order</vt:lpstr>
      <vt:lpstr>Put Away Location</vt:lpstr>
      <vt:lpstr>Custom Fields</vt:lpstr>
      <vt:lpstr>Materials</vt:lpstr>
      <vt:lpstr>Materials</vt:lpstr>
      <vt:lpstr>Operation type</vt:lpstr>
      <vt:lpstr>Location</vt:lpstr>
      <vt:lpstr>Product Categories</vt:lpstr>
      <vt:lpstr>Adjustment Reasons</vt:lpstr>
      <vt:lpstr>Unit of measurement</vt:lpstr>
      <vt:lpstr>SKUs</vt:lpstr>
      <vt:lpstr>Label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Đăng Khoa Đỗ</dc:creator>
  <cp:lastModifiedBy>Đăng Khoa Đỗ</cp:lastModifiedBy>
  <cp:revision>25</cp:revision>
  <dcterms:created xsi:type="dcterms:W3CDTF">2025-08-28T04:14:46Z</dcterms:created>
  <dcterms:modified xsi:type="dcterms:W3CDTF">2025-09-03T06:41:29Z</dcterms:modified>
</cp:coreProperties>
</file>