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32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33.xml" ContentType="application/vnd.openxmlformats-officedocument.presentationml.tags+xml"/>
  <Override PartName="/ppt/notesSlides/notesSlide14.xml" ContentType="application/vnd.openxmlformats-officedocument.presentationml.notesSlide+xml"/>
  <Override PartName="/ppt/tags/tag34.xml" ContentType="application/vnd.openxmlformats-officedocument.presentationml.tag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tags/tag35.xml" ContentType="application/vnd.openxmlformats-officedocument.presentationml.tags+xml"/>
  <Override PartName="/ppt/notesSlides/notesSlide17.xml" ContentType="application/vnd.openxmlformats-officedocument.presentationml.notesSlide+xml"/>
  <Override PartName="/ppt/tags/tag36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37.xml" ContentType="application/vnd.openxmlformats-officedocument.presentationml.tags+xml"/>
  <Override PartName="/ppt/notesSlides/notesSlide20.xml" ContentType="application/vnd.openxmlformats-officedocument.presentationml.notesSlide+xml"/>
  <Override PartName="/ppt/tags/tag38.xml" ContentType="application/vnd.openxmlformats-officedocument.presentationml.tags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25"/>
  </p:notesMasterIdLst>
  <p:handoutMasterIdLst>
    <p:handoutMasterId r:id="rId26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315" r:id="rId14"/>
    <p:sldId id="2145705823" r:id="rId15"/>
    <p:sldId id="2145705933" r:id="rId16"/>
    <p:sldId id="2145705739" r:id="rId17"/>
    <p:sldId id="2145705913" r:id="rId18"/>
    <p:sldId id="2145705949" r:id="rId19"/>
    <p:sldId id="2145705749" r:id="rId20"/>
    <p:sldId id="2145705911" r:id="rId21"/>
    <p:sldId id="2145705934" r:id="rId22"/>
    <p:sldId id="2145705791" r:id="rId23"/>
    <p:sldId id="2145705742" r:id="rId24"/>
  </p:sldIdLst>
  <p:sldSz cx="12192000" cy="6858000"/>
  <p:notesSz cx="6858000" cy="9144000"/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291" autoAdjust="0"/>
  </p:normalViewPr>
  <p:slideViewPr>
    <p:cSldViewPr snapToGrid="0" snapToObjects="1" showGuides="1">
      <p:cViewPr>
        <p:scale>
          <a:sx n="66" d="100"/>
          <a:sy n="66" d="100"/>
        </p:scale>
        <p:origin x="-1536" y="68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handoutMaster" Target="handoutMasters/handoutMaster1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06/08/2025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06.08.2025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27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notesSlide" Target="../notesSlides/notesSlide14.xml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29.png"/><Relationship Id="rId5" Type="http://schemas.openxmlformats.org/officeDocument/2006/relationships/image" Target="../media/image28.emf"/><Relationship Id="rId4" Type="http://schemas.openxmlformats.org/officeDocument/2006/relationships/oleObject" Target="../embeddings/oleObject31.bin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notesSlide" Target="../notesSlides/notesSlide15.xml"/><Relationship Id="rId7" Type="http://schemas.openxmlformats.org/officeDocument/2006/relationships/image" Target="../media/image3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33.png"/><Relationship Id="rId5" Type="http://schemas.openxmlformats.org/officeDocument/2006/relationships/image" Target="../media/image32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notesSlide" Target="../notesSlides/notesSlide17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44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43.png"/><Relationship Id="rId5" Type="http://schemas.openxmlformats.org/officeDocument/2006/relationships/image" Target="../media/image39.emf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41.svg"/><Relationship Id="rId1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53.png"/><Relationship Id="rId5" Type="http://schemas.openxmlformats.org/officeDocument/2006/relationships/image" Target="../media/image48.emf"/><Relationship Id="rId10" Type="http://schemas.openxmlformats.org/officeDocument/2006/relationships/image" Target="../media/image52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emf"/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5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30.png"/><Relationship Id="rId5" Type="http://schemas.openxmlformats.org/officeDocument/2006/relationships/image" Target="../media/image55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7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60.png"/><Relationship Id="rId5" Type="http://schemas.openxmlformats.org/officeDocument/2006/relationships/image" Target="../media/image59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UserViewHistory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UserStarredBoard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9525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1"/>
          </p:cNvCxnSpPr>
          <p:nvPr/>
        </p:nvCxnSpPr>
        <p:spPr>
          <a:xfrm flipH="1">
            <a:off x="571356" y="4162425"/>
            <a:ext cx="1420490" cy="71315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Notification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2FCB8B4-21DA-8C11-21E7-50EA45D815AF}"/>
              </a:ext>
            </a:extLst>
          </p:cNvPr>
          <p:cNvSpPr/>
          <p:nvPr/>
        </p:nvSpPr>
        <p:spPr>
          <a:xfrm>
            <a:off x="8694434" y="5094288"/>
            <a:ext cx="744842" cy="27689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8ACBEA2E-204D-B68B-D2EC-DAB0CE3AE6EF}"/>
              </a:ext>
            </a:extLst>
          </p:cNvPr>
          <p:cNvCxnSpPr>
            <a:cxnSpLocks/>
            <a:stCxn id="193" idx="0"/>
            <a:endCxn id="195" idx="2"/>
          </p:cNvCxnSpPr>
          <p:nvPr/>
        </p:nvCxnSpPr>
        <p:spPr>
          <a:xfrm flipV="1">
            <a:off x="9066855" y="4728758"/>
            <a:ext cx="529872" cy="365530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: Rounded Corners 194">
            <a:extLst>
              <a:ext uri="{FF2B5EF4-FFF2-40B4-BE49-F238E27FC236}">
                <a16:creationId xmlns:a16="http://schemas.microsoft.com/office/drawing/2014/main" id="{5089106E-848E-D991-A0E8-8061FE2D0269}"/>
              </a:ext>
            </a:extLst>
          </p:cNvPr>
          <p:cNvSpPr/>
          <p:nvPr/>
        </p:nvSpPr>
        <p:spPr>
          <a:xfrm>
            <a:off x="9066855" y="4400207"/>
            <a:ext cx="1059744" cy="32855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SettingKey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91C19-D5CD-1F70-8009-5A8B8D3F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6048"/>
            <a:ext cx="12201529" cy="698411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9812594" y="1454150"/>
            <a:ext cx="2379406" cy="140703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8724900" y="1587085"/>
            <a:ext cx="1087694" cy="16167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8141110" y="1492799"/>
            <a:ext cx="583790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9096851" y="2062301"/>
            <a:ext cx="868680" cy="258122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141110" y="2209969"/>
            <a:ext cx="955741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10342485" y="1931194"/>
            <a:ext cx="693598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9965531" y="1893370"/>
            <a:ext cx="354808" cy="337861"/>
          </a:xfrm>
          <a:prstGeom prst="ellipse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2101E092-6666-8DB3-DCCE-19C3F4995FE2}"/>
              </a:ext>
            </a:extLst>
          </p:cNvPr>
          <p:cNvSpPr/>
          <p:nvPr/>
        </p:nvSpPr>
        <p:spPr>
          <a:xfrm>
            <a:off x="8141110" y="1851416"/>
            <a:ext cx="955741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10342484" y="2092979"/>
            <a:ext cx="1132759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9096848" y="2231231"/>
            <a:ext cx="1812016" cy="44368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8141107" y="2564464"/>
            <a:ext cx="955741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2648B45-400D-E03F-C5EA-231D9BEC9B8D}"/>
              </a:ext>
            </a:extLst>
          </p:cNvPr>
          <p:cNvSpPr/>
          <p:nvPr/>
        </p:nvSpPr>
        <p:spPr>
          <a:xfrm>
            <a:off x="9964994" y="3487558"/>
            <a:ext cx="412494" cy="209614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1E8F89-83E9-590E-1CCA-1681B80E1FBE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10377488" y="3586719"/>
            <a:ext cx="1007681" cy="5646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6404143C-3FEE-CD00-77C7-FADD0BE27F90}"/>
              </a:ext>
            </a:extLst>
          </p:cNvPr>
          <p:cNvSpPr/>
          <p:nvPr/>
        </p:nvSpPr>
        <p:spPr>
          <a:xfrm>
            <a:off x="11385169" y="3476266"/>
            <a:ext cx="707293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Activity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CB0897B-0E0B-17CB-6A5F-9EB86067A6BF}"/>
              </a:ext>
            </a:extLst>
          </p:cNvPr>
          <p:cNvSpPr/>
          <p:nvPr/>
        </p:nvSpPr>
        <p:spPr>
          <a:xfrm>
            <a:off x="9964994" y="3774161"/>
            <a:ext cx="412494" cy="209614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8BD88B-C188-979C-8A84-09E12D47B441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10377488" y="3873322"/>
            <a:ext cx="1007681" cy="5646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6B0B40B-E3FF-280B-9B19-A48738FA64EC}"/>
              </a:ext>
            </a:extLst>
          </p:cNvPr>
          <p:cNvSpPr/>
          <p:nvPr/>
        </p:nvSpPr>
        <p:spPr>
          <a:xfrm>
            <a:off x="11385169" y="3762869"/>
            <a:ext cx="707293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Card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E8D0A32-16DB-945E-F8A6-6B3B2FDBB28E}"/>
              </a:ext>
            </a:extLst>
          </p:cNvPr>
          <p:cNvSpPr/>
          <p:nvPr/>
        </p:nvSpPr>
        <p:spPr>
          <a:xfrm>
            <a:off x="9964994" y="4053367"/>
            <a:ext cx="412494" cy="209614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EABD976-8548-A679-391B-89B7CA09023B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 flipV="1">
            <a:off x="10377488" y="4152528"/>
            <a:ext cx="759233" cy="5646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9EB3A54-1C07-C73E-93C4-C696550EEAEE}"/>
              </a:ext>
            </a:extLst>
          </p:cNvPr>
          <p:cNvSpPr/>
          <p:nvPr/>
        </p:nvSpPr>
        <p:spPr>
          <a:xfrm>
            <a:off x="11136721" y="4042075"/>
            <a:ext cx="955741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SettingKey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E94216F4-0935-4143-B3DF-E1C5E0AD5361}"/>
              </a:ext>
            </a:extLst>
          </p:cNvPr>
          <p:cNvCxnSpPr>
            <a:stCxn id="25" idx="0"/>
          </p:cNvCxnSpPr>
          <p:nvPr/>
        </p:nvCxnSpPr>
        <p:spPr>
          <a:xfrm rot="16200000" flipV="1">
            <a:off x="9840372" y="1082281"/>
            <a:ext cx="105392" cy="1592433"/>
          </a:xfrm>
          <a:prstGeom prst="curvedConnector2">
            <a:avLst/>
          </a:prstGeom>
          <a:ln w="9525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536</TotalTime>
  <Words>795</Words>
  <Application>Microsoft Office PowerPoint</Application>
  <PresentationFormat>Widescreen</PresentationFormat>
  <Paragraphs>162</Paragraphs>
  <Slides>21</Slides>
  <Notes>21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Dashboard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27</cp:revision>
  <dcterms:created xsi:type="dcterms:W3CDTF">2025-07-10T03:51:23Z</dcterms:created>
  <dcterms:modified xsi:type="dcterms:W3CDTF">2025-08-06T18:46:46Z</dcterms:modified>
</cp:coreProperties>
</file>