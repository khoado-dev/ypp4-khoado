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9.xml" ContentType="application/vnd.openxmlformats-officedocument.presentationml.tags+xml"/>
  <Override PartName="/ppt/notesSlides/notesSlide5.xml" ContentType="application/vnd.openxmlformats-officedocument.presentationml.notesSlide+xml"/>
  <Override PartName="/ppt/tags/tag30.xml" ContentType="application/vnd.openxmlformats-officedocument.presentationml.tags+xml"/>
  <Override PartName="/ppt/notesSlides/notesSlide6.xml" ContentType="application/vnd.openxmlformats-officedocument.presentationml.notesSlide+xml"/>
  <Override PartName="/ppt/tags/tag3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32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33.xml" ContentType="application/vnd.openxmlformats-officedocument.presentationml.tags+xml"/>
  <Override PartName="/ppt/notesSlides/notesSlide22.xml" ContentType="application/vnd.openxmlformats-officedocument.presentationml.notesSlide+xml"/>
  <Override PartName="/ppt/tags/tag34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35.xml" ContentType="application/vnd.openxmlformats-officedocument.presentationml.tags+xml"/>
  <Override PartName="/ppt/notesSlides/notesSlide25.xml" ContentType="application/vnd.openxmlformats-officedocument.presentationml.notesSlide+xml"/>
  <Override PartName="/ppt/tags/tag36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37.xml" ContentType="application/vnd.openxmlformats-officedocument.presentationml.tags+xml"/>
  <Override PartName="/ppt/notesSlides/notesSlide28.xml" ContentType="application/vnd.openxmlformats-officedocument.presentationml.notesSlide+xml"/>
  <Override PartName="/ppt/tags/tag38.xml" ContentType="application/vnd.openxmlformats-officedocument.presentationml.tags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3"/>
  </p:sldMasterIdLst>
  <p:notesMasterIdLst>
    <p:notesMasterId r:id="rId55"/>
  </p:notesMasterIdLst>
  <p:handoutMasterIdLst>
    <p:handoutMasterId r:id="rId56"/>
  </p:handoutMasterIdLst>
  <p:sldIdLst>
    <p:sldId id="321" r:id="rId4"/>
    <p:sldId id="330" r:id="rId5"/>
    <p:sldId id="290" r:id="rId6"/>
    <p:sldId id="331" r:id="rId7"/>
    <p:sldId id="294" r:id="rId8"/>
    <p:sldId id="281" r:id="rId9"/>
    <p:sldId id="2145705925" r:id="rId10"/>
    <p:sldId id="2145705951" r:id="rId11"/>
    <p:sldId id="2145705952" r:id="rId12"/>
    <p:sldId id="2145705953" r:id="rId13"/>
    <p:sldId id="2145705963" r:id="rId14"/>
    <p:sldId id="2145705954" r:id="rId15"/>
    <p:sldId id="2145705964" r:id="rId16"/>
    <p:sldId id="2145705972" r:id="rId17"/>
    <p:sldId id="2145705955" r:id="rId18"/>
    <p:sldId id="2145705974" r:id="rId19"/>
    <p:sldId id="2145705956" r:id="rId20"/>
    <p:sldId id="2145705975" r:id="rId21"/>
    <p:sldId id="2145705957" r:id="rId22"/>
    <p:sldId id="2145705976" r:id="rId23"/>
    <p:sldId id="2145705958" r:id="rId24"/>
    <p:sldId id="2145705977" r:id="rId25"/>
    <p:sldId id="2145705959" r:id="rId26"/>
    <p:sldId id="2145705978" r:id="rId27"/>
    <p:sldId id="2145705960" r:id="rId28"/>
    <p:sldId id="2145705961" r:id="rId29"/>
    <p:sldId id="2145705962" r:id="rId30"/>
    <p:sldId id="2145705979" r:id="rId31"/>
    <p:sldId id="2145705965" r:id="rId32"/>
    <p:sldId id="2145705966" r:id="rId33"/>
    <p:sldId id="2145705980" r:id="rId34"/>
    <p:sldId id="2145705967" r:id="rId35"/>
    <p:sldId id="2145705968" r:id="rId36"/>
    <p:sldId id="2145705981" r:id="rId37"/>
    <p:sldId id="2145705969" r:id="rId38"/>
    <p:sldId id="2145705982" r:id="rId39"/>
    <p:sldId id="2145705970" r:id="rId40"/>
    <p:sldId id="2145705983" r:id="rId41"/>
    <p:sldId id="2145705971" r:id="rId42"/>
    <p:sldId id="2145705984" r:id="rId43"/>
    <p:sldId id="315" r:id="rId44"/>
    <p:sldId id="2145705823" r:id="rId45"/>
    <p:sldId id="2145705933" r:id="rId46"/>
    <p:sldId id="2145705739" r:id="rId47"/>
    <p:sldId id="2145705913" r:id="rId48"/>
    <p:sldId id="2145705949" r:id="rId49"/>
    <p:sldId id="2145705749" r:id="rId50"/>
    <p:sldId id="2145705911" r:id="rId51"/>
    <p:sldId id="2145705934" r:id="rId52"/>
    <p:sldId id="2145705791" r:id="rId53"/>
    <p:sldId id="2145705742" r:id="rId54"/>
  </p:sldIdLst>
  <p:sldSz cx="12192000" cy="6858000"/>
  <p:notesSz cx="6858000" cy="9144000"/>
  <p:custDataLst>
    <p:tags r:id="rId5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tes" id="{22A221C9-5B71-4357-B92B-47EC9E1F1A43}">
          <p14:sldIdLst/>
        </p14:section>
        <p14:section name="Slide examples" id="{92C1AA63-312F-4789-8247-203676534D38}">
          <p14:sldIdLst>
            <p14:sldId id="321"/>
            <p14:sldId id="330"/>
            <p14:sldId id="290"/>
            <p14:sldId id="331"/>
            <p14:sldId id="294"/>
            <p14:sldId id="281"/>
            <p14:sldId id="2145705925"/>
            <p14:sldId id="2145705951"/>
            <p14:sldId id="2145705952"/>
            <p14:sldId id="2145705953"/>
            <p14:sldId id="2145705963"/>
            <p14:sldId id="2145705954"/>
            <p14:sldId id="2145705964"/>
            <p14:sldId id="2145705972"/>
            <p14:sldId id="2145705955"/>
            <p14:sldId id="2145705974"/>
            <p14:sldId id="2145705956"/>
            <p14:sldId id="2145705975"/>
            <p14:sldId id="2145705957"/>
            <p14:sldId id="2145705976"/>
            <p14:sldId id="2145705958"/>
            <p14:sldId id="2145705977"/>
            <p14:sldId id="2145705959"/>
            <p14:sldId id="2145705978"/>
            <p14:sldId id="2145705960"/>
            <p14:sldId id="2145705961"/>
            <p14:sldId id="2145705962"/>
            <p14:sldId id="2145705979"/>
            <p14:sldId id="2145705965"/>
            <p14:sldId id="2145705966"/>
            <p14:sldId id="2145705980"/>
            <p14:sldId id="2145705967"/>
            <p14:sldId id="2145705968"/>
            <p14:sldId id="2145705981"/>
            <p14:sldId id="2145705969"/>
            <p14:sldId id="2145705982"/>
            <p14:sldId id="2145705970"/>
            <p14:sldId id="2145705983"/>
            <p14:sldId id="2145705971"/>
            <p14:sldId id="2145705984"/>
            <p14:sldId id="315"/>
            <p14:sldId id="2145705823"/>
          </p14:sldIdLst>
        </p14:section>
        <p14:section name="How-to guides" id="{940A1398-85E1-49ED-8D6E-5B86E8378269}">
          <p14:sldIdLst>
            <p14:sldId id="2145705933"/>
            <p14:sldId id="2145705739"/>
            <p14:sldId id="2145705913"/>
            <p14:sldId id="2145705949"/>
            <p14:sldId id="2145705749"/>
            <p14:sldId id="2145705911"/>
          </p14:sldIdLst>
        </p14:section>
        <p14:section name="Style guide" id="{469652BB-A032-4484-908B-5AD5FE899E09}">
          <p14:sldIdLst>
            <p14:sldId id="2145705934"/>
            <p14:sldId id="2145705791"/>
            <p14:sldId id="214570574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E33"/>
    <a:srgbClr val="F300D6"/>
    <a:srgbClr val="9A07CB"/>
    <a:srgbClr val="00467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50" autoAdjust="0"/>
    <p:restoredTop sz="90291" autoAdjust="0"/>
  </p:normalViewPr>
  <p:slideViewPr>
    <p:cSldViewPr snapToGrid="0" snapToObjects="1" showGuides="1">
      <p:cViewPr varScale="1">
        <p:scale>
          <a:sx n="62" d="100"/>
          <a:sy n="62" d="100"/>
        </p:scale>
        <p:origin x="96" y="882"/>
      </p:cViewPr>
      <p:guideLst/>
    </p:cSldViewPr>
  </p:slideViewPr>
  <p:outlineViewPr>
    <p:cViewPr>
      <p:scale>
        <a:sx n="33" d="100"/>
        <a:sy n="33" d="100"/>
      </p:scale>
      <p:origin x="0" y="-246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tableStyles" Target="tableStyle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gs" Target="tags/tag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904110-CA28-333E-2C34-1D6898DC0F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78BA21-CD2F-EE12-5978-472132E8FF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5959A-AE8E-4098-8E47-081D9FE6ACD1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F835B-6669-0F4A-D3F6-4284B75B49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16185-AADD-6E7A-A4FC-A558DFE03E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649B8-B442-4509-AEA1-C442A31137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35219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82F50848-CCE2-4F33-8910-F863336B6EB2}" type="datetimeFigureOut">
              <a:rPr lang="de-CH" smtClean="0"/>
              <a:pPr/>
              <a:t>10.08.2025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de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6A4FF178-7F5C-4C53-AC97-DF4205D97146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523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90493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8245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53564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817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89669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73777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2348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71636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02698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28115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28250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971360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89951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65471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889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546413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57665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37077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22447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8393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443027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518951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11847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95110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80109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6224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19798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50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954051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51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6349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/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B8E7BCA-FF9A-86C4-163D-494ED3E694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2556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B8E7BCA-FF9A-86C4-163D-494ED3E69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14BDA87-C9C8-CD58-C9D7-0C952C1D73C0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chemeClr val="tx2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B1088E-A830-D72F-9D81-51D4D3480FB8}"/>
              </a:ext>
            </a:extLst>
          </p:cNvPr>
          <p:cNvGrpSpPr/>
          <p:nvPr userDrawn="1"/>
        </p:nvGrpSpPr>
        <p:grpSpPr>
          <a:xfrm>
            <a:off x="2424000" y="3370961"/>
            <a:ext cx="7489526" cy="1214079"/>
            <a:chOff x="2424000" y="3370961"/>
            <a:chExt cx="7489526" cy="121407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765E41D-34F7-E790-C1FD-DC00CEE7C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24000" y="3370961"/>
              <a:ext cx="7489526" cy="4320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8FD31BA-980D-D11B-2EEB-4180204D34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81512" y="4351040"/>
              <a:ext cx="6828977" cy="23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48544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7688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84666033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custom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805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8B174F-64CB-F020-88E2-1F63BD8A9992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24" name="Text Placeholder 43">
            <a:extLst>
              <a:ext uri="{FF2B5EF4-FFF2-40B4-BE49-F238E27FC236}">
                <a16:creationId xmlns:a16="http://schemas.microsoft.com/office/drawing/2014/main" id="{BDEA299F-CF48-A5F1-3781-1AB2A986B4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69200" y="1962000"/>
            <a:ext cx="2592000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34605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C815432-1626-BBCF-EDFF-4A58259064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1701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C815432-1626-BBCF-EDFF-4A58259064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9DC67D7-52EE-6ADA-F962-34E45323AA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AA92BD0-3906-45A7-FD93-C56CA8C7C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530000"/>
            <a:ext cx="5232000" cy="4896000"/>
          </a:xfrm>
        </p:spPr>
        <p:txBody>
          <a:bodyPr anchor="t"/>
          <a:lstStyle>
            <a:lvl1pPr marL="625475" indent="-625475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ct val="130000"/>
              <a:buFont typeface="+mj-lt"/>
              <a:buAutoNum type="arabicPeriod"/>
              <a:defRPr b="1">
                <a:solidFill>
                  <a:schemeClr val="tx1"/>
                </a:solidFill>
              </a:defRPr>
            </a:lvl1pPr>
            <a:lvl2pPr marL="625475" indent="0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Add agenda topic, 18 pt</a:t>
            </a:r>
          </a:p>
          <a:p>
            <a:pPr lvl="1"/>
            <a:r>
              <a:rPr lang="en-GB" noProof="0"/>
              <a:t>Subtopic, 16 pt</a:t>
            </a:r>
          </a:p>
          <a:p>
            <a:pPr lvl="1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85BAD-0861-C6A4-56E2-BF176F171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</a:t>
            </a:r>
          </a:p>
        </p:txBody>
      </p:sp>
    </p:spTree>
    <p:extLst>
      <p:ext uri="{BB962C8B-B14F-4D97-AF65-F5344CB8AC3E}">
        <p14:creationId xmlns:p14="http://schemas.microsoft.com/office/powerpoint/2010/main" val="114092815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8" orient="horz" pos="692" userDrawn="1">
          <p15:clr>
            <a:srgbClr val="FBAE40"/>
          </p15:clr>
        </p15:guide>
        <p15:guide id="9" pos="270" userDrawn="1">
          <p15:clr>
            <a:srgbClr val="FBAE40"/>
          </p15:clr>
        </p15:guide>
        <p15:guide id="10" pos="3839" userDrawn="1">
          <p15:clr>
            <a:srgbClr val="FBAE40"/>
          </p15:clr>
        </p15:guide>
        <p15:guide id="11" orient="horz" pos="4047" userDrawn="1">
          <p15:clr>
            <a:srgbClr val="FBAE40"/>
          </p15:clr>
        </p15:guide>
        <p15:guide id="12" orient="horz" pos="963" userDrawn="1">
          <p15:clr>
            <a:srgbClr val="FBAE40"/>
          </p15:clr>
        </p15:guide>
        <p15:guide id="13" pos="35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5909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Chapter 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23631067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1528763"/>
            <a:ext cx="11329200" cy="489902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87379739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 userDrawn="1">
          <p15:clr>
            <a:srgbClr val="FBAE40"/>
          </p15:clr>
        </p15:guide>
        <p15:guide id="14" pos="270" userDrawn="1">
          <p15:clr>
            <a:srgbClr val="FBAE40"/>
          </p15:clr>
        </p15:guide>
        <p15:guide id="15" orient="horz" pos="692" userDrawn="1">
          <p15:clr>
            <a:srgbClr val="FBAE40"/>
          </p15:clr>
        </p15:guide>
        <p15:guide id="16" orient="horz" pos="4049" userDrawn="1">
          <p15:clr>
            <a:srgbClr val="FBAE40"/>
          </p15:clr>
        </p15:guide>
        <p15:guide id="17" pos="7409" userDrawn="1">
          <p15:clr>
            <a:srgbClr val="FBAE40"/>
          </p15:clr>
        </p15:guide>
        <p15:guide id="18" orient="horz" pos="135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587"/>
            <a:ext cx="113292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11329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69886104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 userDrawn="1">
          <p15:clr>
            <a:srgbClr val="FBAE40"/>
          </p15:clr>
        </p15:guide>
        <p15:guide id="14" pos="270" userDrawn="1">
          <p15:clr>
            <a:srgbClr val="FBAE40"/>
          </p15:clr>
        </p15:guide>
        <p15:guide id="15" orient="horz" pos="692" userDrawn="1">
          <p15:clr>
            <a:srgbClr val="FBAE40"/>
          </p15:clr>
        </p15:guide>
        <p15:guide id="16" orient="horz" pos="4049" userDrawn="1">
          <p15:clr>
            <a:srgbClr val="FBAE40"/>
          </p15:clr>
        </p15:guide>
        <p15:guide id="17" pos="7409" userDrawn="1">
          <p15:clr>
            <a:srgbClr val="FBAE40"/>
          </p15:clr>
        </p15:guide>
        <p15:guide id="18" orient="horz" pos="135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0059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587"/>
            <a:ext cx="5447999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447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2000" y="2160587"/>
            <a:ext cx="5449788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2000" y="1530000"/>
            <a:ext cx="5449788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393578478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963" userDrawn="1">
          <p15:clr>
            <a:srgbClr val="FBAE40"/>
          </p15:clr>
        </p15:guide>
        <p15:guide id="16" pos="270" userDrawn="1">
          <p15:clr>
            <a:srgbClr val="FBAE40"/>
          </p15:clr>
        </p15:guide>
        <p15:guide id="17" orient="horz" pos="692" userDrawn="1">
          <p15:clr>
            <a:srgbClr val="FBAE40"/>
          </p15:clr>
        </p15:guide>
        <p15:guide id="18" orient="horz" pos="4049" userDrawn="1">
          <p15:clr>
            <a:srgbClr val="FBAE40"/>
          </p15:clr>
        </p15:guide>
        <p15:guide id="19" pos="7409" userDrawn="1">
          <p15:clr>
            <a:srgbClr val="FBAE40"/>
          </p15:clr>
        </p15:guide>
        <p15:guide id="20" orient="horz" pos="1359" userDrawn="1">
          <p15:clr>
            <a:srgbClr val="FBAE40"/>
          </p15:clr>
        </p15:guide>
        <p15:guide id="21" pos="3974" userDrawn="1">
          <p15:clr>
            <a:srgbClr val="FBAE40"/>
          </p15:clr>
        </p15:guide>
        <p15:guide id="22" pos="37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3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824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1600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84BE735-54B6-3B7B-5644-995106F03F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7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B2CD99D5-47E6-B7D2-CB87-F8AD5F3682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72000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98978999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5210" userDrawn="1">
          <p15:clr>
            <a:srgbClr val="FBAE40"/>
          </p15:clr>
        </p15:guide>
        <p15:guide id="24" pos="4940" userDrawn="1">
          <p15:clr>
            <a:srgbClr val="FBAE40"/>
          </p15:clr>
        </p15:guide>
        <p15:guide id="25" pos="2740" userDrawn="1">
          <p15:clr>
            <a:srgbClr val="FBAE40"/>
          </p15:clr>
        </p15:guide>
        <p15:guide id="26" pos="247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6364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001"/>
            <a:ext cx="5232200" cy="4267788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232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12DC60-1B20-60A5-7F1D-CE4A63B8D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0587211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orient="horz" pos="1359" userDrawn="1">
          <p15:clr>
            <a:srgbClr val="FBAE40"/>
          </p15:clr>
        </p15:guide>
        <p15:guide id="22" pos="3568" userDrawn="1">
          <p15:clr>
            <a:srgbClr val="FBAE40"/>
          </p15:clr>
        </p15:guide>
        <p15:guide id="23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23236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7598" y="1098000"/>
            <a:ext cx="4064402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7263999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7263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66155744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4848" userDrawn="1">
          <p15:clr>
            <a:srgbClr val="FBAE40"/>
          </p15:clr>
        </p15:guide>
        <p15:guide id="24" pos="51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50394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39D5703-BD1C-3A16-A4A7-30E0EE62B0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46400" y="1098000"/>
            <a:ext cx="30456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8285287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8286551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6092407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5492" userDrawn="1">
          <p15:clr>
            <a:srgbClr val="FBAE40"/>
          </p15:clr>
        </p15:guide>
        <p15:guide id="24" pos="576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text with 1/3 image + white space fo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83663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7598" y="1098000"/>
            <a:ext cx="4064402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7263999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7263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157B48F4-BDD6-6F20-ED74-A0F80415BF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1425" y="5131789"/>
            <a:ext cx="3178576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43853468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4848" userDrawn="1">
          <p15:clr>
            <a:srgbClr val="FBAE40"/>
          </p15:clr>
        </p15:guide>
        <p15:guide id="24" pos="512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21622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8" y="2157413"/>
            <a:ext cx="3928356" cy="427037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8" y="1530000"/>
            <a:ext cx="3928356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7C43C1D-0D5A-3546-923A-9906F73102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2355" y="2157413"/>
            <a:ext cx="3924931" cy="427037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25734A7E-A371-8589-95F1-486EF3BDC2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2355" y="1530000"/>
            <a:ext cx="3924931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5B0D54-9E65-6676-5BE0-B1EC73550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153228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9" orient="horz" pos="963" userDrawn="1">
          <p15:clr>
            <a:srgbClr val="FBAE40"/>
          </p15:clr>
        </p15:guide>
        <p15:guide id="20" pos="270" userDrawn="1">
          <p15:clr>
            <a:srgbClr val="FBAE40"/>
          </p15:clr>
        </p15:guide>
        <p15:guide id="21" orient="horz" pos="692" userDrawn="1">
          <p15:clr>
            <a:srgbClr val="FBAE40"/>
          </p15:clr>
        </p15:guide>
        <p15:guide id="22" orient="horz" pos="4049" userDrawn="1">
          <p15:clr>
            <a:srgbClr val="FBAE40"/>
          </p15:clr>
        </p15:guide>
        <p15:guide id="23" orient="horz" pos="1359" userDrawn="1">
          <p15:clr>
            <a:srgbClr val="FBAE40"/>
          </p15:clr>
        </p15:guide>
        <p15:guide id="24" pos="5490" userDrawn="1">
          <p15:clr>
            <a:srgbClr val="FBAE40"/>
          </p15:clr>
        </p15:guide>
        <p15:guide id="25" pos="5760" userDrawn="1">
          <p15:clr>
            <a:srgbClr val="FBAE40"/>
          </p15:clr>
        </p15:guide>
        <p15:guide id="26" pos="3018" userDrawn="1">
          <p15:clr>
            <a:srgbClr val="FBAE40"/>
          </p15:clr>
        </p15:guide>
        <p15:guide id="27" pos="274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26307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9187" y="1528763"/>
            <a:ext cx="5232602" cy="4896000"/>
          </a:xfr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6E9374FC-ECE4-7A38-5807-87AE94A088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4001" y="4365382"/>
            <a:ext cx="4798800" cy="2062406"/>
          </a:xfrm>
          <a:solidFill>
            <a:schemeClr val="tx2">
              <a:alpha val="85000"/>
            </a:schemeClr>
          </a:solidFill>
        </p:spPr>
        <p:txBody>
          <a:bodyPr lIns="288000" tIns="288000" rIns="288000" bIns="288000" anchor="b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4" name="Text Placeholder 43">
            <a:extLst>
              <a:ext uri="{FF2B5EF4-FFF2-40B4-BE49-F238E27FC236}">
                <a16:creationId xmlns:a16="http://schemas.microsoft.com/office/drawing/2014/main" id="{38EE8FDF-DB06-4651-3389-787CA10E77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4001" y="4238556"/>
            <a:ext cx="288000" cy="253652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77" name="Text Placeholder 43">
            <a:extLst>
              <a:ext uri="{FF2B5EF4-FFF2-40B4-BE49-F238E27FC236}">
                <a16:creationId xmlns:a16="http://schemas.microsoft.com/office/drawing/2014/main" id="{9A496C9E-D567-76DE-1404-D4A0596855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 flipV="1">
            <a:off x="5374801" y="6292522"/>
            <a:ext cx="288000" cy="253652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498870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6" pos="3840">
          <p15:clr>
            <a:srgbClr val="FBAE40"/>
          </p15:clr>
        </p15:guide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pos="411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 with ima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445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1944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3475239"/>
            <a:ext cx="11329789" cy="295254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FF00CA-6EEE-1446-767F-22A63CDAE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68109393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1916" userDrawn="1">
          <p15:clr>
            <a:srgbClr val="FBAE40"/>
          </p15:clr>
        </p15:guide>
        <p15:guide id="16" pos="270" userDrawn="1">
          <p15:clr>
            <a:srgbClr val="FBAE40"/>
          </p15:clr>
        </p15:guide>
        <p15:guide id="17" orient="horz" pos="692" userDrawn="1">
          <p15:clr>
            <a:srgbClr val="FBAE40"/>
          </p15:clr>
        </p15:guide>
        <p15:guide id="18" orient="horz" pos="4049" userDrawn="1">
          <p15:clr>
            <a:srgbClr val="FBAE40"/>
          </p15:clr>
        </p15:guide>
        <p15:guide id="19" pos="7409" userDrawn="1">
          <p15:clr>
            <a:srgbClr val="FBAE40"/>
          </p15:clr>
        </p15:guide>
        <p15:guide id="20" orient="horz" pos="218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 slide / full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6345F9D-58D8-A03C-2C14-3C466D3CBBE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9687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6345F9D-58D8-A03C-2C14-3C466D3CBB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4414B2E-C340-9140-1BD1-92410CBF7B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9765689A-1419-4CD4-170E-F5C60B6417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098000"/>
            <a:ext cx="8640000" cy="1487991"/>
          </a:xfrm>
          <a:solidFill>
            <a:schemeClr val="tx2">
              <a:alpha val="85000"/>
            </a:schemeClr>
          </a:solidFill>
        </p:spPr>
        <p:txBody>
          <a:bodyPr wrap="square" lIns="432000" tIns="432000" rIns="432000" bIns="432000" anchor="t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Text, 40pt</a:t>
            </a:r>
          </a:p>
        </p:txBody>
      </p:sp>
      <p:sp>
        <p:nvSpPr>
          <p:cNvPr id="15" name="Text Placeholder 43">
            <a:extLst>
              <a:ext uri="{FF2B5EF4-FFF2-40B4-BE49-F238E27FC236}">
                <a16:creationId xmlns:a16="http://schemas.microsoft.com/office/drawing/2014/main" id="{8E425FDA-ACD2-D989-043B-F820E6AB51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41432" y="172618"/>
            <a:ext cx="1350568" cy="684364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567951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3" pos="270" userDrawn="1">
          <p15:clr>
            <a:srgbClr val="FBAE40"/>
          </p15:clr>
        </p15:guide>
        <p15:guide id="4" pos="571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1297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B1008097-4228-1AEA-6834-837AEB6C765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48137067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0" pos="270" userDrawn="1">
          <p15:clr>
            <a:srgbClr val="FBAE40"/>
          </p15:clr>
        </p15:guide>
        <p15:guide id="11" orient="horz" pos="69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14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61360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22980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61360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22980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2825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894445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C2CF4B-8A3C-13FA-BECD-9DB01F4A6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33046461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9767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575FA654-6B49-780A-BFB4-222C9877472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4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4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5842F8D1-C8E7-B7F7-193F-396D7F0C1F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F7ED4793-8249-B71F-2BD9-1E188E5895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01AD36-B7B0-8DA3-E4DF-7B92563C3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187357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711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2969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D01BDA65-4A3A-8C7F-6D57-257CEA15EDA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822312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822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822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B19CB6E8-97CB-822F-3F85-A7275483C4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50847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2EF03F68-E44D-2D1B-E3CF-23E57CD8AC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0847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F69C67C-E89D-2384-2449-3AE3B29A56D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4675A820-B82C-20ED-4FD7-8096B1F92A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DF422E5E-8133-BB32-C099-047DCCC1623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B07921-E735-F94C-40EB-71F2AF0C4E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09191098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10138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Picture Placeholder 3">
            <a:extLst>
              <a:ext uri="{FF2B5EF4-FFF2-40B4-BE49-F238E27FC236}">
                <a16:creationId xmlns:a16="http://schemas.microsoft.com/office/drawing/2014/main" id="{05696C37-BDF4-2F3D-603C-E1844610595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224666" y="381259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E7C418BE-D8E0-8035-E432-74FD98A897B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525966" y="381259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99175D0A-6D9D-DBBC-30F3-D0FC5D29CD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70D8A088-B7AE-9853-F92D-69BFEFB60E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1" name="Text Placeholder 43">
            <a:extLst>
              <a:ext uri="{FF2B5EF4-FFF2-40B4-BE49-F238E27FC236}">
                <a16:creationId xmlns:a16="http://schemas.microsoft.com/office/drawing/2014/main" id="{101E0012-1AFC-2117-1AFF-131E7D68BC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4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76B9F0EE-35D9-4F4C-DF19-6F1329686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290CBF69-D6CA-7FA4-2148-5B01F5233D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4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F30F8F33-E146-584B-B117-177763926F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93AD48AD-2E9D-CCFA-CC34-50B41218A9B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6" name="Text Placeholder 43">
            <a:extLst>
              <a:ext uri="{FF2B5EF4-FFF2-40B4-BE49-F238E27FC236}">
                <a16:creationId xmlns:a16="http://schemas.microsoft.com/office/drawing/2014/main" id="{3CFFEEC3-C7DF-AE66-30A4-4911FF001F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7" name="Text Placeholder 43">
            <a:extLst>
              <a:ext uri="{FF2B5EF4-FFF2-40B4-BE49-F238E27FC236}">
                <a16:creationId xmlns:a16="http://schemas.microsoft.com/office/drawing/2014/main" id="{AF0EB9D8-DAFE-F2BB-AAEB-93E5A6FCF4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1" name="Text Placeholder 43">
            <a:extLst>
              <a:ext uri="{FF2B5EF4-FFF2-40B4-BE49-F238E27FC236}">
                <a16:creationId xmlns:a16="http://schemas.microsoft.com/office/drawing/2014/main" id="{8150DEEE-F1C8-412C-9A41-9C6A1510A4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53201" y="5451145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2" name="Text Placeholder 43">
            <a:extLst>
              <a:ext uri="{FF2B5EF4-FFF2-40B4-BE49-F238E27FC236}">
                <a16:creationId xmlns:a16="http://schemas.microsoft.com/office/drawing/2014/main" id="{C0E9FEFA-5AB3-30A2-24C9-3AC8326327F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3201" y="5797901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4" name="Text Placeholder 43">
            <a:extLst>
              <a:ext uri="{FF2B5EF4-FFF2-40B4-BE49-F238E27FC236}">
                <a16:creationId xmlns:a16="http://schemas.microsoft.com/office/drawing/2014/main" id="{7FA20DE0-E4E7-6C95-C8AA-55B9BE2AE5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54501" y="5451145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5" name="Text Placeholder 43">
            <a:extLst>
              <a:ext uri="{FF2B5EF4-FFF2-40B4-BE49-F238E27FC236}">
                <a16:creationId xmlns:a16="http://schemas.microsoft.com/office/drawing/2014/main" id="{BC1BB4AA-BCDE-6809-1034-93EE2784F5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54501" y="5797901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BA4B36-92F3-CCD6-D942-4A1C8BE3CC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2645210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5372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2E005BC1-0A00-6A3F-9AB9-2090FB403C5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blipFill>
            <a:blip r:embed="rId5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5998" y="2016000"/>
            <a:ext cx="5255944" cy="301878"/>
          </a:xfrm>
        </p:spPr>
        <p:txBody>
          <a:bodyPr>
            <a:noAutofit/>
          </a:bodyPr>
          <a:lstStyle>
            <a:lvl1pPr marL="0" indent="0" rtl="0">
              <a:lnSpc>
                <a:spcPct val="120000"/>
              </a:lnSpc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5998" y="1520825"/>
            <a:ext cx="525594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000" y="1530000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EBE14B7E-1369-C17A-8857-D645DEE0EC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55998" y="2847527"/>
            <a:ext cx="5255944" cy="1139662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Company address on three lines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5998" y="4535936"/>
            <a:ext cx="5255944" cy="1891852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E503F-5E60-20CF-7913-904004C1F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4707283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57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5549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5AC5C679-4332-8618-78DC-64B8D168617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blipFill>
            <a:blip r:embed="rId5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4458" y="4876301"/>
            <a:ext cx="3920284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1658" y="4876301"/>
            <a:ext cx="3920284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34458" y="3842876"/>
            <a:ext cx="3920284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2000" y="3347701"/>
            <a:ext cx="392028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791658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91658" y="3842876"/>
            <a:ext cx="3920284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1658" y="3347701"/>
            <a:ext cx="392028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146B3A-75B7-5620-B3DF-822D076AD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93298722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6" pos="57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30139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6100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56100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31999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1999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3561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6100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56100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D97310F-BF77-3052-7D5F-521AE85495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813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A03D3B0-D87F-65E2-20D2-2E3D4FC53E1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8813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AC0C46D-924E-6086-ABF8-9C7B8618C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78813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E75E8A5-8070-B311-99AA-D3C4B3C392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78813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BE829B-D1F1-110E-2A2D-99BA9886B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10717659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9" pos="74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075058B-0DA5-BCC2-2884-A3AA6637B8D8}"/>
              </a:ext>
            </a:extLst>
          </p:cNvPr>
          <p:cNvGraphicFramePr>
            <a:graphicFrameLocks noChangeAspect="1"/>
          </p:cNvGraphicFramePr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1007809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06" imgH="306" progId="TCLayout.ActiveDocument.1">
                  <p:embed/>
                </p:oleObj>
              </mc:Choice>
              <mc:Fallback>
                <p:oleObj name="think-cell Slide" r:id="rId28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075058B-0DA5-BCC2-2884-A3AA6637B8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B6DD6-B6DA-4A3B-AA01-32E0D792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noProof="0" dirty="0"/>
              <a:t>Title, 28pt, </a:t>
            </a:r>
            <a:br>
              <a:rPr lang="en-GB" noProof="0" dirty="0"/>
            </a:br>
            <a:r>
              <a:rPr lang="en-GB" noProof="0" dirty="0"/>
              <a:t>2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9B469-A741-AADC-88BD-759DB5D44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20824"/>
            <a:ext cx="11328000" cy="490517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D0CF3-0723-425A-205C-484322D63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2" y="7100600"/>
            <a:ext cx="4114800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rtl="0">
              <a:defRPr sz="1000">
                <a:solidFill>
                  <a:schemeClr val="bg2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331C2-6712-205D-6768-F1C229CF0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7100600"/>
            <a:ext cx="471488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r" rtl="0">
              <a:defRPr sz="1000">
                <a:solidFill>
                  <a:schemeClr val="bg2"/>
                </a:solidFill>
              </a:defRPr>
            </a:lvl1pPr>
          </a:lstStyle>
          <a:p>
            <a:fld id="{97B27895-1833-42C6-927E-7C9AD7EEEA97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85608BD-05B9-34D2-34A7-A5AF7917B1E7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021614" y="352800"/>
            <a:ext cx="738385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7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706" r:id="rId5"/>
    <p:sldLayoutId id="2147483709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7" r:id="rId24"/>
    <p:sldLayoutId id="2147483708" r:id="rId25"/>
  </p:sldLayoutIdLst>
  <p:transition spd="slow">
    <p:push dir="u"/>
  </p:transition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2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6" Type="http://schemas.openxmlformats.org/officeDocument/2006/relationships/image" Target="../media/image13.jpg"/><Relationship Id="rId11" Type="http://schemas.openxmlformats.org/officeDocument/2006/relationships/image" Target="../media/image18.png"/><Relationship Id="rId5" Type="http://schemas.openxmlformats.org/officeDocument/2006/relationships/image" Target="../media/image1.emf"/><Relationship Id="rId10" Type="http://schemas.openxmlformats.org/officeDocument/2006/relationships/image" Target="../media/image17.svg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9.xml"/><Relationship Id="rId6" Type="http://schemas.openxmlformats.org/officeDocument/2006/relationships/image" Target="../media/image20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7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.xml"/><Relationship Id="rId6" Type="http://schemas.openxmlformats.org/officeDocument/2006/relationships/image" Target="../media/image2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1.xml"/><Relationship Id="rId6" Type="http://schemas.openxmlformats.org/officeDocument/2006/relationships/image" Target="../media/image23.jpg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2.xml"/><Relationship Id="rId6" Type="http://schemas.openxmlformats.org/officeDocument/2006/relationships/image" Target="../media/image65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0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Relationship Id="rId6" Type="http://schemas.openxmlformats.org/officeDocument/2006/relationships/image" Target="../media/image67.png"/><Relationship Id="rId5" Type="http://schemas.openxmlformats.org/officeDocument/2006/relationships/image" Target="../media/image66.emf"/><Relationship Id="rId4" Type="http://schemas.openxmlformats.org/officeDocument/2006/relationships/oleObject" Target="../embeddings/oleObject31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7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Relationship Id="rId6" Type="http://schemas.openxmlformats.org/officeDocument/2006/relationships/image" Target="../media/image71.png"/><Relationship Id="rId5" Type="http://schemas.openxmlformats.org/officeDocument/2006/relationships/image" Target="../media/image70.e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notesSlide" Target="../notesSlides/notesSlide25.xml"/><Relationship Id="rId7" Type="http://schemas.openxmlformats.org/officeDocument/2006/relationships/hyperlink" Target="file:///C:\Users\Public\bbv_templates\Marketing\PPT-Bibliotheken\Bilder-Bibliothek" TargetMode="External"/><Relationship Id="rId12" Type="http://schemas.openxmlformats.org/officeDocument/2006/relationships/image" Target="../media/image82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Relationship Id="rId6" Type="http://schemas.openxmlformats.org/officeDocument/2006/relationships/image" Target="../media/image13.jpg"/><Relationship Id="rId11" Type="http://schemas.openxmlformats.org/officeDocument/2006/relationships/image" Target="../media/image81.png"/><Relationship Id="rId5" Type="http://schemas.openxmlformats.org/officeDocument/2006/relationships/image" Target="../media/image77.emf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oleObject" Target="../embeddings/oleObject33.bin"/><Relationship Id="rId9" Type="http://schemas.openxmlformats.org/officeDocument/2006/relationships/image" Target="../media/image79.svg"/><Relationship Id="rId14" Type="http://schemas.openxmlformats.org/officeDocument/2006/relationships/image" Target="../media/image8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Relationship Id="rId6" Type="http://schemas.openxmlformats.org/officeDocument/2006/relationships/image" Target="../media/image13.jpg"/><Relationship Id="rId11" Type="http://schemas.openxmlformats.org/officeDocument/2006/relationships/image" Target="../media/image91.png"/><Relationship Id="rId5" Type="http://schemas.openxmlformats.org/officeDocument/2006/relationships/image" Target="../media/image86.emf"/><Relationship Id="rId10" Type="http://schemas.openxmlformats.org/officeDocument/2006/relationships/image" Target="../media/image90.png"/><Relationship Id="rId4" Type="http://schemas.openxmlformats.org/officeDocument/2006/relationships/oleObject" Target="../embeddings/oleObject34.bin"/><Relationship Id="rId9" Type="http://schemas.openxmlformats.org/officeDocument/2006/relationships/image" Target="../media/image8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emf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9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Relationship Id="rId6" Type="http://schemas.openxmlformats.org/officeDocument/2006/relationships/image" Target="../media/image68.png"/><Relationship Id="rId5" Type="http://schemas.openxmlformats.org/officeDocument/2006/relationships/image" Target="../media/image93.e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9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9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.xml"/><Relationship Id="rId6" Type="http://schemas.openxmlformats.org/officeDocument/2006/relationships/image" Target="../media/image98.png"/><Relationship Id="rId5" Type="http://schemas.openxmlformats.org/officeDocument/2006/relationships/image" Target="../media/image97.emf"/><Relationship Id="rId4" Type="http://schemas.openxmlformats.org/officeDocument/2006/relationships/oleObject" Target="../embeddings/oleObject3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366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818451F-DE2B-B8D1-E7DA-DF54F2094E8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3DC8AC8-3EE6-0346-C3D1-617A95A52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bbv Software Services AG  |  </a:t>
            </a:r>
            <a:r>
              <a:rPr lang="en-CH" dirty="0"/>
              <a:t>Date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4A268C-5455-5620-C433-3CCEA88828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Y</a:t>
            </a:r>
            <a:r>
              <a:rPr lang="en-US" dirty="0"/>
              <a:t>PP</a:t>
            </a:r>
            <a:r>
              <a:rPr lang="vi-VN" dirty="0"/>
              <a:t> 4</a:t>
            </a:r>
            <a:r>
              <a:rPr lang="en-US" dirty="0" err="1"/>
              <a:t>th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5570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BBE1C08-AA88-72BB-AF71-C57753F3F3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2188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BBE1C08-AA88-72BB-AF71-C57753F3F3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B458723-F8F0-9DEE-EB70-04F588D700D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/>
          <a:srcRect t="26389" b="26389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02ED5A7-572B-82DF-E867-D87AF7CFD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bbv Software Services AG  |  </a:t>
            </a:r>
            <a:r>
              <a:rPr lang="en-CH" noProof="0" dirty="0"/>
              <a:t>Date</a:t>
            </a:r>
            <a:r>
              <a:rPr lang="en-US" noProof="0" dirty="0"/>
              <a:t>: 05/08/2025</a:t>
            </a:r>
            <a:endParaRPr lang="en-GB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A50645-4898-AAC6-F648-5D00E1663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CH" noProof="0" dirty="0"/>
              <a:t>Presentation on Trello Functionalities</a:t>
            </a:r>
            <a:endParaRPr lang="en-GB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76990F-B249-6611-0800-1DA433F97A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C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C3FBF0-6FE4-4ED5-97F7-BC43A1D2912A}"/>
              </a:ext>
            </a:extLst>
          </p:cNvPr>
          <p:cNvGrpSpPr/>
          <p:nvPr/>
        </p:nvGrpSpPr>
        <p:grpSpPr>
          <a:xfrm>
            <a:off x="9595831" y="2346866"/>
            <a:ext cx="1736339" cy="526268"/>
            <a:chOff x="8343600" y="2412129"/>
            <a:chExt cx="2315118" cy="701691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0A1A25B-D699-C973-F9E8-41E61746C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43600" y="2412129"/>
              <a:ext cx="1954171" cy="3600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80F7C00-B899-BC79-5218-8DD951C055F2}"/>
                </a:ext>
              </a:extLst>
            </p:cNvPr>
            <p:cNvGrpSpPr/>
            <p:nvPr/>
          </p:nvGrpSpPr>
          <p:grpSpPr>
            <a:xfrm>
              <a:off x="8343600" y="2915820"/>
              <a:ext cx="2315118" cy="198000"/>
              <a:chOff x="8343600" y="2903749"/>
              <a:chExt cx="2315118" cy="19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88E55AF8-2654-F41B-C4A1-D490B9B589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124668" y="2914533"/>
                <a:ext cx="1534050" cy="180000"/>
              </a:xfrm>
              <a:prstGeom prst="rect">
                <a:avLst/>
              </a:prstGeom>
            </p:spPr>
          </p:pic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57BBDFB2-E80D-449C-2D7B-F4BAB3531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343600" y="2903749"/>
                <a:ext cx="565068" cy="19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85713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561E403-33F7-B94A-DE82-295AC6F21A5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25" r="15853"/>
          <a:stretch/>
        </p:blipFill>
        <p:spPr>
          <a:xfrm>
            <a:off x="6096000" y="1098000"/>
            <a:ext cx="6096000" cy="576000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E50F8-6089-8B05-8B3F-8F26994E48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  <a:p>
            <a:r>
              <a:rPr lang="vi-VN" dirty="0"/>
              <a:t>Key </a:t>
            </a:r>
            <a:r>
              <a:rPr lang="en-US" dirty="0"/>
              <a:t>Functionalities</a:t>
            </a:r>
            <a:endParaRPr lang="vi-VN" dirty="0"/>
          </a:p>
          <a:p>
            <a:r>
              <a:rPr lang="vi-VN" dirty="0"/>
              <a:t>Screens in Trello</a:t>
            </a:r>
            <a:endParaRPr lang="en-US" dirty="0"/>
          </a:p>
          <a:p>
            <a:r>
              <a:rPr lang="en-US" dirty="0"/>
              <a:t>Q&amp;A</a:t>
            </a:r>
            <a:endParaRPr lang="en-GB" dirty="0"/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823D42-BBCC-FF67-3367-1A97BAB8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859810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9B0D693-42D5-3C0F-5ED4-40522D2C12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74289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9B0D693-42D5-3C0F-5ED4-40522D2C1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F648B22-9BC3-A38D-EECF-81EDB4845C6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59" b="42247"/>
          <a:stretch/>
        </p:blipFill>
        <p:spPr>
          <a:xfrm>
            <a:off x="0" y="1098000"/>
            <a:ext cx="12192000" cy="2160000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1F6CD6B-1F52-35AC-8E87-6337B4A107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What is Trello?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CE0C7-F39C-A9B7-EFD4-CECED4307F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vi-VN" dirty="0"/>
              <a:t>INTRODUCTION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2589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692DB2C1-905C-17B8-72EB-04AFFCFBA36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692DB2C1-905C-17B8-72EB-04AFFCFBA3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35A2419-6612-6932-3D9B-20E68634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vi-VN" dirty="0"/>
              <a:t>INTRODUCTION</a:t>
            </a:r>
            <a:endParaRPr lang="en-GB" dirty="0"/>
          </a:p>
        </p:txBody>
      </p:sp>
      <p:sp>
        <p:nvSpPr>
          <p:cNvPr id="23" name="Inhaltsplatzhalter 1">
            <a:extLst>
              <a:ext uri="{FF2B5EF4-FFF2-40B4-BE49-F238E27FC236}">
                <a16:creationId xmlns:a16="http://schemas.microsoft.com/office/drawing/2014/main" id="{14A6571E-0587-1E10-CAAE-907648CA4E6D}"/>
              </a:ext>
            </a:extLst>
          </p:cNvPr>
          <p:cNvSpPr txBox="1">
            <a:spLocks/>
          </p:cNvSpPr>
          <p:nvPr/>
        </p:nvSpPr>
        <p:spPr>
          <a:xfrm>
            <a:off x="431998" y="1527719"/>
            <a:ext cx="5232201" cy="2664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just" rtl="0" eaLnBrk="1" fontAlgn="base" hangingPunct="1">
              <a:spcBef>
                <a:spcPts val="667"/>
              </a:spcBef>
              <a:spcAft>
                <a:spcPct val="0"/>
              </a:spcAft>
              <a:buClr>
                <a:schemeClr val="bg2"/>
              </a:buClr>
              <a:buFontTx/>
              <a:buNone/>
              <a:defRPr sz="1800" baseline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just" rtl="0" eaLnBrk="1" fontAlgn="base" hangingPunct="1">
              <a:spcBef>
                <a:spcPts val="667"/>
              </a:spcBef>
              <a:spcAft>
                <a:spcPct val="0"/>
              </a:spcAft>
              <a:buClr>
                <a:schemeClr val="bg2"/>
              </a:buClr>
              <a:buFont typeface="Symbol" panose="05050102010706020507" pitchFamily="18" charset="2"/>
              <a:buNone/>
              <a:defRPr sz="180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359991" indent="0" algn="just" rtl="0" eaLnBrk="1" fontAlgn="base" hangingPunct="1">
              <a:spcBef>
                <a:spcPts val="667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80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719982" indent="0" algn="just" rtl="0" eaLnBrk="1" fontAlgn="base" hangingPunct="1">
              <a:spcBef>
                <a:spcPts val="333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None/>
              <a:defRPr sz="1400" baseline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0" indent="-359991" algn="just" rtl="0" eaLnBrk="1" fontAlgn="base" hangingPunct="1">
              <a:spcBef>
                <a:spcPts val="667"/>
              </a:spcBef>
              <a:spcAft>
                <a:spcPct val="0"/>
              </a:spcAft>
              <a:buClr>
                <a:schemeClr val="bg2"/>
              </a:buClr>
              <a:buFont typeface="+mj-lt"/>
              <a:buAutoNum type="arabicPeriod"/>
              <a:defRPr sz="180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719982" indent="-359991" algn="l" rtl="0" eaLnBrk="1" fontAlgn="base" hangingPunct="1">
              <a:spcBef>
                <a:spcPts val="667"/>
              </a:spcBef>
              <a:spcAft>
                <a:spcPct val="0"/>
              </a:spcAft>
              <a:buClr>
                <a:schemeClr val="bg2"/>
              </a:buClr>
              <a:buFont typeface="+mj-lt"/>
              <a:buAutoNum type="arabicPeriod"/>
              <a:defRPr sz="180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6pPr>
            <a:lvl7pPr marL="1079973" indent="-359991" algn="l" rtl="0" eaLnBrk="1" fontAlgn="base" hangingPunct="1">
              <a:spcBef>
                <a:spcPts val="333"/>
              </a:spcBef>
              <a:spcAft>
                <a:spcPct val="0"/>
              </a:spcAft>
              <a:buClr>
                <a:schemeClr val="bg2"/>
              </a:buClr>
              <a:buFont typeface="+mj-lt"/>
              <a:buAutoNum type="arabicPeriod"/>
              <a:defRPr sz="1400" baseline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7pPr>
            <a:lvl8pPr marL="0" indent="0" algn="l" rtl="0" eaLnBrk="1" fontAlgn="base" hangingPunct="1">
              <a:spcBef>
                <a:spcPts val="667"/>
              </a:spcBef>
              <a:spcAft>
                <a:spcPct val="0"/>
              </a:spcAft>
              <a:buClr>
                <a:srgbClr val="C00000"/>
              </a:buClr>
              <a:buFont typeface="+mj-lt"/>
              <a:buNone/>
              <a:tabLst>
                <a:tab pos="958827" algn="l"/>
              </a:tabLst>
              <a:defRPr sz="1800" baseline="0">
                <a:solidFill>
                  <a:schemeClr val="bg2"/>
                </a:solidFill>
                <a:latin typeface="+mj-lt"/>
                <a:ea typeface="+mn-ea"/>
              </a:defRPr>
            </a:lvl8pPr>
            <a:lvl9pPr marL="0" indent="0" algn="l" rtl="0" eaLnBrk="1" fontAlgn="base" hangingPunct="1">
              <a:spcBef>
                <a:spcPts val="667"/>
              </a:spcBef>
              <a:spcAft>
                <a:spcPct val="0"/>
              </a:spcAft>
              <a:defRPr sz="1800">
                <a:solidFill>
                  <a:schemeClr val="bg2"/>
                </a:solidFill>
                <a:latin typeface="+mj-lt"/>
                <a:ea typeface="+mn-ea"/>
                <a:cs typeface="Arial" pitchFamily="34" charset="0"/>
              </a:defRPr>
            </a:lvl9pPr>
          </a:lstStyle>
          <a:p>
            <a:pPr marL="285750" indent="-285750" algn="l" defTabSz="9144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Trello is a visual project management tool </a:t>
            </a:r>
          </a:p>
          <a:p>
            <a:pPr marL="285750" indent="-285750" algn="l" defTabSz="9144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Workspace → Board → </a:t>
            </a:r>
            <a:r>
              <a:rPr lang="vi-VN" kern="0" dirty="0">
                <a:solidFill>
                  <a:schemeClr val="tx1"/>
                </a:solidFill>
                <a:latin typeface="+mn-lt"/>
              </a:rPr>
              <a:t>Stage</a:t>
            </a:r>
            <a:r>
              <a:rPr lang="en-US" kern="0" dirty="0">
                <a:solidFill>
                  <a:schemeClr val="tx1"/>
                </a:solidFill>
                <a:latin typeface="+mn-lt"/>
              </a:rPr>
              <a:t> → Card to organize tasks </a:t>
            </a:r>
          </a:p>
          <a:p>
            <a:pPr marL="285750" indent="-285750" algn="l" defTabSz="9144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Collaborate with teams.</a:t>
            </a:r>
            <a:endParaRPr lang="vi-VN" kern="0" dirty="0">
              <a:solidFill>
                <a:schemeClr val="tx1"/>
              </a:solidFill>
              <a:latin typeface="+mn-lt"/>
            </a:endParaRPr>
          </a:p>
          <a:p>
            <a:pPr marL="645741" lvl="2" indent="-285750" algn="l">
              <a:buFont typeface="Courier New" panose="02070309020205020404" pitchFamily="49" charset="0"/>
              <a:buChar char="o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Intuitive drag-and-drop interface</a:t>
            </a:r>
            <a:endParaRPr lang="vi-VN" kern="0" dirty="0">
              <a:solidFill>
                <a:schemeClr val="tx1"/>
              </a:solidFill>
              <a:latin typeface="+mn-lt"/>
            </a:endParaRPr>
          </a:p>
          <a:p>
            <a:pPr marL="645741" lvl="2" indent="-285750" algn="l">
              <a:buFont typeface="Courier New" panose="02070309020205020404" pitchFamily="49" charset="0"/>
              <a:buChar char="o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Ideal for task management, kanban boards, and collaboration</a:t>
            </a:r>
            <a:endParaRPr lang="vi-VN" kern="0" dirty="0">
              <a:solidFill>
                <a:schemeClr val="tx1"/>
              </a:solidFill>
              <a:latin typeface="+mn-lt"/>
            </a:endParaRPr>
          </a:p>
          <a:p>
            <a:pPr marL="645741" lvl="2" indent="-285750" algn="l">
              <a:buFont typeface="Courier New" panose="02070309020205020404" pitchFamily="49" charset="0"/>
              <a:buChar char="o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Works for teams of any size</a:t>
            </a:r>
            <a:endParaRPr lang="en-GB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5FBC1A-5B7B-90D9-1A98-E76DFB0AF1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E0B9D4-9D96-7B2F-32F9-7C6DCF60C6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098551"/>
            <a:ext cx="6096000" cy="472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84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D18B968-C584-8DAD-AD19-51B0EF32223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02973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7CEAA93-EF5B-6E0E-C86D-8320414DF7B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2C5989-BC54-3BBD-8A51-0597FC880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/>
              <a:t>Key Functionalities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5068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1690EDE-5337-827C-9C9E-0876DAA84A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26A09-3641-218F-541F-9F1988FFAD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1544801"/>
            <a:ext cx="5232200" cy="426778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Create Workspaces and Boards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Create Stages within Boards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Create Cards (task items) inside Stages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Add custom fields to Cards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Assign Members to Cards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Add Labels, Due Dates, Checklists, and Attachments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Comment and track Activity on Cards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Manage Permissions and Sharing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Use Templates for quick project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A6541B-91AB-DFDC-80FD-456C4EF3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Functionalities of Trello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B2C80F-52B9-B47F-62BE-ACC59AA3B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98550"/>
            <a:ext cx="8087854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809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7CE72A3F-53CC-457B-F289-536E4CDA2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34" y="1098000"/>
            <a:ext cx="12192000" cy="6931378"/>
          </a:xfrm>
          <a:prstGeom prst="rect">
            <a:avLst/>
          </a:prstGeom>
          <a:ln w="19050">
            <a:solidFill>
              <a:srgbClr val="005194"/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Screen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A55CFC-D8AC-C138-B21A-597995F083E1}"/>
              </a:ext>
            </a:extLst>
          </p:cNvPr>
          <p:cNvSpPr/>
          <p:nvPr/>
        </p:nvSpPr>
        <p:spPr>
          <a:xfrm>
            <a:off x="3968821" y="2079626"/>
            <a:ext cx="3104669" cy="894323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402DB1-AED1-596E-7E92-B36235F6F680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7073490" y="1720439"/>
            <a:ext cx="987246" cy="359187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4555BE0-3F0D-0571-271F-EEF03058177D}"/>
              </a:ext>
            </a:extLst>
          </p:cNvPr>
          <p:cNvSpPr/>
          <p:nvPr/>
        </p:nvSpPr>
        <p:spPr>
          <a:xfrm>
            <a:off x="8060736" y="1562361"/>
            <a:ext cx="847725" cy="316156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Board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71CCFE-03A3-DADE-0A67-5F6F66DD1AEA}"/>
              </a:ext>
            </a:extLst>
          </p:cNvPr>
          <p:cNvSpPr/>
          <p:nvPr/>
        </p:nvSpPr>
        <p:spPr>
          <a:xfrm>
            <a:off x="3959586" y="3221410"/>
            <a:ext cx="1198418" cy="266452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AAADD70-56EC-908F-7806-B7781AE0E1DC}"/>
              </a:ext>
            </a:extLst>
          </p:cNvPr>
          <p:cNvCxnSpPr>
            <a:cxnSpLocks/>
            <a:stCxn id="36" idx="3"/>
            <a:endCxn id="49" idx="1"/>
          </p:cNvCxnSpPr>
          <p:nvPr/>
        </p:nvCxnSpPr>
        <p:spPr>
          <a:xfrm flipV="1">
            <a:off x="5158004" y="3350084"/>
            <a:ext cx="569440" cy="4552"/>
          </a:xfrm>
          <a:prstGeom prst="straightConnector1">
            <a:avLst/>
          </a:prstGeom>
          <a:ln w="9525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CC69DF-F21D-D7D3-AACE-D12A606F3A40}"/>
              </a:ext>
            </a:extLst>
          </p:cNvPr>
          <p:cNvSpPr/>
          <p:nvPr/>
        </p:nvSpPr>
        <p:spPr>
          <a:xfrm>
            <a:off x="5727444" y="3192006"/>
            <a:ext cx="1346046" cy="316156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UserViewHistory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5A107FE-E5C5-33F9-EFA7-EE1203158CAA}"/>
              </a:ext>
            </a:extLst>
          </p:cNvPr>
          <p:cNvSpPr/>
          <p:nvPr/>
        </p:nvSpPr>
        <p:spPr>
          <a:xfrm>
            <a:off x="3959586" y="1785938"/>
            <a:ext cx="1198418" cy="210058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4BF586A-4128-3F6F-BCFA-E7B37776FF15}"/>
              </a:ext>
            </a:extLst>
          </p:cNvPr>
          <p:cNvCxnSpPr>
            <a:cxnSpLocks/>
            <a:stCxn id="60" idx="3"/>
            <a:endCxn id="62" idx="1"/>
          </p:cNvCxnSpPr>
          <p:nvPr/>
        </p:nvCxnSpPr>
        <p:spPr>
          <a:xfrm flipV="1">
            <a:off x="5158004" y="1858218"/>
            <a:ext cx="391896" cy="32749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B4E8DE4-C889-CCD1-D005-3F5A8C9A7F18}"/>
              </a:ext>
            </a:extLst>
          </p:cNvPr>
          <p:cNvSpPr/>
          <p:nvPr/>
        </p:nvSpPr>
        <p:spPr>
          <a:xfrm>
            <a:off x="5549900" y="1700140"/>
            <a:ext cx="1523590" cy="316156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UserStarredBoard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F88F2CC-1E62-135E-2D70-50B3945AE8B1}"/>
              </a:ext>
            </a:extLst>
          </p:cNvPr>
          <p:cNvSpPr/>
          <p:nvPr/>
        </p:nvSpPr>
        <p:spPr>
          <a:xfrm>
            <a:off x="5603875" y="2154074"/>
            <a:ext cx="1397794" cy="464361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A959EDE-5C0C-3402-69C6-AD6B2FAB8723}"/>
              </a:ext>
            </a:extLst>
          </p:cNvPr>
          <p:cNvCxnSpPr>
            <a:cxnSpLocks/>
            <a:stCxn id="68" idx="3"/>
            <a:endCxn id="70" idx="1"/>
          </p:cNvCxnSpPr>
          <p:nvPr/>
        </p:nvCxnSpPr>
        <p:spPr>
          <a:xfrm flipV="1">
            <a:off x="7001669" y="2371548"/>
            <a:ext cx="1059066" cy="14707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075D6AF-3DC6-EBA5-B417-E825DFE1EA76}"/>
              </a:ext>
            </a:extLst>
          </p:cNvPr>
          <p:cNvSpPr/>
          <p:nvPr/>
        </p:nvSpPr>
        <p:spPr>
          <a:xfrm>
            <a:off x="8060735" y="2230940"/>
            <a:ext cx="1153115" cy="281216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vi-VN" sz="1200" dirty="0">
                <a:solidFill>
                  <a:srgbClr val="005D39"/>
                </a:solidFill>
              </a:rPr>
              <a:t>BackgroudUrl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86F44FE-1FD0-7C32-1517-6932F3F70F16}"/>
              </a:ext>
            </a:extLst>
          </p:cNvPr>
          <p:cNvSpPr/>
          <p:nvPr/>
        </p:nvSpPr>
        <p:spPr>
          <a:xfrm>
            <a:off x="5603875" y="2719388"/>
            <a:ext cx="740569" cy="136712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6ABB82D-F011-6276-80EE-0619C382D3A0}"/>
              </a:ext>
            </a:extLst>
          </p:cNvPr>
          <p:cNvCxnSpPr>
            <a:cxnSpLocks/>
            <a:stCxn id="75" idx="3"/>
            <a:endCxn id="77" idx="1"/>
          </p:cNvCxnSpPr>
          <p:nvPr/>
        </p:nvCxnSpPr>
        <p:spPr>
          <a:xfrm>
            <a:off x="6344444" y="2787744"/>
            <a:ext cx="1716292" cy="1747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6531CE30-10BF-DB1B-5694-FDB5280CC94F}"/>
              </a:ext>
            </a:extLst>
          </p:cNvPr>
          <p:cNvSpPr/>
          <p:nvPr/>
        </p:nvSpPr>
        <p:spPr>
          <a:xfrm>
            <a:off x="8060736" y="2664606"/>
            <a:ext cx="1032557" cy="281215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Board</a:t>
            </a:r>
            <a:r>
              <a:rPr lang="vi-VN" sz="1200" dirty="0">
                <a:solidFill>
                  <a:srgbClr val="005D39"/>
                </a:solidFill>
              </a:rPr>
              <a:t>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0EE8260-6C0F-BE9D-F51B-439CAF22FD7F}"/>
              </a:ext>
            </a:extLst>
          </p:cNvPr>
          <p:cNvSpPr/>
          <p:nvPr/>
        </p:nvSpPr>
        <p:spPr>
          <a:xfrm>
            <a:off x="6499225" y="3893620"/>
            <a:ext cx="502444" cy="16165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8DAD82D-C533-E430-463A-69FC29242514}"/>
              </a:ext>
            </a:extLst>
          </p:cNvPr>
          <p:cNvCxnSpPr>
            <a:cxnSpLocks/>
            <a:stCxn id="85" idx="3"/>
            <a:endCxn id="87" idx="1"/>
          </p:cNvCxnSpPr>
          <p:nvPr/>
        </p:nvCxnSpPr>
        <p:spPr>
          <a:xfrm flipV="1">
            <a:off x="7001669" y="3228998"/>
            <a:ext cx="1059065" cy="745447"/>
          </a:xfrm>
          <a:prstGeom prst="straightConnector1">
            <a:avLst/>
          </a:prstGeom>
          <a:ln w="19050" cap="flat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0D10C8D8-E40C-C056-2A9E-30C17605785E}"/>
              </a:ext>
            </a:extLst>
          </p:cNvPr>
          <p:cNvSpPr/>
          <p:nvPr/>
        </p:nvSpPr>
        <p:spPr>
          <a:xfrm>
            <a:off x="8060734" y="3090549"/>
            <a:ext cx="1065486" cy="276898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IsTemplate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BA65316-5DC8-8EFA-0395-B6439A290DBF}"/>
              </a:ext>
            </a:extLst>
          </p:cNvPr>
          <p:cNvSpPr/>
          <p:nvPr/>
        </p:nvSpPr>
        <p:spPr>
          <a:xfrm>
            <a:off x="1825986" y="3003550"/>
            <a:ext cx="1882414" cy="123190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D6DF8DF-70C1-C889-C6F3-974F0FDA8E71}"/>
              </a:ext>
            </a:extLst>
          </p:cNvPr>
          <p:cNvCxnSpPr>
            <a:cxnSpLocks/>
            <a:stCxn id="96" idx="1"/>
            <a:endCxn id="98" idx="3"/>
          </p:cNvCxnSpPr>
          <p:nvPr/>
        </p:nvCxnSpPr>
        <p:spPr>
          <a:xfrm flipH="1" flipV="1">
            <a:off x="1546225" y="3587078"/>
            <a:ext cx="279761" cy="32422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52F1D23C-9C92-C58A-3E65-CBEA5E8DE127}"/>
              </a:ext>
            </a:extLst>
          </p:cNvPr>
          <p:cNvSpPr/>
          <p:nvPr/>
        </p:nvSpPr>
        <p:spPr>
          <a:xfrm>
            <a:off x="571356" y="3429000"/>
            <a:ext cx="974869" cy="316156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Workspace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C8F251D-08FE-F430-75D9-94A2CBBDF7A5}"/>
              </a:ext>
            </a:extLst>
          </p:cNvPr>
          <p:cNvSpPr/>
          <p:nvPr/>
        </p:nvSpPr>
        <p:spPr>
          <a:xfrm>
            <a:off x="1877873" y="3931444"/>
            <a:ext cx="227946" cy="230981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AF28D77-80A7-D19A-C4E2-FF82B4188F82}"/>
              </a:ext>
            </a:extLst>
          </p:cNvPr>
          <p:cNvCxnSpPr>
            <a:cxnSpLocks/>
            <a:stCxn id="116" idx="2"/>
            <a:endCxn id="118" idx="0"/>
          </p:cNvCxnSpPr>
          <p:nvPr/>
        </p:nvCxnSpPr>
        <p:spPr>
          <a:xfrm flipH="1">
            <a:off x="946078" y="4162425"/>
            <a:ext cx="1045768" cy="55507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0D31358C-276B-3F8E-54D0-2A69E3F649EB}"/>
              </a:ext>
            </a:extLst>
          </p:cNvPr>
          <p:cNvSpPr/>
          <p:nvPr/>
        </p:nvSpPr>
        <p:spPr>
          <a:xfrm>
            <a:off x="571356" y="4717500"/>
            <a:ext cx="749444" cy="316156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LogoUrl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AE758DC-7F3D-6A67-2099-2FD6E65F76CB}"/>
              </a:ext>
            </a:extLst>
          </p:cNvPr>
          <p:cNvSpPr/>
          <p:nvPr/>
        </p:nvSpPr>
        <p:spPr>
          <a:xfrm>
            <a:off x="2129059" y="3931444"/>
            <a:ext cx="868142" cy="230981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81EFB936-9AE3-03E3-1668-C86727DE7C70}"/>
              </a:ext>
            </a:extLst>
          </p:cNvPr>
          <p:cNvCxnSpPr>
            <a:cxnSpLocks/>
            <a:stCxn id="136" idx="2"/>
            <a:endCxn id="138" idx="0"/>
          </p:cNvCxnSpPr>
          <p:nvPr/>
        </p:nvCxnSpPr>
        <p:spPr>
          <a:xfrm>
            <a:off x="2563130" y="4162425"/>
            <a:ext cx="268579" cy="55507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35992581-1084-BF26-B66B-603A2D2B2A39}"/>
              </a:ext>
            </a:extLst>
          </p:cNvPr>
          <p:cNvSpPr/>
          <p:nvPr/>
        </p:nvSpPr>
        <p:spPr>
          <a:xfrm>
            <a:off x="2129058" y="4717500"/>
            <a:ext cx="1405302" cy="316156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WorkspaceName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F16E4DC-ECC9-AAD6-3AF4-748D99082C65}"/>
              </a:ext>
            </a:extLst>
          </p:cNvPr>
          <p:cNvSpPr/>
          <p:nvPr/>
        </p:nvSpPr>
        <p:spPr>
          <a:xfrm>
            <a:off x="7863680" y="5093494"/>
            <a:ext cx="797719" cy="276898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/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077F9AE8-F6EA-CF4E-A8AD-3BDD56DC0985}"/>
              </a:ext>
            </a:extLst>
          </p:cNvPr>
          <p:cNvCxnSpPr>
            <a:cxnSpLocks/>
            <a:stCxn id="146" idx="0"/>
            <a:endCxn id="148" idx="2"/>
          </p:cNvCxnSpPr>
          <p:nvPr/>
        </p:nvCxnSpPr>
        <p:spPr>
          <a:xfrm flipV="1">
            <a:off x="8262540" y="4727964"/>
            <a:ext cx="243745" cy="36553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B68020EF-A90E-23F3-8C0B-8F9B9655A7F6}"/>
              </a:ext>
            </a:extLst>
          </p:cNvPr>
          <p:cNvSpPr/>
          <p:nvPr/>
        </p:nvSpPr>
        <p:spPr>
          <a:xfrm>
            <a:off x="8058291" y="4399413"/>
            <a:ext cx="895987" cy="328551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Member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5C814B6-005E-02D2-C05E-C8F3B5DE8D46}"/>
              </a:ext>
            </a:extLst>
          </p:cNvPr>
          <p:cNvSpPr/>
          <p:nvPr/>
        </p:nvSpPr>
        <p:spPr>
          <a:xfrm>
            <a:off x="1782655" y="2079625"/>
            <a:ext cx="981254" cy="230367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8386C118-C581-78BE-89D4-F8EA1EBE7DDE}"/>
              </a:ext>
            </a:extLst>
          </p:cNvPr>
          <p:cNvCxnSpPr>
            <a:cxnSpLocks/>
            <a:stCxn id="154" idx="1"/>
            <a:endCxn id="156" idx="3"/>
          </p:cNvCxnSpPr>
          <p:nvPr/>
        </p:nvCxnSpPr>
        <p:spPr>
          <a:xfrm flipH="1" flipV="1">
            <a:off x="1509278" y="2098389"/>
            <a:ext cx="273377" cy="9642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56A2BAEE-A30A-89D9-F03E-B7036701A872}"/>
              </a:ext>
            </a:extLst>
          </p:cNvPr>
          <p:cNvSpPr/>
          <p:nvPr/>
        </p:nvSpPr>
        <p:spPr>
          <a:xfrm>
            <a:off x="528025" y="1940311"/>
            <a:ext cx="981253" cy="316156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Template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2E47E54-7332-2209-8146-01601FBAFE96}"/>
              </a:ext>
            </a:extLst>
          </p:cNvPr>
          <p:cNvSpPr/>
          <p:nvPr/>
        </p:nvSpPr>
        <p:spPr>
          <a:xfrm>
            <a:off x="11846560" y="1169459"/>
            <a:ext cx="299474" cy="276898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1E428D4-1EB0-DE9D-725A-1459EDB2F35F}"/>
              </a:ext>
            </a:extLst>
          </p:cNvPr>
          <p:cNvCxnSpPr>
            <a:cxnSpLocks/>
            <a:stCxn id="164" idx="2"/>
            <a:endCxn id="166" idx="0"/>
          </p:cNvCxnSpPr>
          <p:nvPr/>
        </p:nvCxnSpPr>
        <p:spPr>
          <a:xfrm flipH="1">
            <a:off x="11725677" y="1446357"/>
            <a:ext cx="270620" cy="1775053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165C9CF7-616D-E48D-11A0-3FD18E765120}"/>
              </a:ext>
            </a:extLst>
          </p:cNvPr>
          <p:cNvSpPr/>
          <p:nvPr/>
        </p:nvSpPr>
        <p:spPr>
          <a:xfrm>
            <a:off x="11427460" y="3221410"/>
            <a:ext cx="596433" cy="328551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User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03A4EB1-AEA0-E194-C1DA-4CC2CEEE08F0}"/>
              </a:ext>
            </a:extLst>
          </p:cNvPr>
          <p:cNvSpPr/>
          <p:nvPr/>
        </p:nvSpPr>
        <p:spPr>
          <a:xfrm>
            <a:off x="11364118" y="1207294"/>
            <a:ext cx="161925" cy="161926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5E259895-5D03-D82F-6BD8-4754835A4034}"/>
              </a:ext>
            </a:extLst>
          </p:cNvPr>
          <p:cNvCxnSpPr>
            <a:cxnSpLocks/>
            <a:stCxn id="177" idx="2"/>
            <a:endCxn id="179" idx="0"/>
          </p:cNvCxnSpPr>
          <p:nvPr/>
        </p:nvCxnSpPr>
        <p:spPr>
          <a:xfrm flipH="1">
            <a:off x="10809585" y="1369220"/>
            <a:ext cx="635496" cy="1852191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2BD20915-2ABE-90D9-0135-AB9B6E63F7EE}"/>
              </a:ext>
            </a:extLst>
          </p:cNvPr>
          <p:cNvSpPr/>
          <p:nvPr/>
        </p:nvSpPr>
        <p:spPr>
          <a:xfrm>
            <a:off x="10315214" y="3221411"/>
            <a:ext cx="988741" cy="328550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Notification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4E577B21-3844-3B09-ADF9-37AF317F875D}"/>
              </a:ext>
            </a:extLst>
          </p:cNvPr>
          <p:cNvSpPr/>
          <p:nvPr/>
        </p:nvSpPr>
        <p:spPr>
          <a:xfrm>
            <a:off x="5201865" y="5524500"/>
            <a:ext cx="227385" cy="227188"/>
          </a:xfrm>
          <a:prstGeom prst="rect">
            <a:avLst/>
          </a:prstGeom>
          <a:noFill/>
          <a:ln w="19050">
            <a:solidFill>
              <a:srgbClr val="F5AD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148DEE3F-9C0A-96A6-343E-34061F8B41F5}"/>
              </a:ext>
            </a:extLst>
          </p:cNvPr>
          <p:cNvCxnSpPr>
            <a:cxnSpLocks/>
            <a:stCxn id="199" idx="0"/>
          </p:cNvCxnSpPr>
          <p:nvPr/>
        </p:nvCxnSpPr>
        <p:spPr>
          <a:xfrm flipV="1">
            <a:off x="5315558" y="5109260"/>
            <a:ext cx="199976" cy="415240"/>
          </a:xfrm>
          <a:prstGeom prst="straightConnector1">
            <a:avLst/>
          </a:prstGeom>
          <a:ln w="19050" cap="flat">
            <a:solidFill>
              <a:srgbClr val="F5AD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C00F60E2-95EC-E02C-6B79-2311D9B029E7}"/>
              </a:ext>
            </a:extLst>
          </p:cNvPr>
          <p:cNvSpPr/>
          <p:nvPr/>
        </p:nvSpPr>
        <p:spPr>
          <a:xfrm>
            <a:off x="5396476" y="4780709"/>
            <a:ext cx="1475812" cy="328551"/>
          </a:xfrm>
          <a:prstGeom prst="roundRect">
            <a:avLst/>
          </a:prstGeom>
          <a:solidFill>
            <a:srgbClr val="FAD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Board was starred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856B5927-CA05-7788-2EE8-11B70A9D05B1}"/>
              </a:ext>
            </a:extLst>
          </p:cNvPr>
          <p:cNvSpPr/>
          <p:nvPr/>
        </p:nvSpPr>
        <p:spPr>
          <a:xfrm>
            <a:off x="6791630" y="5519737"/>
            <a:ext cx="227385" cy="227188"/>
          </a:xfrm>
          <a:prstGeom prst="rect">
            <a:avLst/>
          </a:prstGeom>
          <a:noFill/>
          <a:ln w="19050">
            <a:solidFill>
              <a:srgbClr val="F5AD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04AEFB53-E57E-D761-F8FE-262BA7E18298}"/>
              </a:ext>
            </a:extLst>
          </p:cNvPr>
          <p:cNvCxnSpPr>
            <a:cxnSpLocks/>
            <a:stCxn id="204" idx="0"/>
          </p:cNvCxnSpPr>
          <p:nvPr/>
        </p:nvCxnSpPr>
        <p:spPr>
          <a:xfrm flipH="1" flipV="1">
            <a:off x="6750447" y="5109260"/>
            <a:ext cx="154876" cy="410477"/>
          </a:xfrm>
          <a:prstGeom prst="straightConnector1">
            <a:avLst/>
          </a:prstGeom>
          <a:ln w="19050" cap="flat">
            <a:solidFill>
              <a:srgbClr val="F5AD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531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3FF21651-A6C0-441B-BF2D-B4D019629F6C}"/>
              </a:ext>
            </a:extLst>
          </p:cNvPr>
          <p:cNvSpPr/>
          <p:nvPr/>
        </p:nvSpPr>
        <p:spPr>
          <a:xfrm>
            <a:off x="-598655" y="1098000"/>
            <a:ext cx="13696122" cy="5759450"/>
          </a:xfrm>
          <a:prstGeom prst="rect">
            <a:avLst/>
          </a:prstGeom>
          <a:solidFill>
            <a:schemeClr val="accent5">
              <a:lumMod val="2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D778544B-CC04-3E20-CCE2-16183D396F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20"/>
          <a:stretch/>
        </p:blipFill>
        <p:spPr>
          <a:xfrm>
            <a:off x="6249406" y="1387672"/>
            <a:ext cx="5942594" cy="639181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5C11D26-0877-59F6-D6E8-90E6061D1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" y="1387672"/>
            <a:ext cx="4967522" cy="656832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Screen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71CCFE-03A3-DADE-0A67-5F6F66DD1AEA}"/>
              </a:ext>
            </a:extLst>
          </p:cNvPr>
          <p:cNvSpPr/>
          <p:nvPr/>
        </p:nvSpPr>
        <p:spPr>
          <a:xfrm>
            <a:off x="2748505" y="1717493"/>
            <a:ext cx="2219433" cy="1114309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AAADD70-56EC-908F-7806-B7781AE0E1DC}"/>
              </a:ext>
            </a:extLst>
          </p:cNvPr>
          <p:cNvCxnSpPr>
            <a:cxnSpLocks/>
            <a:endCxn id="49" idx="3"/>
          </p:cNvCxnSpPr>
          <p:nvPr/>
        </p:nvCxnSpPr>
        <p:spPr>
          <a:xfrm flipH="1">
            <a:off x="1676816" y="1846640"/>
            <a:ext cx="1087694" cy="16167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CC69DF-F21D-D7D3-AACE-D12A606F3A40}"/>
              </a:ext>
            </a:extLst>
          </p:cNvPr>
          <p:cNvSpPr/>
          <p:nvPr/>
        </p:nvSpPr>
        <p:spPr>
          <a:xfrm>
            <a:off x="1093026" y="1752354"/>
            <a:ext cx="583790" cy="220906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User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8DAD82D-C533-E430-463A-69FC29242514}"/>
              </a:ext>
            </a:extLst>
          </p:cNvPr>
          <p:cNvCxnSpPr>
            <a:cxnSpLocks/>
            <a:stCxn id="72" idx="2"/>
            <a:endCxn id="87" idx="3"/>
          </p:cNvCxnSpPr>
          <p:nvPr/>
        </p:nvCxnSpPr>
        <p:spPr>
          <a:xfrm flipH="1">
            <a:off x="2048767" y="2311165"/>
            <a:ext cx="848104" cy="1216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0D10C8D8-E40C-C056-2A9E-30C17605785E}"/>
              </a:ext>
            </a:extLst>
          </p:cNvPr>
          <p:cNvSpPr/>
          <p:nvPr/>
        </p:nvSpPr>
        <p:spPr>
          <a:xfrm>
            <a:off x="1093026" y="2212876"/>
            <a:ext cx="955741" cy="220907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PictureUrl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D268540-A134-6CB2-B85F-764771CABEB6}"/>
              </a:ext>
            </a:extLst>
          </p:cNvPr>
          <p:cNvSpPr/>
          <p:nvPr/>
        </p:nvSpPr>
        <p:spPr>
          <a:xfrm>
            <a:off x="2896871" y="2150268"/>
            <a:ext cx="330993" cy="321793"/>
          </a:xfrm>
          <a:prstGeom prst="ellipse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4F4D97B-B5EE-5093-470B-4CF0FE38B592}"/>
              </a:ext>
            </a:extLst>
          </p:cNvPr>
          <p:cNvSpPr/>
          <p:nvPr/>
        </p:nvSpPr>
        <p:spPr>
          <a:xfrm>
            <a:off x="3245614" y="2333809"/>
            <a:ext cx="1178942" cy="138252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1378137-E616-6CBE-D17F-A8AA6CFB92A3}"/>
              </a:ext>
            </a:extLst>
          </p:cNvPr>
          <p:cNvCxnSpPr>
            <a:cxnSpLocks/>
            <a:stCxn id="80" idx="2"/>
            <a:endCxn id="88" idx="3"/>
          </p:cNvCxnSpPr>
          <p:nvPr/>
        </p:nvCxnSpPr>
        <p:spPr>
          <a:xfrm flipH="1">
            <a:off x="2048764" y="2472061"/>
            <a:ext cx="1786321" cy="249289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40A1C892-FB43-A4F6-A901-756755BAB9AB}"/>
              </a:ext>
            </a:extLst>
          </p:cNvPr>
          <p:cNvSpPr/>
          <p:nvPr/>
        </p:nvSpPr>
        <p:spPr>
          <a:xfrm>
            <a:off x="1093023" y="2610896"/>
            <a:ext cx="955741" cy="220907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Email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9B27AF-9199-C7B1-3EFB-D7A3FAC9A2BA}"/>
              </a:ext>
            </a:extLst>
          </p:cNvPr>
          <p:cNvSpPr/>
          <p:nvPr/>
        </p:nvSpPr>
        <p:spPr>
          <a:xfrm>
            <a:off x="9067874" y="5502553"/>
            <a:ext cx="2081136" cy="303865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B45A768-907A-7164-2F66-9CA442AE18DB}"/>
              </a:ext>
            </a:extLst>
          </p:cNvPr>
          <p:cNvCxnSpPr>
            <a:cxnSpLocks/>
            <a:stCxn id="14" idx="1"/>
            <a:endCxn id="16" idx="3"/>
          </p:cNvCxnSpPr>
          <p:nvPr/>
        </p:nvCxnSpPr>
        <p:spPr>
          <a:xfrm flipH="1" flipV="1">
            <a:off x="7813854" y="5648548"/>
            <a:ext cx="1254020" cy="5938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18A33A7-5DA7-F2B9-4DE0-51191025B0A5}"/>
              </a:ext>
            </a:extLst>
          </p:cNvPr>
          <p:cNvSpPr/>
          <p:nvPr/>
        </p:nvSpPr>
        <p:spPr>
          <a:xfrm>
            <a:off x="6858113" y="5538094"/>
            <a:ext cx="955741" cy="220907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Username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C8682F-5BB0-BA7A-D378-BCC11E6565C9}"/>
              </a:ext>
            </a:extLst>
          </p:cNvPr>
          <p:cNvSpPr/>
          <p:nvPr/>
        </p:nvSpPr>
        <p:spPr>
          <a:xfrm>
            <a:off x="9077554" y="6091539"/>
            <a:ext cx="2081136" cy="531532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8DB05A8-C396-7191-718F-10BB285FFCC5}"/>
              </a:ext>
            </a:extLst>
          </p:cNvPr>
          <p:cNvCxnSpPr>
            <a:cxnSpLocks/>
            <a:stCxn id="17" idx="1"/>
            <a:endCxn id="19" idx="3"/>
          </p:cNvCxnSpPr>
          <p:nvPr/>
        </p:nvCxnSpPr>
        <p:spPr>
          <a:xfrm flipH="1">
            <a:off x="7813855" y="6357305"/>
            <a:ext cx="1263699" cy="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6C9A0F5-7D3E-3F72-9FFC-4804D9251105}"/>
              </a:ext>
            </a:extLst>
          </p:cNvPr>
          <p:cNvSpPr/>
          <p:nvPr/>
        </p:nvSpPr>
        <p:spPr>
          <a:xfrm>
            <a:off x="6858114" y="6246851"/>
            <a:ext cx="955741" cy="220907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Bio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E6F7678-952A-FF50-6333-97A46703CD25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3877335" y="3505725"/>
            <a:ext cx="5148403" cy="22135"/>
          </a:xfrm>
          <a:prstGeom prst="straightConnector1">
            <a:avLst/>
          </a:prstGeom>
          <a:ln w="19050" cap="flat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57224B4-A240-A83E-36A0-A173678CB612}"/>
              </a:ext>
            </a:extLst>
          </p:cNvPr>
          <p:cNvSpPr/>
          <p:nvPr/>
        </p:nvSpPr>
        <p:spPr>
          <a:xfrm>
            <a:off x="2858160" y="3458734"/>
            <a:ext cx="1019175" cy="138252"/>
          </a:xfrm>
          <a:prstGeom prst="rect">
            <a:avLst/>
          </a:prstGeom>
          <a:noFill/>
          <a:ln w="1905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6B5B2B9-73FB-2787-E40E-60EEA6EC6E1D}"/>
              </a:ext>
            </a:extLst>
          </p:cNvPr>
          <p:cNvSpPr/>
          <p:nvPr/>
        </p:nvSpPr>
        <p:spPr>
          <a:xfrm>
            <a:off x="9025738" y="1636147"/>
            <a:ext cx="2243502" cy="5080656"/>
          </a:xfrm>
          <a:prstGeom prst="rect">
            <a:avLst/>
          </a:prstGeom>
          <a:noFill/>
          <a:ln w="1905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597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86BC34-47C8-9971-9E84-9558EC05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 Creation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E22CC1-28D5-2866-C469-3B975788D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363"/>
            <a:ext cx="12192000" cy="586784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ADA7F32-C7DA-E40B-A3DA-E698A56923D5}"/>
              </a:ext>
            </a:extLst>
          </p:cNvPr>
          <p:cNvSpPr/>
          <p:nvPr/>
        </p:nvSpPr>
        <p:spPr>
          <a:xfrm>
            <a:off x="2949936" y="2513255"/>
            <a:ext cx="2650764" cy="261437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03B4F2-318C-08DA-3FD9-972F130A112E}"/>
              </a:ext>
            </a:extLst>
          </p:cNvPr>
          <p:cNvSpPr/>
          <p:nvPr/>
        </p:nvSpPr>
        <p:spPr>
          <a:xfrm>
            <a:off x="790431" y="1437877"/>
            <a:ext cx="974869" cy="316156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Workspace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562AA6-03BA-D0D0-8EFE-02A10D5A18B3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1765300" y="1595955"/>
            <a:ext cx="1184636" cy="91730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D1198-EBE5-CE75-4A5F-5DCEAA88E369}"/>
              </a:ext>
            </a:extLst>
          </p:cNvPr>
          <p:cNvSpPr/>
          <p:nvPr/>
        </p:nvSpPr>
        <p:spPr>
          <a:xfrm>
            <a:off x="3032124" y="2700175"/>
            <a:ext cx="2524125" cy="379576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0006CE-7CFA-5476-B71F-B87DD6179149}"/>
              </a:ext>
            </a:extLst>
          </p:cNvPr>
          <p:cNvCxnSpPr>
            <a:cxnSpLocks/>
            <a:stCxn id="11" idx="1"/>
            <a:endCxn id="13" idx="3"/>
          </p:cNvCxnSpPr>
          <p:nvPr/>
        </p:nvCxnSpPr>
        <p:spPr>
          <a:xfrm flipH="1" flipV="1">
            <a:off x="2095500" y="2830173"/>
            <a:ext cx="936624" cy="5979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1180FAA-C092-FFAC-FC40-7951E666B9B3}"/>
              </a:ext>
            </a:extLst>
          </p:cNvPr>
          <p:cNvSpPr/>
          <p:nvPr/>
        </p:nvSpPr>
        <p:spPr>
          <a:xfrm>
            <a:off x="701307" y="2689565"/>
            <a:ext cx="1394193" cy="281216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WorkspaceName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6F5CDA-75D5-D42C-3554-DA3E414FD8AA}"/>
              </a:ext>
            </a:extLst>
          </p:cNvPr>
          <p:cNvSpPr/>
          <p:nvPr/>
        </p:nvSpPr>
        <p:spPr>
          <a:xfrm>
            <a:off x="3032124" y="3447603"/>
            <a:ext cx="2524125" cy="330647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869817A-D3ED-3C58-5AB6-56B7BEFE4252}"/>
              </a:ext>
            </a:extLst>
          </p:cNvPr>
          <p:cNvCxnSpPr>
            <a:cxnSpLocks/>
            <a:stCxn id="20" idx="1"/>
            <a:endCxn id="22" idx="3"/>
          </p:cNvCxnSpPr>
          <p:nvPr/>
        </p:nvCxnSpPr>
        <p:spPr>
          <a:xfrm flipH="1" flipV="1">
            <a:off x="2178050" y="3577601"/>
            <a:ext cx="854074" cy="35326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795DF7F-09A4-641C-F598-231B551F4075}"/>
              </a:ext>
            </a:extLst>
          </p:cNvPr>
          <p:cNvSpPr/>
          <p:nvPr/>
        </p:nvSpPr>
        <p:spPr>
          <a:xfrm>
            <a:off x="701307" y="3436993"/>
            <a:ext cx="1476743" cy="281216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WorkspaceTypeId</a:t>
            </a:r>
            <a:endParaRPr lang="en-US" sz="1200" dirty="0">
              <a:solidFill>
                <a:srgbClr val="005D39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312B2EE-E146-9987-188F-2488FC161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045" y="2447785"/>
            <a:ext cx="3119706" cy="267845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A66A7E6-F689-5CBE-3502-B34604D08D26}"/>
              </a:ext>
            </a:extLst>
          </p:cNvPr>
          <p:cNvSpPr/>
          <p:nvPr/>
        </p:nvSpPr>
        <p:spPr>
          <a:xfrm>
            <a:off x="3032124" y="3992936"/>
            <a:ext cx="2524125" cy="941014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C796868-6D3F-EF24-153E-7467DFFEB882}"/>
              </a:ext>
            </a:extLst>
          </p:cNvPr>
          <p:cNvCxnSpPr>
            <a:cxnSpLocks/>
            <a:stCxn id="27" idx="1"/>
            <a:endCxn id="29" idx="3"/>
          </p:cNvCxnSpPr>
          <p:nvPr/>
        </p:nvCxnSpPr>
        <p:spPr>
          <a:xfrm flipH="1">
            <a:off x="2463800" y="4463443"/>
            <a:ext cx="568324" cy="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319C88E-64B2-7D14-9815-AA5922D24503}"/>
              </a:ext>
            </a:extLst>
          </p:cNvPr>
          <p:cNvSpPr/>
          <p:nvPr/>
        </p:nvSpPr>
        <p:spPr>
          <a:xfrm>
            <a:off x="693728" y="4322835"/>
            <a:ext cx="1770072" cy="281216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WorkspaceDescription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ED8ED3-E31D-CC83-1DC0-980506687F1D}"/>
              </a:ext>
            </a:extLst>
          </p:cNvPr>
          <p:cNvSpPr/>
          <p:nvPr/>
        </p:nvSpPr>
        <p:spPr>
          <a:xfrm>
            <a:off x="6685591" y="2430704"/>
            <a:ext cx="3125159" cy="2695537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94455F4-DD43-9C24-BEA2-67C001B7F443}"/>
              </a:ext>
            </a:extLst>
          </p:cNvPr>
          <p:cNvSpPr/>
          <p:nvPr/>
        </p:nvSpPr>
        <p:spPr>
          <a:xfrm>
            <a:off x="6742959" y="1726397"/>
            <a:ext cx="1366713" cy="316156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WorkspaceType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EE68B73-FCB1-906D-3726-F4B94E7068B6}"/>
              </a:ext>
            </a:extLst>
          </p:cNvPr>
          <p:cNvCxnSpPr>
            <a:cxnSpLocks/>
            <a:endCxn id="34" idx="3"/>
          </p:cNvCxnSpPr>
          <p:nvPr/>
        </p:nvCxnSpPr>
        <p:spPr>
          <a:xfrm flipH="1" flipV="1">
            <a:off x="8109672" y="1884475"/>
            <a:ext cx="126278" cy="546228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DC2ACB7-091D-EBDB-2B1B-A1C0D9C29421}"/>
              </a:ext>
            </a:extLst>
          </p:cNvPr>
          <p:cNvSpPr/>
          <p:nvPr/>
        </p:nvSpPr>
        <p:spPr>
          <a:xfrm>
            <a:off x="6726421" y="3032012"/>
            <a:ext cx="1014229" cy="1984487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AAF358F-AD6C-FA70-5F5A-FD4FCBB6C198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 flipV="1">
            <a:off x="7740650" y="3908896"/>
            <a:ext cx="352844" cy="11536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D61DC70-5F7B-939D-2F14-81569E3752A6}"/>
              </a:ext>
            </a:extLst>
          </p:cNvPr>
          <p:cNvSpPr/>
          <p:nvPr/>
        </p:nvSpPr>
        <p:spPr>
          <a:xfrm>
            <a:off x="8093494" y="3778250"/>
            <a:ext cx="1717256" cy="261291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WorkspaceTypeName</a:t>
            </a:r>
            <a:endParaRPr lang="en-US" sz="1200" dirty="0">
              <a:solidFill>
                <a:srgbClr val="005D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346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F0ECB3-6078-AD62-64F0-52FEB7855EBE}"/>
              </a:ext>
            </a:extLst>
          </p:cNvPr>
          <p:cNvSpPr/>
          <p:nvPr/>
        </p:nvSpPr>
        <p:spPr>
          <a:xfrm>
            <a:off x="-675861" y="1106570"/>
            <a:ext cx="13696122" cy="5759450"/>
          </a:xfrm>
          <a:prstGeom prst="rect">
            <a:avLst/>
          </a:prstGeom>
          <a:solidFill>
            <a:schemeClr val="accent5">
              <a:lumMod val="2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AD11C8-7E43-D1FA-BDB5-C74B4033E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02" y="1496111"/>
            <a:ext cx="5724900" cy="536210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A7725EA-1844-1485-0316-C5BB22DF4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555" y="1495560"/>
            <a:ext cx="5758755" cy="536210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 Screen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2E905B-58E4-5FD5-2A3D-4F28EC77E7BF}"/>
              </a:ext>
            </a:extLst>
          </p:cNvPr>
          <p:cNvSpPr/>
          <p:nvPr/>
        </p:nvSpPr>
        <p:spPr>
          <a:xfrm>
            <a:off x="3202001" y="2469883"/>
            <a:ext cx="1453275" cy="142875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6FBE64-58D6-6273-5892-C6711A4FC6F7}"/>
              </a:ext>
            </a:extLst>
          </p:cNvPr>
          <p:cNvSpPr/>
          <p:nvPr/>
        </p:nvSpPr>
        <p:spPr>
          <a:xfrm>
            <a:off x="2698380" y="2393047"/>
            <a:ext cx="436122" cy="430657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BA5947-5881-880C-2073-B44C43CE4434}"/>
              </a:ext>
            </a:extLst>
          </p:cNvPr>
          <p:cNvSpPr/>
          <p:nvPr/>
        </p:nvSpPr>
        <p:spPr>
          <a:xfrm>
            <a:off x="8670775" y="2499109"/>
            <a:ext cx="1861473" cy="403526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D81EE8-5F74-757A-0D4A-0A9426451F16}"/>
              </a:ext>
            </a:extLst>
          </p:cNvPr>
          <p:cNvSpPr/>
          <p:nvPr/>
        </p:nvSpPr>
        <p:spPr>
          <a:xfrm>
            <a:off x="8670774" y="2995504"/>
            <a:ext cx="1861473" cy="403526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7F3805-02F1-B0EA-63F3-1FED02509B85}"/>
              </a:ext>
            </a:extLst>
          </p:cNvPr>
          <p:cNvSpPr/>
          <p:nvPr/>
        </p:nvSpPr>
        <p:spPr>
          <a:xfrm>
            <a:off x="8670773" y="3491899"/>
            <a:ext cx="1861473" cy="403526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6F2D41-536C-5C62-5A28-8A363FA1D3C5}"/>
              </a:ext>
            </a:extLst>
          </p:cNvPr>
          <p:cNvSpPr/>
          <p:nvPr/>
        </p:nvSpPr>
        <p:spPr>
          <a:xfrm>
            <a:off x="8670772" y="3988293"/>
            <a:ext cx="1861473" cy="557405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E121B4-E1ED-A542-7DBB-F49BE7380321}"/>
              </a:ext>
            </a:extLst>
          </p:cNvPr>
          <p:cNvSpPr/>
          <p:nvPr/>
        </p:nvSpPr>
        <p:spPr>
          <a:xfrm>
            <a:off x="2595984" y="3628634"/>
            <a:ext cx="2138364" cy="808217"/>
          </a:xfrm>
          <a:prstGeom prst="rect">
            <a:avLst/>
          </a:prstGeom>
          <a:noFill/>
          <a:ln w="1270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B8EED4-573E-4D59-8CDF-352AF9A01D74}"/>
              </a:ext>
            </a:extLst>
          </p:cNvPr>
          <p:cNvSpPr/>
          <p:nvPr/>
        </p:nvSpPr>
        <p:spPr>
          <a:xfrm>
            <a:off x="2595983" y="5048619"/>
            <a:ext cx="3250407" cy="785336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772F40-7366-FE51-70FA-16D7255527FE}"/>
              </a:ext>
            </a:extLst>
          </p:cNvPr>
          <p:cNvSpPr/>
          <p:nvPr/>
        </p:nvSpPr>
        <p:spPr>
          <a:xfrm>
            <a:off x="5320134" y="5369419"/>
            <a:ext cx="461963" cy="140686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644EFC-1875-F1A5-5C60-2EAFC116C465}"/>
              </a:ext>
            </a:extLst>
          </p:cNvPr>
          <p:cNvSpPr/>
          <p:nvPr/>
        </p:nvSpPr>
        <p:spPr>
          <a:xfrm>
            <a:off x="2590864" y="4740820"/>
            <a:ext cx="1772008" cy="161553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D17F9BF-C8C3-97EF-5322-14D7AA2EBB8E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3928639" y="2133611"/>
            <a:ext cx="0" cy="336272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68F7E03-08F2-A6C5-C64D-E2C7ECE48891}"/>
              </a:ext>
            </a:extLst>
          </p:cNvPr>
          <p:cNvSpPr/>
          <p:nvPr/>
        </p:nvSpPr>
        <p:spPr>
          <a:xfrm>
            <a:off x="2684851" y="1912704"/>
            <a:ext cx="1504190" cy="220907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WorkspaceName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E1C2835-F2B7-5083-208B-D8E53DE963D8}"/>
              </a:ext>
            </a:extLst>
          </p:cNvPr>
          <p:cNvSpPr/>
          <p:nvPr/>
        </p:nvSpPr>
        <p:spPr>
          <a:xfrm>
            <a:off x="1512982" y="2497074"/>
            <a:ext cx="838960" cy="220907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LogoUrl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00AC00D-F8D4-8B3D-FB2A-048975EA6091}"/>
              </a:ext>
            </a:extLst>
          </p:cNvPr>
          <p:cNvCxnSpPr>
            <a:cxnSpLocks/>
            <a:stCxn id="12" idx="1"/>
            <a:endCxn id="42" idx="3"/>
          </p:cNvCxnSpPr>
          <p:nvPr/>
        </p:nvCxnSpPr>
        <p:spPr>
          <a:xfrm flipH="1" flipV="1">
            <a:off x="2351942" y="2607528"/>
            <a:ext cx="346438" cy="848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048A194-6B2E-AA98-8976-62654779A5A0}"/>
              </a:ext>
            </a:extLst>
          </p:cNvPr>
          <p:cNvSpPr/>
          <p:nvPr/>
        </p:nvSpPr>
        <p:spPr>
          <a:xfrm>
            <a:off x="4763778" y="2902635"/>
            <a:ext cx="1112712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vi-VN" sz="1200" dirty="0">
                <a:solidFill>
                  <a:srgbClr val="005194"/>
                </a:solidFill>
              </a:rPr>
              <a:t>SettingValue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2F30E39-17EA-399D-4763-2B45E77B6450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4096173" y="2719228"/>
            <a:ext cx="667605" cy="29386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FA14374-E12B-B22E-FA09-0C9D6891018B}"/>
              </a:ext>
            </a:extLst>
          </p:cNvPr>
          <p:cNvSpPr/>
          <p:nvPr/>
        </p:nvSpPr>
        <p:spPr>
          <a:xfrm>
            <a:off x="3665167" y="2664603"/>
            <a:ext cx="431006" cy="10925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838F71-3E05-D1AC-5DEA-248C21F0C19E}"/>
              </a:ext>
            </a:extLst>
          </p:cNvPr>
          <p:cNvSpPr/>
          <p:nvPr/>
        </p:nvSpPr>
        <p:spPr>
          <a:xfrm>
            <a:off x="2595983" y="3324315"/>
            <a:ext cx="918370" cy="167584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187638D-2D58-95AF-5480-09679A68DFBC}"/>
              </a:ext>
            </a:extLst>
          </p:cNvPr>
          <p:cNvSpPr/>
          <p:nvPr/>
        </p:nvSpPr>
        <p:spPr>
          <a:xfrm>
            <a:off x="4763778" y="3288576"/>
            <a:ext cx="968313" cy="220907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vi-VN" sz="1200" dirty="0">
                <a:solidFill>
                  <a:srgbClr val="005D39"/>
                </a:solidFill>
              </a:rPr>
              <a:t>CreatedBy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0C59245-2CC9-BC28-51EB-9AC1D195F50A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 flipV="1">
            <a:off x="3514353" y="3399030"/>
            <a:ext cx="1249425" cy="9077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73E6A8C-D54C-EFF5-3D89-54A32CB845E5}"/>
              </a:ext>
            </a:extLst>
          </p:cNvPr>
          <p:cNvSpPr/>
          <p:nvPr/>
        </p:nvSpPr>
        <p:spPr>
          <a:xfrm>
            <a:off x="1199287" y="5510105"/>
            <a:ext cx="1112712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vi-VN" sz="1200" dirty="0">
                <a:solidFill>
                  <a:srgbClr val="005194"/>
                </a:solidFill>
              </a:rPr>
              <a:t>Member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0A76A36-C129-1169-3A53-CEC38D40BBCD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2311999" y="4821597"/>
            <a:ext cx="278865" cy="688508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EB284E32-EB2B-3EB8-C104-D3E27D574F78}"/>
              </a:ext>
            </a:extLst>
          </p:cNvPr>
          <p:cNvSpPr/>
          <p:nvPr/>
        </p:nvSpPr>
        <p:spPr>
          <a:xfrm>
            <a:off x="4733678" y="6161900"/>
            <a:ext cx="1112712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Board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9CD57B8-9528-1560-6379-1BBCE3308E0D}"/>
              </a:ext>
            </a:extLst>
          </p:cNvPr>
          <p:cNvCxnSpPr>
            <a:cxnSpLocks/>
            <a:stCxn id="32" idx="2"/>
            <a:endCxn id="78" idx="1"/>
          </p:cNvCxnSpPr>
          <p:nvPr/>
        </p:nvCxnSpPr>
        <p:spPr>
          <a:xfrm>
            <a:off x="4221187" y="5833955"/>
            <a:ext cx="512491" cy="438399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5D3D800-CD8B-AC6C-0D85-A12187861F73}"/>
              </a:ext>
            </a:extLst>
          </p:cNvPr>
          <p:cNvCxnSpPr>
            <a:cxnSpLocks/>
            <a:stCxn id="85" idx="6"/>
          </p:cNvCxnSpPr>
          <p:nvPr/>
        </p:nvCxnSpPr>
        <p:spPr>
          <a:xfrm>
            <a:off x="4615285" y="2544601"/>
            <a:ext cx="3839984" cy="9593"/>
          </a:xfrm>
          <a:prstGeom prst="straightConnector1">
            <a:avLst/>
          </a:prstGeom>
          <a:ln w="19050" cap="flat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ACB2A77E-6D1C-3982-2ED1-ABB575F8E3F3}"/>
              </a:ext>
            </a:extLst>
          </p:cNvPr>
          <p:cNvSpPr/>
          <p:nvPr/>
        </p:nvSpPr>
        <p:spPr>
          <a:xfrm>
            <a:off x="4458355" y="2469883"/>
            <a:ext cx="156930" cy="149435"/>
          </a:xfrm>
          <a:prstGeom prst="ellipse">
            <a:avLst/>
          </a:prstGeom>
          <a:noFill/>
          <a:ln w="1905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07DEFC76-6756-F633-A784-A236125E5F65}"/>
              </a:ext>
            </a:extLst>
          </p:cNvPr>
          <p:cNvSpPr/>
          <p:nvPr/>
        </p:nvSpPr>
        <p:spPr>
          <a:xfrm>
            <a:off x="8455269" y="2393047"/>
            <a:ext cx="2197630" cy="2666161"/>
          </a:xfrm>
          <a:prstGeom prst="rect">
            <a:avLst/>
          </a:prstGeom>
          <a:noFill/>
          <a:ln w="1905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293578D4-AE78-87A9-FB61-9472C8B26D30}"/>
              </a:ext>
            </a:extLst>
          </p:cNvPr>
          <p:cNvSpPr/>
          <p:nvPr/>
        </p:nvSpPr>
        <p:spPr>
          <a:xfrm>
            <a:off x="10468747" y="2023157"/>
            <a:ext cx="1385889" cy="220907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WorkspaceName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AF44D8EE-01C9-BC72-4135-49FE78D166AD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9601512" y="2124790"/>
            <a:ext cx="867235" cy="374319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C9B7B515-4392-292F-C8C1-077EA81E6555}"/>
              </a:ext>
            </a:extLst>
          </p:cNvPr>
          <p:cNvSpPr/>
          <p:nvPr/>
        </p:nvSpPr>
        <p:spPr>
          <a:xfrm>
            <a:off x="10864035" y="2630126"/>
            <a:ext cx="990598" cy="220907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ShortName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01B52984-5930-47C7-226A-8BE21F3D5F34}"/>
              </a:ext>
            </a:extLst>
          </p:cNvPr>
          <p:cNvCxnSpPr>
            <a:cxnSpLocks/>
            <a:stCxn id="24" idx="3"/>
            <a:endCxn id="175" idx="1"/>
          </p:cNvCxnSpPr>
          <p:nvPr/>
        </p:nvCxnSpPr>
        <p:spPr>
          <a:xfrm flipV="1">
            <a:off x="10532247" y="2740580"/>
            <a:ext cx="331788" cy="456687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3F5B3590-86CA-4F38-7213-8BE2EEC44ACE}"/>
              </a:ext>
            </a:extLst>
          </p:cNvPr>
          <p:cNvSpPr/>
          <p:nvPr/>
        </p:nvSpPr>
        <p:spPr>
          <a:xfrm>
            <a:off x="10864035" y="3154045"/>
            <a:ext cx="990598" cy="220907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Website</a:t>
            </a: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18681F29-4B3B-9151-026C-54BD6373547E}"/>
              </a:ext>
            </a:extLst>
          </p:cNvPr>
          <p:cNvCxnSpPr>
            <a:cxnSpLocks/>
            <a:stCxn id="26" idx="3"/>
            <a:endCxn id="179" idx="1"/>
          </p:cNvCxnSpPr>
          <p:nvPr/>
        </p:nvCxnSpPr>
        <p:spPr>
          <a:xfrm flipV="1">
            <a:off x="10532246" y="3264499"/>
            <a:ext cx="331789" cy="429163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A75658F0-0EFA-B663-E716-C0EAAE260E02}"/>
              </a:ext>
            </a:extLst>
          </p:cNvPr>
          <p:cNvSpPr/>
          <p:nvPr/>
        </p:nvSpPr>
        <p:spPr>
          <a:xfrm>
            <a:off x="10872144" y="3755862"/>
            <a:ext cx="990598" cy="220907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Description</a:t>
            </a:r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A25F08D8-5F1D-C7DC-3F46-30E7A7577182}"/>
              </a:ext>
            </a:extLst>
          </p:cNvPr>
          <p:cNvCxnSpPr>
            <a:cxnSpLocks/>
            <a:endCxn id="182" idx="1"/>
          </p:cNvCxnSpPr>
          <p:nvPr/>
        </p:nvCxnSpPr>
        <p:spPr>
          <a:xfrm flipV="1">
            <a:off x="10540355" y="3866316"/>
            <a:ext cx="331789" cy="429163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36A97B-CDD5-8F21-CD0D-05D78E9A604E}"/>
              </a:ext>
            </a:extLst>
          </p:cNvPr>
          <p:cNvSpPr/>
          <p:nvPr/>
        </p:nvSpPr>
        <p:spPr>
          <a:xfrm>
            <a:off x="4763778" y="4555052"/>
            <a:ext cx="968313" cy="220907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IsTemplate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1982616-458A-847B-EC74-CF739C250D70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5225212" y="4764796"/>
            <a:ext cx="325904" cy="604623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2D66D08-2F45-467E-0A91-79ADCA04A686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4096173" y="2719228"/>
            <a:ext cx="667605" cy="21352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1C145B-A153-67B9-BFDF-B0D812ADF155}"/>
              </a:ext>
            </a:extLst>
          </p:cNvPr>
          <p:cNvSpPr/>
          <p:nvPr/>
        </p:nvSpPr>
        <p:spPr>
          <a:xfrm>
            <a:off x="4766487" y="2635436"/>
            <a:ext cx="1112712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vi-VN" sz="1200" dirty="0">
                <a:solidFill>
                  <a:srgbClr val="005194"/>
                </a:solidFill>
              </a:rPr>
              <a:t>Setting</a:t>
            </a:r>
            <a:r>
              <a:rPr lang="en-US" sz="1200" dirty="0">
                <a:solidFill>
                  <a:srgbClr val="005194"/>
                </a:solidFill>
              </a:rPr>
              <a:t>Key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BE8C247-6243-2ABB-0F8C-033B1AEF1A51}"/>
              </a:ext>
            </a:extLst>
          </p:cNvPr>
          <p:cNvSpPr/>
          <p:nvPr/>
        </p:nvSpPr>
        <p:spPr>
          <a:xfrm>
            <a:off x="2311999" y="2961019"/>
            <a:ext cx="918370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vi-VN" sz="1200" dirty="0">
                <a:solidFill>
                  <a:srgbClr val="005194"/>
                </a:solidFill>
              </a:rPr>
              <a:t>BillingPlan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C0E192-C2A8-6C9F-889D-956EA81BEFEE}"/>
              </a:ext>
            </a:extLst>
          </p:cNvPr>
          <p:cNvCxnSpPr>
            <a:cxnSpLocks/>
            <a:stCxn id="17" idx="2"/>
            <a:endCxn id="15" idx="0"/>
          </p:cNvCxnSpPr>
          <p:nvPr/>
        </p:nvCxnSpPr>
        <p:spPr>
          <a:xfrm flipH="1">
            <a:off x="2771184" y="2768514"/>
            <a:ext cx="634643" cy="192505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EA63962-339B-E49C-3F19-EDB045235C8C}"/>
              </a:ext>
            </a:extLst>
          </p:cNvPr>
          <p:cNvSpPr/>
          <p:nvPr/>
        </p:nvSpPr>
        <p:spPr>
          <a:xfrm>
            <a:off x="3190324" y="2659264"/>
            <a:ext cx="431006" cy="10925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6D1A6C5-5C2B-857A-360D-CECE6E0EE1D0}"/>
              </a:ext>
            </a:extLst>
          </p:cNvPr>
          <p:cNvSpPr/>
          <p:nvPr/>
        </p:nvSpPr>
        <p:spPr>
          <a:xfrm>
            <a:off x="3344215" y="2961019"/>
            <a:ext cx="1069817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Subscription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46CF2B1-621B-8FE3-9B82-B0A723EFB5AA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3414342" y="2777792"/>
            <a:ext cx="464782" cy="183227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49EEA8-441A-FE83-4CB5-FC27F716BAE6}"/>
              </a:ext>
            </a:extLst>
          </p:cNvPr>
          <p:cNvSpPr/>
          <p:nvPr/>
        </p:nvSpPr>
        <p:spPr>
          <a:xfrm>
            <a:off x="980042" y="3165488"/>
            <a:ext cx="1112712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Board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729772-4C87-551D-D07C-2AF7EEFD2E71}"/>
              </a:ext>
            </a:extLst>
          </p:cNvPr>
          <p:cNvCxnSpPr>
            <a:cxnSpLocks/>
            <a:stCxn id="29" idx="1"/>
            <a:endCxn id="6" idx="3"/>
          </p:cNvCxnSpPr>
          <p:nvPr/>
        </p:nvCxnSpPr>
        <p:spPr>
          <a:xfrm flipH="1" flipV="1">
            <a:off x="2092754" y="3275942"/>
            <a:ext cx="503230" cy="756801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DF29C7-A0C6-1CAC-E6C4-9BE03931CC32}"/>
              </a:ext>
            </a:extLst>
          </p:cNvPr>
          <p:cNvSpPr/>
          <p:nvPr/>
        </p:nvSpPr>
        <p:spPr>
          <a:xfrm>
            <a:off x="1458465" y="1903883"/>
            <a:ext cx="1112712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Workspace</a:t>
            </a:r>
          </a:p>
        </p:txBody>
      </p:sp>
    </p:spTree>
    <p:extLst>
      <p:ext uri="{BB962C8B-B14F-4D97-AF65-F5344CB8AC3E}">
        <p14:creationId xmlns:p14="http://schemas.microsoft.com/office/powerpoint/2010/main" val="2838306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B559EF6D-8B46-7568-FD02-6F40FC74F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1765"/>
            <a:ext cx="12192000" cy="592237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AE12F17-FDB0-CE4A-39CA-B273A6725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 Creation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8A12A9-BB64-F651-08E5-84A0B6F8AF8C}"/>
              </a:ext>
            </a:extLst>
          </p:cNvPr>
          <p:cNvSpPr/>
          <p:nvPr/>
        </p:nvSpPr>
        <p:spPr>
          <a:xfrm>
            <a:off x="9705022" y="2137104"/>
            <a:ext cx="1914776" cy="3998805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1AF654-BB28-7B23-D501-1B73B1704C83}"/>
              </a:ext>
            </a:extLst>
          </p:cNvPr>
          <p:cNvSpPr/>
          <p:nvPr/>
        </p:nvSpPr>
        <p:spPr>
          <a:xfrm>
            <a:off x="7738475" y="1629875"/>
            <a:ext cx="746760" cy="218400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Board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C045CB-17DE-4E30-7E8A-262FE8378A45}"/>
              </a:ext>
            </a:extLst>
          </p:cNvPr>
          <p:cNvCxnSpPr>
            <a:cxnSpLocks/>
          </p:cNvCxnSpPr>
          <p:nvPr/>
        </p:nvCxnSpPr>
        <p:spPr>
          <a:xfrm flipH="1" flipV="1">
            <a:off x="8485235" y="1739075"/>
            <a:ext cx="1231581" cy="384264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79E351C-0CC8-151A-0F85-C88B6E68DF64}"/>
              </a:ext>
            </a:extLst>
          </p:cNvPr>
          <p:cNvSpPr/>
          <p:nvPr/>
        </p:nvSpPr>
        <p:spPr>
          <a:xfrm>
            <a:off x="9753961" y="3429000"/>
            <a:ext cx="1816898" cy="545940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36B47D9-CC26-ADBD-5394-13E4A1C63648}"/>
              </a:ext>
            </a:extLst>
          </p:cNvPr>
          <p:cNvSpPr/>
          <p:nvPr/>
        </p:nvSpPr>
        <p:spPr>
          <a:xfrm>
            <a:off x="8130250" y="3207625"/>
            <a:ext cx="1321057" cy="218400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BackgroundUrl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C7074A-BDD4-6323-3235-D23396E60281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flipH="1" flipV="1">
            <a:off x="9451307" y="3316825"/>
            <a:ext cx="302654" cy="38514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37E4BC6-0C99-8796-E9CB-E4C5A0C6693C}"/>
              </a:ext>
            </a:extLst>
          </p:cNvPr>
          <p:cNvSpPr/>
          <p:nvPr/>
        </p:nvSpPr>
        <p:spPr>
          <a:xfrm>
            <a:off x="9753961" y="4136507"/>
            <a:ext cx="1816898" cy="289307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2BC495C-7B9E-4604-4E25-F3680D3FCC2D}"/>
              </a:ext>
            </a:extLst>
          </p:cNvPr>
          <p:cNvSpPr/>
          <p:nvPr/>
        </p:nvSpPr>
        <p:spPr>
          <a:xfrm>
            <a:off x="8206169" y="3614165"/>
            <a:ext cx="1245138" cy="220906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BoardTitle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A1902DE-7BAA-8958-32AF-D1747876669F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flipH="1" flipV="1">
            <a:off x="9451307" y="3724618"/>
            <a:ext cx="302654" cy="556543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1CA679F-71BC-26D2-DAF3-6DD139BD37A7}"/>
              </a:ext>
            </a:extLst>
          </p:cNvPr>
          <p:cNvSpPr/>
          <p:nvPr/>
        </p:nvSpPr>
        <p:spPr>
          <a:xfrm>
            <a:off x="9757614" y="4792511"/>
            <a:ext cx="1838366" cy="289307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8B51855-383F-CBF8-A3A2-71DAB8D155FE}"/>
              </a:ext>
            </a:extLst>
          </p:cNvPr>
          <p:cNvSpPr/>
          <p:nvPr/>
        </p:nvSpPr>
        <p:spPr>
          <a:xfrm>
            <a:off x="8206169" y="4820552"/>
            <a:ext cx="1245138" cy="220906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WorkspaceId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EE56378-FF89-6D88-D76A-570EBD15FC0D}"/>
              </a:ext>
            </a:extLst>
          </p:cNvPr>
          <p:cNvCxnSpPr>
            <a:cxnSpLocks/>
            <a:stCxn id="25" idx="1"/>
            <a:endCxn id="26" idx="3"/>
          </p:cNvCxnSpPr>
          <p:nvPr/>
        </p:nvCxnSpPr>
        <p:spPr>
          <a:xfrm flipH="1" flipV="1">
            <a:off x="9451307" y="4931005"/>
            <a:ext cx="306307" cy="616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21B0DDED-E975-9C10-6B48-304EEFC13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825" y="3660696"/>
            <a:ext cx="2513109" cy="2193717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9A8236EA-9A3C-B0B5-F736-DBB5DE2DCDBE}"/>
              </a:ext>
            </a:extLst>
          </p:cNvPr>
          <p:cNvSpPr/>
          <p:nvPr/>
        </p:nvSpPr>
        <p:spPr>
          <a:xfrm>
            <a:off x="3734744" y="3660697"/>
            <a:ext cx="2476190" cy="2048520"/>
          </a:xfrm>
          <a:prstGeom prst="rect">
            <a:avLst/>
          </a:prstGeom>
          <a:noFill/>
          <a:ln w="1905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E81892B-B5DE-FE42-79F5-CE550D78E370}"/>
              </a:ext>
            </a:extLst>
          </p:cNvPr>
          <p:cNvCxnSpPr>
            <a:cxnSpLocks/>
            <a:endCxn id="56" idx="3"/>
          </p:cNvCxnSpPr>
          <p:nvPr/>
        </p:nvCxnSpPr>
        <p:spPr>
          <a:xfrm flipH="1" flipV="1">
            <a:off x="6210934" y="4684957"/>
            <a:ext cx="3546680" cy="107554"/>
          </a:xfrm>
          <a:prstGeom prst="straightConnector1">
            <a:avLst/>
          </a:prstGeom>
          <a:ln w="19050" cap="flat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7BAC00DB-52F9-340C-86FE-2BDE26AA6CDB}"/>
              </a:ext>
            </a:extLst>
          </p:cNvPr>
          <p:cNvSpPr/>
          <p:nvPr/>
        </p:nvSpPr>
        <p:spPr>
          <a:xfrm flipV="1">
            <a:off x="9757615" y="5340959"/>
            <a:ext cx="548436" cy="144718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112E6460-3B91-7EE5-66A9-549E12C8FB51}"/>
              </a:ext>
            </a:extLst>
          </p:cNvPr>
          <p:cNvSpPr/>
          <p:nvPr/>
        </p:nvSpPr>
        <p:spPr>
          <a:xfrm>
            <a:off x="8206168" y="5746235"/>
            <a:ext cx="1077531" cy="218400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SettingValue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D66DF87-4A04-B4EA-7269-E6BF0D7613AD}"/>
              </a:ext>
            </a:extLst>
          </p:cNvPr>
          <p:cNvCxnSpPr>
            <a:cxnSpLocks/>
            <a:stCxn id="78" idx="1"/>
            <a:endCxn id="79" idx="3"/>
          </p:cNvCxnSpPr>
          <p:nvPr/>
        </p:nvCxnSpPr>
        <p:spPr>
          <a:xfrm flipH="1">
            <a:off x="9283699" y="5413318"/>
            <a:ext cx="473916" cy="442117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C24459E1-5583-68EA-F5F2-2F48B8B1602E}"/>
              </a:ext>
            </a:extLst>
          </p:cNvPr>
          <p:cNvSpPr/>
          <p:nvPr/>
        </p:nvSpPr>
        <p:spPr>
          <a:xfrm>
            <a:off x="8206169" y="5267277"/>
            <a:ext cx="1077531" cy="218400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SettingKey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9BC7C95-D96C-4E6E-E62F-C91E24C8B3C5}"/>
              </a:ext>
            </a:extLst>
          </p:cNvPr>
          <p:cNvCxnSpPr>
            <a:cxnSpLocks/>
            <a:endCxn id="84" idx="3"/>
          </p:cNvCxnSpPr>
          <p:nvPr/>
        </p:nvCxnSpPr>
        <p:spPr>
          <a:xfrm flipH="1">
            <a:off x="9283700" y="5196307"/>
            <a:ext cx="473914" cy="18017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DF45126E-C457-CB8C-2E41-8CBBF979092E}"/>
              </a:ext>
            </a:extLst>
          </p:cNvPr>
          <p:cNvSpPr/>
          <p:nvPr/>
        </p:nvSpPr>
        <p:spPr>
          <a:xfrm flipV="1">
            <a:off x="9757614" y="5131045"/>
            <a:ext cx="548436" cy="136231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3B92F847-1491-8143-7733-35CC25940DFB}"/>
              </a:ext>
            </a:extLst>
          </p:cNvPr>
          <p:cNvSpPr/>
          <p:nvPr/>
        </p:nvSpPr>
        <p:spPr>
          <a:xfrm>
            <a:off x="2248869" y="4466557"/>
            <a:ext cx="1077531" cy="218400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Workspace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181152A-F40B-8398-AB17-BC3D2D5A6AB4}"/>
              </a:ext>
            </a:extLst>
          </p:cNvPr>
          <p:cNvCxnSpPr>
            <a:cxnSpLocks/>
            <a:endCxn id="94" idx="3"/>
          </p:cNvCxnSpPr>
          <p:nvPr/>
        </p:nvCxnSpPr>
        <p:spPr>
          <a:xfrm flipH="1">
            <a:off x="3326400" y="4395587"/>
            <a:ext cx="473914" cy="18017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5B2E1CA2-C5E3-86CA-7C8E-9C78BEC5479B}"/>
              </a:ext>
            </a:extLst>
          </p:cNvPr>
          <p:cNvSpPr/>
          <p:nvPr/>
        </p:nvSpPr>
        <p:spPr>
          <a:xfrm flipV="1">
            <a:off x="3800314" y="4330324"/>
            <a:ext cx="2295686" cy="1327525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26A41B7-BBC7-F6F4-49EB-A15A5A04CE18}"/>
              </a:ext>
            </a:extLst>
          </p:cNvPr>
          <p:cNvSpPr/>
          <p:nvPr/>
        </p:nvSpPr>
        <p:spPr>
          <a:xfrm>
            <a:off x="3844516" y="4395651"/>
            <a:ext cx="1033329" cy="227150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A6723EE2-C036-7835-8483-97EB0470CF64}"/>
              </a:ext>
            </a:extLst>
          </p:cNvPr>
          <p:cNvSpPr/>
          <p:nvPr/>
        </p:nvSpPr>
        <p:spPr>
          <a:xfrm>
            <a:off x="1921543" y="4883633"/>
            <a:ext cx="1404857" cy="220906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WorkspaceName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D9082C8-6CC9-8DCF-13FF-D958B6256F99}"/>
              </a:ext>
            </a:extLst>
          </p:cNvPr>
          <p:cNvCxnSpPr>
            <a:cxnSpLocks/>
            <a:stCxn id="97" idx="1"/>
            <a:endCxn id="98" idx="3"/>
          </p:cNvCxnSpPr>
          <p:nvPr/>
        </p:nvCxnSpPr>
        <p:spPr>
          <a:xfrm flipH="1">
            <a:off x="3326400" y="4509226"/>
            <a:ext cx="518116" cy="48486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49797120-C6C0-AB3E-2D7E-5FC0C9CCE525}"/>
              </a:ext>
            </a:extLst>
          </p:cNvPr>
          <p:cNvSpPr/>
          <p:nvPr/>
        </p:nvSpPr>
        <p:spPr>
          <a:xfrm>
            <a:off x="2244305" y="5311541"/>
            <a:ext cx="1077531" cy="218400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Workspace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A1475F5-F3A1-90B0-3115-57B735BD2C32}"/>
              </a:ext>
            </a:extLst>
          </p:cNvPr>
          <p:cNvCxnSpPr>
            <a:cxnSpLocks/>
            <a:endCxn id="104" idx="3"/>
          </p:cNvCxnSpPr>
          <p:nvPr/>
        </p:nvCxnSpPr>
        <p:spPr>
          <a:xfrm flipH="1">
            <a:off x="3321836" y="4937165"/>
            <a:ext cx="544048" cy="483576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B110DE4-9F81-C04F-AF87-504936A102F3}"/>
              </a:ext>
            </a:extLst>
          </p:cNvPr>
          <p:cNvSpPr/>
          <p:nvPr/>
        </p:nvSpPr>
        <p:spPr>
          <a:xfrm flipV="1">
            <a:off x="3865885" y="4883632"/>
            <a:ext cx="928366" cy="157826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39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7CD1A8-CFD3-D3DF-721B-F298F25C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Workspace, Board, User Relationship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9CB2A3-478D-3289-907B-B84108697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098000"/>
            <a:ext cx="11474194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27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4F1D7532-571C-609F-181C-20E3D766D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00" y="1097999"/>
            <a:ext cx="12197400" cy="730585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 Screen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CEEC26-6AFC-217C-BFC9-58232F0D645A}"/>
              </a:ext>
            </a:extLst>
          </p:cNvPr>
          <p:cNvSpPr/>
          <p:nvPr/>
        </p:nvSpPr>
        <p:spPr>
          <a:xfrm>
            <a:off x="190165" y="1635221"/>
            <a:ext cx="730585" cy="167584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483D0B-1238-41FB-1906-76427DC229A5}"/>
              </a:ext>
            </a:extLst>
          </p:cNvPr>
          <p:cNvSpPr/>
          <p:nvPr/>
        </p:nvSpPr>
        <p:spPr>
          <a:xfrm>
            <a:off x="1147428" y="1181792"/>
            <a:ext cx="975392" cy="220907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Board</a:t>
            </a:r>
            <a:r>
              <a:rPr lang="vi-VN" sz="1200" dirty="0">
                <a:solidFill>
                  <a:srgbClr val="005D39"/>
                </a:solidFill>
              </a:rPr>
              <a:t>Title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A00AE2-6B7B-CEDD-767C-A5121F2D702F}"/>
              </a:ext>
            </a:extLst>
          </p:cNvPr>
          <p:cNvCxnSpPr>
            <a:cxnSpLocks/>
            <a:stCxn id="8" idx="0"/>
            <a:endCxn id="9" idx="1"/>
          </p:cNvCxnSpPr>
          <p:nvPr/>
        </p:nvCxnSpPr>
        <p:spPr>
          <a:xfrm flipV="1">
            <a:off x="555458" y="1292246"/>
            <a:ext cx="591970" cy="34297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2ECD5F-08EF-0A27-4778-615BD0B9A971}"/>
              </a:ext>
            </a:extLst>
          </p:cNvPr>
          <p:cNvSpPr/>
          <p:nvPr/>
        </p:nvSpPr>
        <p:spPr>
          <a:xfrm>
            <a:off x="7079186" y="1603558"/>
            <a:ext cx="620650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Stage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DA3E5C-9D43-9D6A-8808-89A4CB8E6743}"/>
              </a:ext>
            </a:extLst>
          </p:cNvPr>
          <p:cNvCxnSpPr>
            <a:cxnSpLocks/>
            <a:endCxn id="13" idx="2"/>
          </p:cNvCxnSpPr>
          <p:nvPr/>
        </p:nvCxnSpPr>
        <p:spPr>
          <a:xfrm flipH="1" flipV="1">
            <a:off x="7389511" y="1824465"/>
            <a:ext cx="65389" cy="17812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856EA32-CE74-D689-28D9-0056225E1D1F}"/>
              </a:ext>
            </a:extLst>
          </p:cNvPr>
          <p:cNvSpPr/>
          <p:nvPr/>
        </p:nvSpPr>
        <p:spPr>
          <a:xfrm>
            <a:off x="6765134" y="2014688"/>
            <a:ext cx="4417216" cy="176344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34874A-2A4E-96CE-0EF0-355B82AFB441}"/>
              </a:ext>
            </a:extLst>
          </p:cNvPr>
          <p:cNvSpPr/>
          <p:nvPr/>
        </p:nvSpPr>
        <p:spPr>
          <a:xfrm>
            <a:off x="247173" y="2121893"/>
            <a:ext cx="714852" cy="141704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F8D58DA-2850-1FAE-7FA4-7B4C03ED3A5B}"/>
              </a:ext>
            </a:extLst>
          </p:cNvPr>
          <p:cNvSpPr/>
          <p:nvPr/>
        </p:nvSpPr>
        <p:spPr>
          <a:xfrm>
            <a:off x="1147428" y="1575749"/>
            <a:ext cx="975392" cy="220907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Stage</a:t>
            </a:r>
            <a:r>
              <a:rPr lang="vi-VN" sz="1200" dirty="0">
                <a:solidFill>
                  <a:srgbClr val="005D39"/>
                </a:solidFill>
              </a:rPr>
              <a:t>Title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4BA09B7-FC76-6546-893E-E104BEC1680D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962025" y="1802150"/>
            <a:ext cx="689310" cy="39059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FECC482-21F2-8E7B-DD54-CB7AED891B30}"/>
              </a:ext>
            </a:extLst>
          </p:cNvPr>
          <p:cNvSpPr/>
          <p:nvPr/>
        </p:nvSpPr>
        <p:spPr>
          <a:xfrm>
            <a:off x="274063" y="2447647"/>
            <a:ext cx="1714281" cy="96644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2D51F72-DB0C-51DB-4E66-A086D15A057A}"/>
              </a:ext>
            </a:extLst>
          </p:cNvPr>
          <p:cNvSpPr/>
          <p:nvPr/>
        </p:nvSpPr>
        <p:spPr>
          <a:xfrm>
            <a:off x="3351912" y="1581243"/>
            <a:ext cx="620650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Label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CBC9D1E-8D27-F3F7-FEF5-B466B78B8F61}"/>
              </a:ext>
            </a:extLst>
          </p:cNvPr>
          <p:cNvCxnSpPr>
            <a:cxnSpLocks/>
            <a:stCxn id="36" idx="3"/>
            <a:endCxn id="39" idx="2"/>
          </p:cNvCxnSpPr>
          <p:nvPr/>
        </p:nvCxnSpPr>
        <p:spPr>
          <a:xfrm flipV="1">
            <a:off x="1988344" y="1802150"/>
            <a:ext cx="1673893" cy="693819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819359A-5B2E-F5C0-CAC0-90B380D53BB9}"/>
              </a:ext>
            </a:extLst>
          </p:cNvPr>
          <p:cNvSpPr/>
          <p:nvPr/>
        </p:nvSpPr>
        <p:spPr>
          <a:xfrm>
            <a:off x="285272" y="2569423"/>
            <a:ext cx="424341" cy="132258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2F6FCF09-A288-1A11-EC98-6BE0A615463B}"/>
              </a:ext>
            </a:extLst>
          </p:cNvPr>
          <p:cNvSpPr/>
          <p:nvPr/>
        </p:nvSpPr>
        <p:spPr>
          <a:xfrm>
            <a:off x="2516107" y="2514212"/>
            <a:ext cx="975392" cy="220907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Card</a:t>
            </a:r>
            <a:r>
              <a:rPr lang="vi-VN" sz="1200" dirty="0">
                <a:solidFill>
                  <a:srgbClr val="005D39"/>
                </a:solidFill>
              </a:rPr>
              <a:t>Title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5D5F5EB-9D95-69BF-905E-C33FE74C3A90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709613" y="2624666"/>
            <a:ext cx="1806494" cy="10886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58526B4-AC1D-F36A-9F06-2A37E61B07AE}"/>
              </a:ext>
            </a:extLst>
          </p:cNvPr>
          <p:cNvSpPr/>
          <p:nvPr/>
        </p:nvSpPr>
        <p:spPr>
          <a:xfrm>
            <a:off x="285272" y="2724612"/>
            <a:ext cx="1191103" cy="200003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87950959-1939-656B-8DC2-5081E19D5988}"/>
              </a:ext>
            </a:extLst>
          </p:cNvPr>
          <p:cNvSpPr/>
          <p:nvPr/>
        </p:nvSpPr>
        <p:spPr>
          <a:xfrm>
            <a:off x="2519389" y="3471541"/>
            <a:ext cx="975392" cy="220907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IsTemplate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6B51D32-E4E4-3987-0BA2-EE6E842D28E5}"/>
              </a:ext>
            </a:extLst>
          </p:cNvPr>
          <p:cNvCxnSpPr>
            <a:cxnSpLocks/>
            <a:stCxn id="73" idx="2"/>
            <a:endCxn id="74" idx="1"/>
          </p:cNvCxnSpPr>
          <p:nvPr/>
        </p:nvCxnSpPr>
        <p:spPr>
          <a:xfrm>
            <a:off x="880824" y="2924615"/>
            <a:ext cx="1638565" cy="65738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FA5B0DE-AA69-A67D-E5FC-384449CFDD56}"/>
              </a:ext>
            </a:extLst>
          </p:cNvPr>
          <p:cNvCxnSpPr>
            <a:cxnSpLocks/>
            <a:stCxn id="94" idx="3"/>
            <a:endCxn id="99" idx="1"/>
          </p:cNvCxnSpPr>
          <p:nvPr/>
        </p:nvCxnSpPr>
        <p:spPr>
          <a:xfrm>
            <a:off x="1776413" y="2824477"/>
            <a:ext cx="739694" cy="389307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580FAF72-5540-BA33-CEFB-D6047414B865}"/>
              </a:ext>
            </a:extLst>
          </p:cNvPr>
          <p:cNvSpPr/>
          <p:nvPr/>
        </p:nvSpPr>
        <p:spPr>
          <a:xfrm>
            <a:off x="1514014" y="2724612"/>
            <a:ext cx="262399" cy="199729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3370CDE6-C645-CDD7-42A4-AC34D0589B6A}"/>
              </a:ext>
            </a:extLst>
          </p:cNvPr>
          <p:cNvSpPr/>
          <p:nvPr/>
        </p:nvSpPr>
        <p:spPr>
          <a:xfrm>
            <a:off x="2516107" y="3103330"/>
            <a:ext cx="975392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vi-VN" sz="1200" dirty="0">
                <a:solidFill>
                  <a:srgbClr val="005194"/>
                </a:solidFill>
              </a:rPr>
              <a:t>Comment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ABA6F0F-F15B-4E98-3375-5A96F7F35A01}"/>
              </a:ext>
            </a:extLst>
          </p:cNvPr>
          <p:cNvCxnSpPr>
            <a:cxnSpLocks/>
            <a:stCxn id="104" idx="3"/>
            <a:endCxn id="109" idx="0"/>
          </p:cNvCxnSpPr>
          <p:nvPr/>
        </p:nvCxnSpPr>
        <p:spPr>
          <a:xfrm>
            <a:off x="709613" y="3066083"/>
            <a:ext cx="1204912" cy="737567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CE0019E-D923-9EF8-E037-B8DF92A02AD0}"/>
              </a:ext>
            </a:extLst>
          </p:cNvPr>
          <p:cNvSpPr/>
          <p:nvPr/>
        </p:nvSpPr>
        <p:spPr>
          <a:xfrm>
            <a:off x="285272" y="2966218"/>
            <a:ext cx="424341" cy="199729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9BD88C9-7991-9AC4-CC5D-A788EE07B269}"/>
              </a:ext>
            </a:extLst>
          </p:cNvPr>
          <p:cNvSpPr/>
          <p:nvPr/>
        </p:nvSpPr>
        <p:spPr>
          <a:xfrm>
            <a:off x="1276350" y="3803650"/>
            <a:ext cx="1276350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vi-VN" sz="1200" dirty="0">
                <a:solidFill>
                  <a:srgbClr val="005194"/>
                </a:solidFill>
              </a:rPr>
              <a:t>CheckList</a:t>
            </a:r>
            <a:r>
              <a:rPr lang="en-US" sz="1200" dirty="0">
                <a:solidFill>
                  <a:srgbClr val="005194"/>
                </a:solidFill>
              </a:rPr>
              <a:t>Item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B4175FF-591F-8CF3-E23A-FB5A63D60D68}"/>
              </a:ext>
            </a:extLst>
          </p:cNvPr>
          <p:cNvSpPr/>
          <p:nvPr/>
        </p:nvSpPr>
        <p:spPr>
          <a:xfrm>
            <a:off x="4952999" y="2471067"/>
            <a:ext cx="425451" cy="495151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63C58C0D-542C-1CBA-67C7-111EF34CD0F1}"/>
              </a:ext>
            </a:extLst>
          </p:cNvPr>
          <p:cNvSpPr/>
          <p:nvPr/>
        </p:nvSpPr>
        <p:spPr>
          <a:xfrm>
            <a:off x="4309696" y="1581243"/>
            <a:ext cx="694103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Sticker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510AC015-E927-B35E-AE31-6E6155F20891}"/>
              </a:ext>
            </a:extLst>
          </p:cNvPr>
          <p:cNvCxnSpPr>
            <a:cxnSpLocks/>
            <a:stCxn id="126" idx="0"/>
          </p:cNvCxnSpPr>
          <p:nvPr/>
        </p:nvCxnSpPr>
        <p:spPr>
          <a:xfrm flipH="1" flipV="1">
            <a:off x="4620534" y="1802805"/>
            <a:ext cx="545191" cy="668262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2C607E0-C6A6-A7C0-1FF9-D07F2DE31DE0}"/>
              </a:ext>
            </a:extLst>
          </p:cNvPr>
          <p:cNvSpPr/>
          <p:nvPr/>
        </p:nvSpPr>
        <p:spPr>
          <a:xfrm>
            <a:off x="4740274" y="4953000"/>
            <a:ext cx="638176" cy="117249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EFEA76B8-BFE6-C0CA-D581-D4F7ED679049}"/>
              </a:ext>
            </a:extLst>
          </p:cNvPr>
          <p:cNvSpPr/>
          <p:nvPr/>
        </p:nvSpPr>
        <p:spPr>
          <a:xfrm>
            <a:off x="3270250" y="4966814"/>
            <a:ext cx="1112347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CustomField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118C1338-7B66-0009-539C-D28DDB6E3616}"/>
              </a:ext>
            </a:extLst>
          </p:cNvPr>
          <p:cNvCxnSpPr>
            <a:cxnSpLocks/>
            <a:stCxn id="140" idx="1"/>
            <a:endCxn id="141" idx="3"/>
          </p:cNvCxnSpPr>
          <p:nvPr/>
        </p:nvCxnSpPr>
        <p:spPr>
          <a:xfrm flipH="1">
            <a:off x="4382597" y="5011625"/>
            <a:ext cx="357677" cy="65643"/>
          </a:xfrm>
          <a:prstGeom prst="straightConnector1">
            <a:avLst/>
          </a:prstGeom>
          <a:ln w="9525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9816712-3D7D-B258-A787-3DEC171F24E2}"/>
              </a:ext>
            </a:extLst>
          </p:cNvPr>
          <p:cNvSpPr/>
          <p:nvPr/>
        </p:nvSpPr>
        <p:spPr>
          <a:xfrm>
            <a:off x="4740274" y="4715883"/>
            <a:ext cx="172245" cy="142875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5C6FC3B7-5451-F688-3C14-523F43FD5468}"/>
              </a:ext>
            </a:extLst>
          </p:cNvPr>
          <p:cNvSpPr/>
          <p:nvPr/>
        </p:nvSpPr>
        <p:spPr>
          <a:xfrm>
            <a:off x="3407206" y="4676866"/>
            <a:ext cx="975391" cy="220907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Description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727925B-7FA9-B1DA-579F-215384D30584}"/>
              </a:ext>
            </a:extLst>
          </p:cNvPr>
          <p:cNvCxnSpPr>
            <a:cxnSpLocks/>
            <a:stCxn id="151" idx="1"/>
            <a:endCxn id="152" idx="3"/>
          </p:cNvCxnSpPr>
          <p:nvPr/>
        </p:nvCxnSpPr>
        <p:spPr>
          <a:xfrm flipH="1" flipV="1">
            <a:off x="4382597" y="4787320"/>
            <a:ext cx="357677" cy="1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0CD76ED-9FD9-6D72-F72A-FD4B21FD1BD4}"/>
              </a:ext>
            </a:extLst>
          </p:cNvPr>
          <p:cNvSpPr/>
          <p:nvPr/>
        </p:nvSpPr>
        <p:spPr>
          <a:xfrm>
            <a:off x="5282836" y="4732093"/>
            <a:ext cx="284528" cy="142875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F6C1CC81-BE24-C908-6408-2E07AAE2635D}"/>
              </a:ext>
            </a:extLst>
          </p:cNvPr>
          <p:cNvSpPr/>
          <p:nvPr/>
        </p:nvSpPr>
        <p:spPr>
          <a:xfrm>
            <a:off x="6755083" y="4693077"/>
            <a:ext cx="975391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Attachment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BDB5C081-15EA-9413-93D5-095C30A24097}"/>
              </a:ext>
            </a:extLst>
          </p:cNvPr>
          <p:cNvCxnSpPr>
            <a:cxnSpLocks/>
            <a:stCxn id="156" idx="3"/>
            <a:endCxn id="157" idx="1"/>
          </p:cNvCxnSpPr>
          <p:nvPr/>
        </p:nvCxnSpPr>
        <p:spPr>
          <a:xfrm>
            <a:off x="5567364" y="4803531"/>
            <a:ext cx="1187719" cy="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55358AB-E120-9E74-15E9-8EB1FC521BA9}"/>
              </a:ext>
            </a:extLst>
          </p:cNvPr>
          <p:cNvSpPr/>
          <p:nvPr/>
        </p:nvSpPr>
        <p:spPr>
          <a:xfrm>
            <a:off x="5378450" y="6359637"/>
            <a:ext cx="410006" cy="142871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ED54DA42-8382-7079-B046-33CDBC9974EF}"/>
              </a:ext>
            </a:extLst>
          </p:cNvPr>
          <p:cNvSpPr/>
          <p:nvPr/>
        </p:nvSpPr>
        <p:spPr>
          <a:xfrm>
            <a:off x="6765134" y="6109132"/>
            <a:ext cx="1064416" cy="220901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FieldValue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F6F8F6F2-2E0D-A639-34E1-FAD9F937CA38}"/>
              </a:ext>
            </a:extLst>
          </p:cNvPr>
          <p:cNvCxnSpPr>
            <a:cxnSpLocks/>
            <a:stCxn id="165" idx="3"/>
            <a:endCxn id="166" idx="1"/>
          </p:cNvCxnSpPr>
          <p:nvPr/>
        </p:nvCxnSpPr>
        <p:spPr>
          <a:xfrm flipV="1">
            <a:off x="5788456" y="6219583"/>
            <a:ext cx="976678" cy="21149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8FA7C2F-7935-89C4-D9B9-64327EA0DB3F}"/>
              </a:ext>
            </a:extLst>
          </p:cNvPr>
          <p:cNvSpPr/>
          <p:nvPr/>
        </p:nvSpPr>
        <p:spPr>
          <a:xfrm>
            <a:off x="5458191" y="6119580"/>
            <a:ext cx="199660" cy="200003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41457132-000A-FAA5-4407-5C842585F992}"/>
              </a:ext>
            </a:extLst>
          </p:cNvPr>
          <p:cNvSpPr/>
          <p:nvPr/>
        </p:nvSpPr>
        <p:spPr>
          <a:xfrm>
            <a:off x="3407206" y="6340867"/>
            <a:ext cx="975392" cy="220907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Location</a:t>
            </a:r>
          </a:p>
        </p:txBody>
      </p: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DC68C4A-DC5B-5E5A-F33B-64DB5A00D50E}"/>
              </a:ext>
            </a:extLst>
          </p:cNvPr>
          <p:cNvCxnSpPr>
            <a:cxnSpLocks/>
            <a:stCxn id="180" idx="1"/>
            <a:endCxn id="181" idx="3"/>
          </p:cNvCxnSpPr>
          <p:nvPr/>
        </p:nvCxnSpPr>
        <p:spPr>
          <a:xfrm flipH="1">
            <a:off x="4382598" y="6219582"/>
            <a:ext cx="1075593" cy="231739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17DCD41-0B8B-254A-E3A1-EF0AC77A643A}"/>
              </a:ext>
            </a:extLst>
          </p:cNvPr>
          <p:cNvSpPr/>
          <p:nvPr/>
        </p:nvSpPr>
        <p:spPr>
          <a:xfrm>
            <a:off x="8945197" y="1575749"/>
            <a:ext cx="694103" cy="272121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07ED2E-DE5D-F5C7-E576-3FC330D452D1}"/>
              </a:ext>
            </a:extLst>
          </p:cNvPr>
          <p:cNvSpPr/>
          <p:nvPr/>
        </p:nvSpPr>
        <p:spPr>
          <a:xfrm>
            <a:off x="9067656" y="1173114"/>
            <a:ext cx="805324" cy="207181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vi-VN" sz="1200" dirty="0">
                <a:solidFill>
                  <a:srgbClr val="005194"/>
                </a:solidFill>
              </a:rPr>
              <a:t>Member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D49C02-AFEB-8F69-F90B-F177EE4AF44F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9423400" y="1380295"/>
            <a:ext cx="46918" cy="195454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310D94D-7EAB-F557-28E7-2AAECE86AC47}"/>
              </a:ext>
            </a:extLst>
          </p:cNvPr>
          <p:cNvSpPr/>
          <p:nvPr/>
        </p:nvSpPr>
        <p:spPr>
          <a:xfrm>
            <a:off x="4720734" y="5908089"/>
            <a:ext cx="657716" cy="200003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490B9E-7CDE-E1A0-3E50-E7E503DE3519}"/>
              </a:ext>
            </a:extLst>
          </p:cNvPr>
          <p:cNvSpPr/>
          <p:nvPr/>
        </p:nvSpPr>
        <p:spPr>
          <a:xfrm>
            <a:off x="3407206" y="5787184"/>
            <a:ext cx="1075592" cy="220907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IsCompleted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735F862-6D08-0ABD-A097-D347B84A7C07}"/>
              </a:ext>
            </a:extLst>
          </p:cNvPr>
          <p:cNvCxnSpPr>
            <a:cxnSpLocks/>
            <a:stCxn id="16" idx="1"/>
            <a:endCxn id="17" idx="3"/>
          </p:cNvCxnSpPr>
          <p:nvPr/>
        </p:nvCxnSpPr>
        <p:spPr>
          <a:xfrm flipH="1" flipV="1">
            <a:off x="4482798" y="5897638"/>
            <a:ext cx="237936" cy="110453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8E299E7-0D19-972A-D615-5B2371E945B5}"/>
              </a:ext>
            </a:extLst>
          </p:cNvPr>
          <p:cNvSpPr/>
          <p:nvPr/>
        </p:nvSpPr>
        <p:spPr>
          <a:xfrm>
            <a:off x="4620534" y="2387611"/>
            <a:ext cx="2072366" cy="1999309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EC12656-AA6F-D0F7-1403-9878132A7E96}"/>
              </a:ext>
            </a:extLst>
          </p:cNvPr>
          <p:cNvSpPr/>
          <p:nvPr/>
        </p:nvSpPr>
        <p:spPr>
          <a:xfrm>
            <a:off x="3288627" y="4181457"/>
            <a:ext cx="1075592" cy="220907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vi-VN" sz="1200" dirty="0">
                <a:solidFill>
                  <a:srgbClr val="005D39"/>
                </a:solidFill>
              </a:rPr>
              <a:t>CoverValue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D831F9D-350A-5AA8-5000-58A81B0EC335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4364219" y="4291911"/>
            <a:ext cx="256315" cy="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A7AD6B2-E705-598B-D287-E09E6EB7EFF8}"/>
              </a:ext>
            </a:extLst>
          </p:cNvPr>
          <p:cNvSpPr/>
          <p:nvPr/>
        </p:nvSpPr>
        <p:spPr>
          <a:xfrm>
            <a:off x="8073456" y="1599423"/>
            <a:ext cx="694102" cy="236560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Card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7793981-7F09-3546-5310-1F9E995DCFDC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8178800" y="1835983"/>
            <a:ext cx="241707" cy="551628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75B8DC2-115D-F8EA-CDA0-94E2E85EE0E1}"/>
              </a:ext>
            </a:extLst>
          </p:cNvPr>
          <p:cNvSpPr/>
          <p:nvPr/>
        </p:nvSpPr>
        <p:spPr>
          <a:xfrm>
            <a:off x="6829421" y="2387611"/>
            <a:ext cx="2072366" cy="1041389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98E788-0A02-802D-4675-6C785A20EE5C}"/>
              </a:ext>
            </a:extLst>
          </p:cNvPr>
          <p:cNvSpPr/>
          <p:nvPr/>
        </p:nvSpPr>
        <p:spPr>
          <a:xfrm>
            <a:off x="2244264" y="1575749"/>
            <a:ext cx="975392" cy="220907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Position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950F93-1032-A65F-9925-1A5C163FB505}"/>
              </a:ext>
            </a:extLst>
          </p:cNvPr>
          <p:cNvSpPr/>
          <p:nvPr/>
        </p:nvSpPr>
        <p:spPr>
          <a:xfrm>
            <a:off x="252488" y="3496047"/>
            <a:ext cx="924402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vi-VN" sz="1200" dirty="0">
                <a:solidFill>
                  <a:srgbClr val="005194"/>
                </a:solidFill>
              </a:rPr>
              <a:t>CheckList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D28AFB-D5DE-38FA-4767-01D62ED06517}"/>
              </a:ext>
            </a:extLst>
          </p:cNvPr>
          <p:cNvCxnSpPr>
            <a:cxnSpLocks/>
            <a:stCxn id="104" idx="2"/>
            <a:endCxn id="11" idx="0"/>
          </p:cNvCxnSpPr>
          <p:nvPr/>
        </p:nvCxnSpPr>
        <p:spPr>
          <a:xfrm>
            <a:off x="497443" y="3165947"/>
            <a:ext cx="217246" cy="33010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6E1FC28-2261-3E6E-BD82-C6E53C4AD3C3}"/>
              </a:ext>
            </a:extLst>
          </p:cNvPr>
          <p:cNvSpPr/>
          <p:nvPr/>
        </p:nvSpPr>
        <p:spPr>
          <a:xfrm>
            <a:off x="8151818" y="6087893"/>
            <a:ext cx="694103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Color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FA1BFB6-E79C-FDDD-6262-E16BD2AE98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7372"/>
          <a:stretch/>
        </p:blipFill>
        <p:spPr>
          <a:xfrm>
            <a:off x="8677144" y="2361814"/>
            <a:ext cx="2353811" cy="322291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A73EA373-8411-63F2-C6E4-3D8C967F7137}"/>
              </a:ext>
            </a:extLst>
          </p:cNvPr>
          <p:cNvSpPr/>
          <p:nvPr/>
        </p:nvSpPr>
        <p:spPr>
          <a:xfrm>
            <a:off x="8713208" y="4521443"/>
            <a:ext cx="2315959" cy="673898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73B4876-8688-4360-8198-05D35EFFBF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3462" y="2071965"/>
            <a:ext cx="265389" cy="273881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9B423B-66F0-C59D-BF66-37BB8D437E6D}"/>
              </a:ext>
            </a:extLst>
          </p:cNvPr>
          <p:cNvCxnSpPr>
            <a:cxnSpLocks/>
            <a:stCxn id="33" idx="2"/>
            <a:endCxn id="24" idx="0"/>
          </p:cNvCxnSpPr>
          <p:nvPr/>
        </p:nvCxnSpPr>
        <p:spPr>
          <a:xfrm flipH="1">
            <a:off x="8498870" y="5195341"/>
            <a:ext cx="1372318" cy="892552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C7879380-6641-58EA-ABF1-D0F5A5EA5EC2}"/>
              </a:ext>
            </a:extLst>
          </p:cNvPr>
          <p:cNvSpPr/>
          <p:nvPr/>
        </p:nvSpPr>
        <p:spPr>
          <a:xfrm>
            <a:off x="9207066" y="4559025"/>
            <a:ext cx="134229" cy="244505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A2BB005-3642-4A87-5E08-C38EBBA5534D}"/>
              </a:ext>
            </a:extLst>
          </p:cNvPr>
          <p:cNvSpPr/>
          <p:nvPr/>
        </p:nvSpPr>
        <p:spPr>
          <a:xfrm>
            <a:off x="7421584" y="5241964"/>
            <a:ext cx="1075592" cy="220907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ColorIcon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2986D25-339D-B2C8-37CE-84A326AFB95D}"/>
              </a:ext>
            </a:extLst>
          </p:cNvPr>
          <p:cNvCxnSpPr>
            <a:cxnSpLocks/>
            <a:endCxn id="59" idx="3"/>
          </p:cNvCxnSpPr>
          <p:nvPr/>
        </p:nvCxnSpPr>
        <p:spPr>
          <a:xfrm flipH="1">
            <a:off x="8497176" y="4688898"/>
            <a:ext cx="709890" cy="66352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C0C63D7-3580-D6ED-7FE8-249DCA5DA746}"/>
              </a:ext>
            </a:extLst>
          </p:cNvPr>
          <p:cNvSpPr/>
          <p:nvPr/>
        </p:nvSpPr>
        <p:spPr>
          <a:xfrm>
            <a:off x="7421584" y="4241477"/>
            <a:ext cx="1075592" cy="220907"/>
          </a:xfrm>
          <a:prstGeom prst="roundRect">
            <a:avLst/>
          </a:prstGeom>
          <a:solidFill>
            <a:srgbClr val="99BEB0"/>
          </a:solidFill>
          <a:ln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ColorHex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636A1DE-7D38-D200-F5A2-8825567F46CA}"/>
              </a:ext>
            </a:extLst>
          </p:cNvPr>
          <p:cNvCxnSpPr>
            <a:cxnSpLocks/>
            <a:endCxn id="69" idx="3"/>
          </p:cNvCxnSpPr>
          <p:nvPr/>
        </p:nvCxnSpPr>
        <p:spPr>
          <a:xfrm flipH="1" flipV="1">
            <a:off x="8497176" y="4351931"/>
            <a:ext cx="984885" cy="215479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5A0E4AD9-572D-7D2C-9BA3-DB2F6628EEAB}"/>
              </a:ext>
            </a:extLst>
          </p:cNvPr>
          <p:cNvSpPr/>
          <p:nvPr/>
        </p:nvSpPr>
        <p:spPr>
          <a:xfrm>
            <a:off x="9391083" y="4559790"/>
            <a:ext cx="181955" cy="244505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902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7CD1A8-CFD3-D3DF-721B-F298F25C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Workspace, Board, Card, Member Relationship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A626D7-B528-ADA8-6B38-3CFE5D264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99" y="1098000"/>
            <a:ext cx="11336332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949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Picture 359">
            <a:extLst>
              <a:ext uri="{FF2B5EF4-FFF2-40B4-BE49-F238E27FC236}">
                <a16:creationId xmlns:a16="http://schemas.microsoft.com/office/drawing/2014/main" id="{FCAA5AF9-586C-52CB-F2A9-6824C0317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11" y="1101267"/>
            <a:ext cx="12192000" cy="589587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5CD4FCD-07FD-1B95-9961-7ACC09FE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Screen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999C08-F49D-B561-377D-49F87FFC90E6}"/>
              </a:ext>
            </a:extLst>
          </p:cNvPr>
          <p:cNvSpPr/>
          <p:nvPr/>
        </p:nvSpPr>
        <p:spPr>
          <a:xfrm>
            <a:off x="2785665" y="1516856"/>
            <a:ext cx="719535" cy="178593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3FF9E2-E95B-C5DE-F0D0-3AB85F75009B}"/>
              </a:ext>
            </a:extLst>
          </p:cNvPr>
          <p:cNvSpPr/>
          <p:nvPr/>
        </p:nvSpPr>
        <p:spPr>
          <a:xfrm>
            <a:off x="1363664" y="1490742"/>
            <a:ext cx="932990" cy="235419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StageTitle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6DEB633-2A18-C8E4-64CD-41463BA8D5BA}"/>
              </a:ext>
            </a:extLst>
          </p:cNvPr>
          <p:cNvCxnSpPr>
            <a:cxnSpLocks/>
            <a:stCxn id="11" idx="1"/>
            <a:endCxn id="12" idx="3"/>
          </p:cNvCxnSpPr>
          <p:nvPr/>
        </p:nvCxnSpPr>
        <p:spPr>
          <a:xfrm flipH="1">
            <a:off x="2296654" y="1606153"/>
            <a:ext cx="489011" cy="2299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640D614-A7B3-EA4C-3234-173171CBC154}"/>
              </a:ext>
            </a:extLst>
          </p:cNvPr>
          <p:cNvSpPr/>
          <p:nvPr/>
        </p:nvSpPr>
        <p:spPr>
          <a:xfrm>
            <a:off x="3174285" y="1875569"/>
            <a:ext cx="1138635" cy="206313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E7FFCCA-1679-EF32-66EB-3C2D88FDDCBB}"/>
              </a:ext>
            </a:extLst>
          </p:cNvPr>
          <p:cNvSpPr/>
          <p:nvPr/>
        </p:nvSpPr>
        <p:spPr>
          <a:xfrm>
            <a:off x="4953460" y="1834018"/>
            <a:ext cx="997759" cy="271959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IsTemplate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47A4D9-445C-99E8-0D74-74BA71ED5474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4312920" y="1969998"/>
            <a:ext cx="640540" cy="8728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D39E0C1-F41A-2D9B-73E1-820518FA0677}"/>
              </a:ext>
            </a:extLst>
          </p:cNvPr>
          <p:cNvSpPr/>
          <p:nvPr/>
        </p:nvSpPr>
        <p:spPr>
          <a:xfrm>
            <a:off x="2785665" y="2369598"/>
            <a:ext cx="902891" cy="207699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7B9B4F4-606D-05DB-7618-0406D66573A9}"/>
              </a:ext>
            </a:extLst>
          </p:cNvPr>
          <p:cNvSpPr/>
          <p:nvPr/>
        </p:nvSpPr>
        <p:spPr>
          <a:xfrm>
            <a:off x="3189127" y="2817338"/>
            <a:ext cx="844090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CardTitle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77B932-E4C4-417F-BA37-BDD6FD6E3E11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3237111" y="2577297"/>
            <a:ext cx="374061" cy="240041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04B05C3-C7E3-150E-69BD-55F176B2CA79}"/>
              </a:ext>
            </a:extLst>
          </p:cNvPr>
          <p:cNvSpPr/>
          <p:nvPr/>
        </p:nvSpPr>
        <p:spPr>
          <a:xfrm>
            <a:off x="3652398" y="3357993"/>
            <a:ext cx="2100861" cy="345836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F90907E-79E9-D4CD-AE65-170286A6717E}"/>
              </a:ext>
            </a:extLst>
          </p:cNvPr>
          <p:cNvSpPr/>
          <p:nvPr/>
        </p:nvSpPr>
        <p:spPr>
          <a:xfrm>
            <a:off x="1343852" y="2591900"/>
            <a:ext cx="922759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CardLabel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2D3DA65-B96C-E591-9C94-1B75BB42A248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266611" y="2702354"/>
            <a:ext cx="1680971" cy="648789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4FF7A021-B626-47F5-B447-21EA5A4C4E23}"/>
              </a:ext>
            </a:extLst>
          </p:cNvPr>
          <p:cNvSpPr/>
          <p:nvPr/>
        </p:nvSpPr>
        <p:spPr>
          <a:xfrm>
            <a:off x="5114769" y="3427810"/>
            <a:ext cx="196056" cy="194315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CFF3835-1A5B-9EF6-17AC-CF14098E91EA}"/>
              </a:ext>
            </a:extLst>
          </p:cNvPr>
          <p:cNvSpPr/>
          <p:nvPr/>
        </p:nvSpPr>
        <p:spPr>
          <a:xfrm>
            <a:off x="4746302" y="2547642"/>
            <a:ext cx="932989" cy="178161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LabelTitle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FA319BE-E3D8-EF34-B26A-14DC8656C31E}"/>
              </a:ext>
            </a:extLst>
          </p:cNvPr>
          <p:cNvCxnSpPr>
            <a:cxnSpLocks/>
            <a:stCxn id="75" idx="0"/>
            <a:endCxn id="76" idx="2"/>
          </p:cNvCxnSpPr>
          <p:nvPr/>
        </p:nvCxnSpPr>
        <p:spPr>
          <a:xfrm flipV="1">
            <a:off x="5212797" y="2725803"/>
            <a:ext cx="0" cy="702007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21ADEA6D-C366-9322-1E31-BE2C8B0DC01F}"/>
              </a:ext>
            </a:extLst>
          </p:cNvPr>
          <p:cNvSpPr/>
          <p:nvPr/>
        </p:nvSpPr>
        <p:spPr>
          <a:xfrm>
            <a:off x="3793769" y="2346474"/>
            <a:ext cx="854941" cy="178161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ColorIcon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67B335E-37C6-7144-0D40-51998C424066}"/>
              </a:ext>
            </a:extLst>
          </p:cNvPr>
          <p:cNvCxnSpPr>
            <a:cxnSpLocks/>
            <a:stCxn id="94" idx="0"/>
            <a:endCxn id="90" idx="2"/>
          </p:cNvCxnSpPr>
          <p:nvPr/>
        </p:nvCxnSpPr>
        <p:spPr>
          <a:xfrm flipV="1">
            <a:off x="4192780" y="2524635"/>
            <a:ext cx="28460" cy="90317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D76A94F9-7D79-6248-91FF-B8AEE7921146}"/>
              </a:ext>
            </a:extLst>
          </p:cNvPr>
          <p:cNvSpPr/>
          <p:nvPr/>
        </p:nvSpPr>
        <p:spPr>
          <a:xfrm>
            <a:off x="4114808" y="3427810"/>
            <a:ext cx="155944" cy="196696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E94F32A-DFA9-FCCA-B34B-47921863DDBE}"/>
              </a:ext>
            </a:extLst>
          </p:cNvPr>
          <p:cNvSpPr/>
          <p:nvPr/>
        </p:nvSpPr>
        <p:spPr>
          <a:xfrm>
            <a:off x="4315248" y="3432289"/>
            <a:ext cx="88237" cy="196696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986F37F-CF99-8013-ECC3-E7D23BEC3576}"/>
              </a:ext>
            </a:extLst>
          </p:cNvPr>
          <p:cNvCxnSpPr>
            <a:cxnSpLocks/>
            <a:stCxn id="101" idx="0"/>
            <a:endCxn id="105" idx="2"/>
          </p:cNvCxnSpPr>
          <p:nvPr/>
        </p:nvCxnSpPr>
        <p:spPr>
          <a:xfrm flipV="1">
            <a:off x="4359367" y="3070505"/>
            <a:ext cx="330367" cy="361784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AC04E02A-32AF-5129-CD99-CAE298082A2F}"/>
              </a:ext>
            </a:extLst>
          </p:cNvPr>
          <p:cNvSpPr/>
          <p:nvPr/>
        </p:nvSpPr>
        <p:spPr>
          <a:xfrm>
            <a:off x="4262263" y="2892344"/>
            <a:ext cx="854941" cy="178161"/>
          </a:xfrm>
          <a:prstGeom prst="roundRect">
            <a:avLst/>
          </a:prstGeom>
          <a:solidFill>
            <a:srgbClr val="99B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Color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242DD3B-8599-4319-E89F-5CCC68776B81}"/>
              </a:ext>
            </a:extLst>
          </p:cNvPr>
          <p:cNvSpPr/>
          <p:nvPr/>
        </p:nvSpPr>
        <p:spPr>
          <a:xfrm>
            <a:off x="2926081" y="3974829"/>
            <a:ext cx="3074670" cy="178161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AA76C688-6993-4A98-D24E-3878A328315F}"/>
              </a:ext>
            </a:extLst>
          </p:cNvPr>
          <p:cNvCxnSpPr>
            <a:cxnSpLocks/>
            <a:stCxn id="113" idx="1"/>
            <a:endCxn id="115" idx="3"/>
          </p:cNvCxnSpPr>
          <p:nvPr/>
        </p:nvCxnSpPr>
        <p:spPr>
          <a:xfrm flipH="1" flipV="1">
            <a:off x="2364880" y="4045194"/>
            <a:ext cx="561201" cy="18716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52798A33-9B8F-12BC-99CF-2713838D34F9}"/>
              </a:ext>
            </a:extLst>
          </p:cNvPr>
          <p:cNvSpPr/>
          <p:nvPr/>
        </p:nvSpPr>
        <p:spPr>
          <a:xfrm>
            <a:off x="1348563" y="3956113"/>
            <a:ext cx="1016317" cy="178161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Description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E14601E0-EB45-042A-378A-288C9BBC0C50}"/>
              </a:ext>
            </a:extLst>
          </p:cNvPr>
          <p:cNvSpPr/>
          <p:nvPr/>
        </p:nvSpPr>
        <p:spPr>
          <a:xfrm>
            <a:off x="2601163" y="1388380"/>
            <a:ext cx="6930187" cy="5149689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DA1429D6-0E74-D530-20E0-37134AC71044}"/>
              </a:ext>
            </a:extLst>
          </p:cNvPr>
          <p:cNvSpPr/>
          <p:nvPr/>
        </p:nvSpPr>
        <p:spPr>
          <a:xfrm>
            <a:off x="1350234" y="1826225"/>
            <a:ext cx="590090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Card</a:t>
            </a: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8EDED30C-1E11-CC7D-6A30-FACE5F2B4FCE}"/>
              </a:ext>
            </a:extLst>
          </p:cNvPr>
          <p:cNvCxnSpPr>
            <a:cxnSpLocks/>
            <a:endCxn id="185" idx="3"/>
          </p:cNvCxnSpPr>
          <p:nvPr/>
        </p:nvCxnSpPr>
        <p:spPr>
          <a:xfrm flipH="1">
            <a:off x="1940324" y="1936679"/>
            <a:ext cx="660839" cy="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Rectangle 189">
            <a:extLst>
              <a:ext uri="{FF2B5EF4-FFF2-40B4-BE49-F238E27FC236}">
                <a16:creationId xmlns:a16="http://schemas.microsoft.com/office/drawing/2014/main" id="{C7BA14C5-28BB-725B-618C-9B4B497F42F1}"/>
              </a:ext>
            </a:extLst>
          </p:cNvPr>
          <p:cNvSpPr/>
          <p:nvPr/>
        </p:nvSpPr>
        <p:spPr>
          <a:xfrm>
            <a:off x="3758696" y="3417256"/>
            <a:ext cx="311992" cy="21173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C5D7AE0F-C389-FDB0-84B3-1C311898A7C1}"/>
              </a:ext>
            </a:extLst>
          </p:cNvPr>
          <p:cNvSpPr/>
          <p:nvPr/>
        </p:nvSpPr>
        <p:spPr>
          <a:xfrm>
            <a:off x="1351642" y="2920127"/>
            <a:ext cx="922759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Label</a:t>
            </a: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EB4070B5-8ED1-2E50-7259-AB728728D3FF}"/>
              </a:ext>
            </a:extLst>
          </p:cNvPr>
          <p:cNvCxnSpPr>
            <a:cxnSpLocks/>
            <a:stCxn id="191" idx="3"/>
          </p:cNvCxnSpPr>
          <p:nvPr/>
        </p:nvCxnSpPr>
        <p:spPr>
          <a:xfrm>
            <a:off x="2274401" y="3030581"/>
            <a:ext cx="1519368" cy="397229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ectangle 211">
            <a:extLst>
              <a:ext uri="{FF2B5EF4-FFF2-40B4-BE49-F238E27FC236}">
                <a16:creationId xmlns:a16="http://schemas.microsoft.com/office/drawing/2014/main" id="{8F3121AB-75D6-615D-89C1-A7DD6B00F775}"/>
              </a:ext>
            </a:extLst>
          </p:cNvPr>
          <p:cNvSpPr/>
          <p:nvPr/>
        </p:nvSpPr>
        <p:spPr>
          <a:xfrm>
            <a:off x="6724650" y="2868364"/>
            <a:ext cx="2707481" cy="421732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56867633-4FD0-1645-E326-ECF559BA61EC}"/>
              </a:ext>
            </a:extLst>
          </p:cNvPr>
          <p:cNvSpPr/>
          <p:nvPr/>
        </p:nvSpPr>
        <p:spPr>
          <a:xfrm>
            <a:off x="9835859" y="2240473"/>
            <a:ext cx="922759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Comment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EA62D07B-85BC-123C-75E9-DA054BF2BABD}"/>
              </a:ext>
            </a:extLst>
          </p:cNvPr>
          <p:cNvCxnSpPr>
            <a:cxnSpLocks/>
            <a:stCxn id="212" idx="3"/>
            <a:endCxn id="213" idx="1"/>
          </p:cNvCxnSpPr>
          <p:nvPr/>
        </p:nvCxnSpPr>
        <p:spPr>
          <a:xfrm flipV="1">
            <a:off x="9432131" y="2350927"/>
            <a:ext cx="403728" cy="728303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1D9DF0B-A729-C5A5-B8F2-78E9DD5BCE0D}"/>
              </a:ext>
            </a:extLst>
          </p:cNvPr>
          <p:cNvSpPr/>
          <p:nvPr/>
        </p:nvSpPr>
        <p:spPr>
          <a:xfrm>
            <a:off x="6806097" y="3756295"/>
            <a:ext cx="222017" cy="247634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6404D7AA-55C0-627B-8156-67A4BA4323E1}"/>
              </a:ext>
            </a:extLst>
          </p:cNvPr>
          <p:cNvSpPr/>
          <p:nvPr/>
        </p:nvSpPr>
        <p:spPr>
          <a:xfrm>
            <a:off x="5588000" y="4340496"/>
            <a:ext cx="967544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PictureUrl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61587A87-6141-CEF9-4AA6-E3EEED32F349}"/>
              </a:ext>
            </a:extLst>
          </p:cNvPr>
          <p:cNvCxnSpPr>
            <a:cxnSpLocks/>
            <a:stCxn id="224" idx="2"/>
            <a:endCxn id="225" idx="3"/>
          </p:cNvCxnSpPr>
          <p:nvPr/>
        </p:nvCxnSpPr>
        <p:spPr>
          <a:xfrm flipH="1">
            <a:off x="6555544" y="4003929"/>
            <a:ext cx="361562" cy="434404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angle 231">
            <a:extLst>
              <a:ext uri="{FF2B5EF4-FFF2-40B4-BE49-F238E27FC236}">
                <a16:creationId xmlns:a16="http://schemas.microsoft.com/office/drawing/2014/main" id="{09EA6369-24DF-A0D5-FC1E-CA2E4D6B51D5}"/>
              </a:ext>
            </a:extLst>
          </p:cNvPr>
          <p:cNvSpPr/>
          <p:nvPr/>
        </p:nvSpPr>
        <p:spPr>
          <a:xfrm>
            <a:off x="7065023" y="3753034"/>
            <a:ext cx="601266" cy="135750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94846550-00F3-6485-3B01-B5CF5654A95A}"/>
              </a:ext>
            </a:extLst>
          </p:cNvPr>
          <p:cNvSpPr/>
          <p:nvPr/>
        </p:nvSpPr>
        <p:spPr>
          <a:xfrm>
            <a:off x="5609917" y="3074720"/>
            <a:ext cx="967544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Fullname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39E75F12-DD46-4452-EB54-B05776DA073A}"/>
              </a:ext>
            </a:extLst>
          </p:cNvPr>
          <p:cNvCxnSpPr>
            <a:cxnSpLocks/>
          </p:cNvCxnSpPr>
          <p:nvPr/>
        </p:nvCxnSpPr>
        <p:spPr>
          <a:xfrm flipH="1" flipV="1">
            <a:off x="6551707" y="3259253"/>
            <a:ext cx="527387" cy="483557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Rectangle 244">
            <a:extLst>
              <a:ext uri="{FF2B5EF4-FFF2-40B4-BE49-F238E27FC236}">
                <a16:creationId xmlns:a16="http://schemas.microsoft.com/office/drawing/2014/main" id="{641B6913-45AC-DAB3-DF71-76ADE372097D}"/>
              </a:ext>
            </a:extLst>
          </p:cNvPr>
          <p:cNvSpPr/>
          <p:nvPr/>
        </p:nvSpPr>
        <p:spPr>
          <a:xfrm>
            <a:off x="7708675" y="2927830"/>
            <a:ext cx="717776" cy="135750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2D7BA35B-0BD1-8CBC-00F0-0B9037AE9AB5}"/>
              </a:ext>
            </a:extLst>
          </p:cNvPr>
          <p:cNvSpPr/>
          <p:nvPr/>
        </p:nvSpPr>
        <p:spPr>
          <a:xfrm>
            <a:off x="8044333" y="1932699"/>
            <a:ext cx="1084454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CreatedAt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20F02D56-7668-3600-4D93-0AE06618566F}"/>
              </a:ext>
            </a:extLst>
          </p:cNvPr>
          <p:cNvCxnSpPr>
            <a:cxnSpLocks/>
            <a:stCxn id="245" idx="0"/>
            <a:endCxn id="246" idx="2"/>
          </p:cNvCxnSpPr>
          <p:nvPr/>
        </p:nvCxnSpPr>
        <p:spPr>
          <a:xfrm flipV="1">
            <a:off x="8067563" y="2128372"/>
            <a:ext cx="518997" cy="799458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Rectangle 248">
            <a:extLst>
              <a:ext uri="{FF2B5EF4-FFF2-40B4-BE49-F238E27FC236}">
                <a16:creationId xmlns:a16="http://schemas.microsoft.com/office/drawing/2014/main" id="{C243A419-A61E-0993-B8AD-487FED99A261}"/>
              </a:ext>
            </a:extLst>
          </p:cNvPr>
          <p:cNvSpPr/>
          <p:nvPr/>
        </p:nvSpPr>
        <p:spPr>
          <a:xfrm>
            <a:off x="7097999" y="3123503"/>
            <a:ext cx="717776" cy="135750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F802D208-430D-56CC-93E4-8E86D0375ADA}"/>
              </a:ext>
            </a:extLst>
          </p:cNvPr>
          <p:cNvSpPr/>
          <p:nvPr/>
        </p:nvSpPr>
        <p:spPr>
          <a:xfrm>
            <a:off x="8520820" y="3070505"/>
            <a:ext cx="764623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Content</a:t>
            </a:r>
          </a:p>
        </p:txBody>
      </p: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CFD1DD73-7429-A070-97E7-6DE89330753F}"/>
              </a:ext>
            </a:extLst>
          </p:cNvPr>
          <p:cNvCxnSpPr>
            <a:cxnSpLocks/>
            <a:stCxn id="249" idx="3"/>
            <a:endCxn id="250" idx="1"/>
          </p:cNvCxnSpPr>
          <p:nvPr/>
        </p:nvCxnSpPr>
        <p:spPr>
          <a:xfrm flipV="1">
            <a:off x="7815775" y="3168342"/>
            <a:ext cx="705045" cy="23036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>
            <a:extLst>
              <a:ext uri="{FF2B5EF4-FFF2-40B4-BE49-F238E27FC236}">
                <a16:creationId xmlns:a16="http://schemas.microsoft.com/office/drawing/2014/main" id="{C5F54A60-44E0-986B-FFD4-DA9A51BE63F6}"/>
              </a:ext>
            </a:extLst>
          </p:cNvPr>
          <p:cNvSpPr/>
          <p:nvPr/>
        </p:nvSpPr>
        <p:spPr>
          <a:xfrm>
            <a:off x="6994141" y="3323973"/>
            <a:ext cx="2407034" cy="272572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61" name="Rectangle: Rounded Corners 260">
            <a:extLst>
              <a:ext uri="{FF2B5EF4-FFF2-40B4-BE49-F238E27FC236}">
                <a16:creationId xmlns:a16="http://schemas.microsoft.com/office/drawing/2014/main" id="{F8239704-CA67-C82E-9536-E5456BF38F7C}"/>
              </a:ext>
            </a:extLst>
          </p:cNvPr>
          <p:cNvSpPr/>
          <p:nvPr/>
        </p:nvSpPr>
        <p:spPr>
          <a:xfrm>
            <a:off x="9800588" y="3196348"/>
            <a:ext cx="1576174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CommentReaction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064179AF-3272-99E3-332C-59B349003EB5}"/>
              </a:ext>
            </a:extLst>
          </p:cNvPr>
          <p:cNvCxnSpPr>
            <a:cxnSpLocks/>
            <a:endCxn id="261" idx="1"/>
          </p:cNvCxnSpPr>
          <p:nvPr/>
        </p:nvCxnSpPr>
        <p:spPr>
          <a:xfrm flipV="1">
            <a:off x="9392410" y="3306802"/>
            <a:ext cx="408178" cy="60518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Rectangle 270">
            <a:extLst>
              <a:ext uri="{FF2B5EF4-FFF2-40B4-BE49-F238E27FC236}">
                <a16:creationId xmlns:a16="http://schemas.microsoft.com/office/drawing/2014/main" id="{B9C2B61E-77C6-8766-8F9D-2156170D32E5}"/>
              </a:ext>
            </a:extLst>
          </p:cNvPr>
          <p:cNvSpPr/>
          <p:nvPr/>
        </p:nvSpPr>
        <p:spPr>
          <a:xfrm>
            <a:off x="8893656" y="3353952"/>
            <a:ext cx="141001" cy="154447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72" name="Rectangle: Rounded Corners 271">
            <a:extLst>
              <a:ext uri="{FF2B5EF4-FFF2-40B4-BE49-F238E27FC236}">
                <a16:creationId xmlns:a16="http://schemas.microsoft.com/office/drawing/2014/main" id="{B7CBBFCD-B196-9C0C-117B-ED4CD313ADB2}"/>
              </a:ext>
            </a:extLst>
          </p:cNvPr>
          <p:cNvSpPr/>
          <p:nvPr/>
        </p:nvSpPr>
        <p:spPr>
          <a:xfrm>
            <a:off x="9798937" y="3486091"/>
            <a:ext cx="817092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Reaction</a:t>
            </a:r>
          </a:p>
        </p:txBody>
      </p: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9ECB7E47-3375-8322-5856-A3B115C5015D}"/>
              </a:ext>
            </a:extLst>
          </p:cNvPr>
          <p:cNvCxnSpPr>
            <a:cxnSpLocks/>
            <a:stCxn id="271" idx="3"/>
            <a:endCxn id="272" idx="1"/>
          </p:cNvCxnSpPr>
          <p:nvPr/>
        </p:nvCxnSpPr>
        <p:spPr>
          <a:xfrm>
            <a:off x="9034657" y="3431176"/>
            <a:ext cx="764280" cy="165369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Rectangle 306">
            <a:extLst>
              <a:ext uri="{FF2B5EF4-FFF2-40B4-BE49-F238E27FC236}">
                <a16:creationId xmlns:a16="http://schemas.microsoft.com/office/drawing/2014/main" id="{2254AC56-F116-4A97-7D65-62EEACD8AF92}"/>
              </a:ext>
            </a:extLst>
          </p:cNvPr>
          <p:cNvSpPr/>
          <p:nvPr/>
        </p:nvSpPr>
        <p:spPr>
          <a:xfrm>
            <a:off x="6800072" y="2910946"/>
            <a:ext cx="867553" cy="191242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09" name="Rectangle: Rounded Corners 308">
            <a:extLst>
              <a:ext uri="{FF2B5EF4-FFF2-40B4-BE49-F238E27FC236}">
                <a16:creationId xmlns:a16="http://schemas.microsoft.com/office/drawing/2014/main" id="{329FDE94-7EDB-F063-8C31-9416F14137F5}"/>
              </a:ext>
            </a:extLst>
          </p:cNvPr>
          <p:cNvSpPr/>
          <p:nvPr/>
        </p:nvSpPr>
        <p:spPr>
          <a:xfrm>
            <a:off x="6710652" y="1899627"/>
            <a:ext cx="817092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User</a:t>
            </a:r>
          </a:p>
        </p:txBody>
      </p:sp>
      <p:cxnSp>
        <p:nvCxnSpPr>
          <p:cNvPr id="310" name="Straight Arrow Connector 309">
            <a:extLst>
              <a:ext uri="{FF2B5EF4-FFF2-40B4-BE49-F238E27FC236}">
                <a16:creationId xmlns:a16="http://schemas.microsoft.com/office/drawing/2014/main" id="{C475C140-3581-7F48-D152-AD49FD5965CD}"/>
              </a:ext>
            </a:extLst>
          </p:cNvPr>
          <p:cNvCxnSpPr>
            <a:cxnSpLocks/>
            <a:stCxn id="307" idx="0"/>
            <a:endCxn id="309" idx="2"/>
          </p:cNvCxnSpPr>
          <p:nvPr/>
        </p:nvCxnSpPr>
        <p:spPr>
          <a:xfrm flipH="1" flipV="1">
            <a:off x="7119198" y="2120534"/>
            <a:ext cx="114651" cy="790412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Rectangle 336">
            <a:extLst>
              <a:ext uri="{FF2B5EF4-FFF2-40B4-BE49-F238E27FC236}">
                <a16:creationId xmlns:a16="http://schemas.microsoft.com/office/drawing/2014/main" id="{4130FE0D-47CC-5D53-1EFA-B175E1BFE8F6}"/>
              </a:ext>
            </a:extLst>
          </p:cNvPr>
          <p:cNvSpPr/>
          <p:nvPr/>
        </p:nvSpPr>
        <p:spPr>
          <a:xfrm>
            <a:off x="7063321" y="3920645"/>
            <a:ext cx="752454" cy="106812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38" name="Rectangle: Rounded Corners 337">
            <a:extLst>
              <a:ext uri="{FF2B5EF4-FFF2-40B4-BE49-F238E27FC236}">
                <a16:creationId xmlns:a16="http://schemas.microsoft.com/office/drawing/2014/main" id="{829D9EAF-4035-CA85-7C1C-0709C316F2F0}"/>
              </a:ext>
            </a:extLst>
          </p:cNvPr>
          <p:cNvSpPr/>
          <p:nvPr/>
        </p:nvSpPr>
        <p:spPr>
          <a:xfrm>
            <a:off x="6800072" y="4490395"/>
            <a:ext cx="967544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CreatedAt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CD653AA0-0234-B8BA-FCC6-BBF984069D07}"/>
              </a:ext>
            </a:extLst>
          </p:cNvPr>
          <p:cNvCxnSpPr>
            <a:cxnSpLocks/>
            <a:stCxn id="337" idx="2"/>
            <a:endCxn id="338" idx="0"/>
          </p:cNvCxnSpPr>
          <p:nvPr/>
        </p:nvCxnSpPr>
        <p:spPr>
          <a:xfrm flipH="1">
            <a:off x="7283844" y="4027457"/>
            <a:ext cx="155704" cy="462938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Rectangle 343">
            <a:extLst>
              <a:ext uri="{FF2B5EF4-FFF2-40B4-BE49-F238E27FC236}">
                <a16:creationId xmlns:a16="http://schemas.microsoft.com/office/drawing/2014/main" id="{0BF65F75-7A74-24A2-A16A-2B371142B752}"/>
              </a:ext>
            </a:extLst>
          </p:cNvPr>
          <p:cNvSpPr/>
          <p:nvPr/>
        </p:nvSpPr>
        <p:spPr>
          <a:xfrm>
            <a:off x="7688953" y="3756295"/>
            <a:ext cx="1261372" cy="132489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45" name="Rectangle: Rounded Corners 344">
            <a:extLst>
              <a:ext uri="{FF2B5EF4-FFF2-40B4-BE49-F238E27FC236}">
                <a16:creationId xmlns:a16="http://schemas.microsoft.com/office/drawing/2014/main" id="{816DBF0F-AE4B-F247-7916-8EB0F3078F2A}"/>
              </a:ext>
            </a:extLst>
          </p:cNvPr>
          <p:cNvSpPr/>
          <p:nvPr/>
        </p:nvSpPr>
        <p:spPr>
          <a:xfrm>
            <a:off x="8011203" y="4484369"/>
            <a:ext cx="1456600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ActivityDescription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346" name="Straight Arrow Connector 345">
            <a:extLst>
              <a:ext uri="{FF2B5EF4-FFF2-40B4-BE49-F238E27FC236}">
                <a16:creationId xmlns:a16="http://schemas.microsoft.com/office/drawing/2014/main" id="{806297B1-989F-16E2-46AB-60FADD2316DA}"/>
              </a:ext>
            </a:extLst>
          </p:cNvPr>
          <p:cNvCxnSpPr>
            <a:cxnSpLocks/>
            <a:stCxn id="344" idx="2"/>
            <a:endCxn id="345" idx="0"/>
          </p:cNvCxnSpPr>
          <p:nvPr/>
        </p:nvCxnSpPr>
        <p:spPr>
          <a:xfrm>
            <a:off x="8319639" y="3888784"/>
            <a:ext cx="419864" cy="59558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Rectangle 351">
            <a:extLst>
              <a:ext uri="{FF2B5EF4-FFF2-40B4-BE49-F238E27FC236}">
                <a16:creationId xmlns:a16="http://schemas.microsoft.com/office/drawing/2014/main" id="{41971A55-8DE8-8B09-99DD-47D27CD15BE6}"/>
              </a:ext>
            </a:extLst>
          </p:cNvPr>
          <p:cNvSpPr/>
          <p:nvPr/>
        </p:nvSpPr>
        <p:spPr>
          <a:xfrm>
            <a:off x="6755299" y="3690652"/>
            <a:ext cx="2645875" cy="413332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53" name="Rectangle: Rounded Corners 352">
            <a:extLst>
              <a:ext uri="{FF2B5EF4-FFF2-40B4-BE49-F238E27FC236}">
                <a16:creationId xmlns:a16="http://schemas.microsoft.com/office/drawing/2014/main" id="{76C39B9B-5B57-459F-B9F3-520E3B977D37}"/>
              </a:ext>
            </a:extLst>
          </p:cNvPr>
          <p:cNvSpPr/>
          <p:nvPr/>
        </p:nvSpPr>
        <p:spPr>
          <a:xfrm>
            <a:off x="9803531" y="3850801"/>
            <a:ext cx="817092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Activity</a:t>
            </a:r>
          </a:p>
        </p:txBody>
      </p:sp>
      <p:cxnSp>
        <p:nvCxnSpPr>
          <p:cNvPr id="354" name="Straight Arrow Connector 353">
            <a:extLst>
              <a:ext uri="{FF2B5EF4-FFF2-40B4-BE49-F238E27FC236}">
                <a16:creationId xmlns:a16="http://schemas.microsoft.com/office/drawing/2014/main" id="{17653994-A45E-13F1-10B3-B922109CF902}"/>
              </a:ext>
            </a:extLst>
          </p:cNvPr>
          <p:cNvCxnSpPr>
            <a:cxnSpLocks/>
            <a:stCxn id="352" idx="3"/>
            <a:endCxn id="353" idx="1"/>
          </p:cNvCxnSpPr>
          <p:nvPr/>
        </p:nvCxnSpPr>
        <p:spPr>
          <a:xfrm>
            <a:off x="9401174" y="3897318"/>
            <a:ext cx="402357" cy="63937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" name="Rectangle 410">
            <a:extLst>
              <a:ext uri="{FF2B5EF4-FFF2-40B4-BE49-F238E27FC236}">
                <a16:creationId xmlns:a16="http://schemas.microsoft.com/office/drawing/2014/main" id="{7A4F3A48-A1B8-C150-D184-26E21DC2BAF3}"/>
              </a:ext>
            </a:extLst>
          </p:cNvPr>
          <p:cNvSpPr/>
          <p:nvPr/>
        </p:nvSpPr>
        <p:spPr>
          <a:xfrm>
            <a:off x="3035386" y="5756733"/>
            <a:ext cx="3257463" cy="459917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B287B970-711D-A9EE-FE3E-4145C0B8E797}"/>
              </a:ext>
            </a:extLst>
          </p:cNvPr>
          <p:cNvCxnSpPr>
            <a:cxnSpLocks/>
            <a:stCxn id="411" idx="1"/>
            <a:endCxn id="413" idx="3"/>
          </p:cNvCxnSpPr>
          <p:nvPr/>
        </p:nvCxnSpPr>
        <p:spPr>
          <a:xfrm flipH="1">
            <a:off x="2367959" y="5986692"/>
            <a:ext cx="667427" cy="83109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Rectangle: Rounded Corners 412">
            <a:extLst>
              <a:ext uri="{FF2B5EF4-FFF2-40B4-BE49-F238E27FC236}">
                <a16:creationId xmlns:a16="http://schemas.microsoft.com/office/drawing/2014/main" id="{449FC3E6-465F-7A1A-BB15-62CD241179E9}"/>
              </a:ext>
            </a:extLst>
          </p:cNvPr>
          <p:cNvSpPr/>
          <p:nvPr/>
        </p:nvSpPr>
        <p:spPr>
          <a:xfrm>
            <a:off x="1351642" y="5980720"/>
            <a:ext cx="1016317" cy="178161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Location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478BC035-3240-B60D-B07A-ACCFD33DB788}"/>
              </a:ext>
            </a:extLst>
          </p:cNvPr>
          <p:cNvSpPr/>
          <p:nvPr/>
        </p:nvSpPr>
        <p:spPr>
          <a:xfrm>
            <a:off x="2967255" y="3395165"/>
            <a:ext cx="486932" cy="290459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430" name="Rectangle: Rounded Corners 429">
            <a:extLst>
              <a:ext uri="{FF2B5EF4-FFF2-40B4-BE49-F238E27FC236}">
                <a16:creationId xmlns:a16="http://schemas.microsoft.com/office/drawing/2014/main" id="{070C86EC-22E5-467D-1CB9-0148166C8D92}"/>
              </a:ext>
            </a:extLst>
          </p:cNvPr>
          <p:cNvSpPr/>
          <p:nvPr/>
        </p:nvSpPr>
        <p:spPr>
          <a:xfrm>
            <a:off x="1348563" y="3247121"/>
            <a:ext cx="922759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Member</a:t>
            </a:r>
          </a:p>
        </p:txBody>
      </p:sp>
      <p:cxnSp>
        <p:nvCxnSpPr>
          <p:cNvPr id="431" name="Straight Arrow Connector 430">
            <a:extLst>
              <a:ext uri="{FF2B5EF4-FFF2-40B4-BE49-F238E27FC236}">
                <a16:creationId xmlns:a16="http://schemas.microsoft.com/office/drawing/2014/main" id="{EF9E682C-87F2-0C74-E9B1-79621E167511}"/>
              </a:ext>
            </a:extLst>
          </p:cNvPr>
          <p:cNvCxnSpPr>
            <a:cxnSpLocks/>
            <a:stCxn id="430" idx="3"/>
            <a:endCxn id="425" idx="1"/>
          </p:cNvCxnSpPr>
          <p:nvPr/>
        </p:nvCxnSpPr>
        <p:spPr>
          <a:xfrm>
            <a:off x="2271322" y="3357575"/>
            <a:ext cx="695933" cy="18282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2" name="Rectangle 441">
            <a:extLst>
              <a:ext uri="{FF2B5EF4-FFF2-40B4-BE49-F238E27FC236}">
                <a16:creationId xmlns:a16="http://schemas.microsoft.com/office/drawing/2014/main" id="{6D33A7A2-A6BC-AAF2-4AC0-F95FDC688BFE}"/>
              </a:ext>
            </a:extLst>
          </p:cNvPr>
          <p:cNvSpPr/>
          <p:nvPr/>
        </p:nvSpPr>
        <p:spPr>
          <a:xfrm>
            <a:off x="8773096" y="2299778"/>
            <a:ext cx="694707" cy="224857"/>
          </a:xfrm>
          <a:prstGeom prst="rect">
            <a:avLst/>
          </a:prstGeom>
          <a:noFill/>
          <a:ln w="19050">
            <a:solidFill>
              <a:srgbClr val="F5AD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61314065-11DF-DA67-D9B9-D45377E37FB9}"/>
              </a:ext>
            </a:extLst>
          </p:cNvPr>
          <p:cNvCxnSpPr>
            <a:cxnSpLocks/>
            <a:stCxn id="442" idx="0"/>
            <a:endCxn id="444" idx="1"/>
          </p:cNvCxnSpPr>
          <p:nvPr/>
        </p:nvCxnSpPr>
        <p:spPr>
          <a:xfrm flipV="1">
            <a:off x="9120450" y="1764582"/>
            <a:ext cx="715409" cy="535196"/>
          </a:xfrm>
          <a:prstGeom prst="straightConnector1">
            <a:avLst/>
          </a:prstGeom>
          <a:ln w="19050" cap="flat">
            <a:solidFill>
              <a:srgbClr val="F5AD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4" name="Rectangle: Rounded Corners 443">
            <a:extLst>
              <a:ext uri="{FF2B5EF4-FFF2-40B4-BE49-F238E27FC236}">
                <a16:creationId xmlns:a16="http://schemas.microsoft.com/office/drawing/2014/main" id="{C7C778C3-DD64-D8E5-677B-1AD12269DB2F}"/>
              </a:ext>
            </a:extLst>
          </p:cNvPr>
          <p:cNvSpPr/>
          <p:nvPr/>
        </p:nvSpPr>
        <p:spPr>
          <a:xfrm>
            <a:off x="9835859" y="1647997"/>
            <a:ext cx="1924341" cy="233170"/>
          </a:xfrm>
          <a:prstGeom prst="roundRect">
            <a:avLst/>
          </a:prstGeom>
          <a:solidFill>
            <a:srgbClr val="FAD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Show only main activities</a:t>
            </a:r>
          </a:p>
        </p:txBody>
      </p:sp>
    </p:spTree>
    <p:extLst>
      <p:ext uri="{BB962C8B-B14F-4D97-AF65-F5344CB8AC3E}">
        <p14:creationId xmlns:p14="http://schemas.microsoft.com/office/powerpoint/2010/main" val="2274529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7CD1A8-CFD3-D3DF-721B-F298F25C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and Card </a:t>
            </a:r>
            <a:r>
              <a:rPr lang="vi-VN" dirty="0"/>
              <a:t>Detail</a:t>
            </a:r>
            <a:r>
              <a:rPr lang="en-US" dirty="0"/>
              <a:t> Relationship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FF64C2-F84E-4002-515C-065D4A6F3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98" y="1098550"/>
            <a:ext cx="11357751" cy="562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23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Picture 239">
            <a:extLst>
              <a:ext uri="{FF2B5EF4-FFF2-40B4-BE49-F238E27FC236}">
                <a16:creationId xmlns:a16="http://schemas.microsoft.com/office/drawing/2014/main" id="{5C15A8E6-A8B7-8C90-822E-E51ED16B5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7981"/>
            <a:ext cx="12192000" cy="591493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5CD4FCD-07FD-1B95-9961-7ACC09FE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Screen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BBD693C-A54D-C30B-09E9-911E9AF50C36}"/>
              </a:ext>
            </a:extLst>
          </p:cNvPr>
          <p:cNvSpPr/>
          <p:nvPr/>
        </p:nvSpPr>
        <p:spPr>
          <a:xfrm>
            <a:off x="1362361" y="2527868"/>
            <a:ext cx="1073959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CustomField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D37E288-DA3A-F1DF-1521-9632FF55E4F0}"/>
              </a:ext>
            </a:extLst>
          </p:cNvPr>
          <p:cNvCxnSpPr>
            <a:cxnSpLocks/>
            <a:endCxn id="37" idx="3"/>
          </p:cNvCxnSpPr>
          <p:nvPr/>
        </p:nvCxnSpPr>
        <p:spPr>
          <a:xfrm flipH="1" flipV="1">
            <a:off x="2436320" y="2638322"/>
            <a:ext cx="488457" cy="250666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AB98DF47-5FF5-5D29-C8FB-98550016EC6E}"/>
              </a:ext>
            </a:extLst>
          </p:cNvPr>
          <p:cNvSpPr/>
          <p:nvPr/>
        </p:nvSpPr>
        <p:spPr>
          <a:xfrm>
            <a:off x="2993161" y="2992927"/>
            <a:ext cx="3374759" cy="240326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06F0D69-C97B-8133-9B4C-5AB9DF4FF8C7}"/>
              </a:ext>
            </a:extLst>
          </p:cNvPr>
          <p:cNvSpPr/>
          <p:nvPr/>
        </p:nvSpPr>
        <p:spPr>
          <a:xfrm>
            <a:off x="1362360" y="2882473"/>
            <a:ext cx="1073959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FieldValue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40BDEC4-1F39-511B-B853-E8865FF83BAE}"/>
              </a:ext>
            </a:extLst>
          </p:cNvPr>
          <p:cNvCxnSpPr>
            <a:cxnSpLocks/>
            <a:stCxn id="49" idx="1"/>
            <a:endCxn id="50" idx="3"/>
          </p:cNvCxnSpPr>
          <p:nvPr/>
        </p:nvCxnSpPr>
        <p:spPr>
          <a:xfrm flipH="1" flipV="1">
            <a:off x="2436319" y="2992927"/>
            <a:ext cx="556842" cy="120163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EFD49983-88EB-0F17-8098-A9E3FF2F340B}"/>
              </a:ext>
            </a:extLst>
          </p:cNvPr>
          <p:cNvSpPr/>
          <p:nvPr/>
        </p:nvSpPr>
        <p:spPr>
          <a:xfrm>
            <a:off x="1350234" y="4204289"/>
            <a:ext cx="1073959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FieldItem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56BB71-6B92-A5B0-B975-5DF9B74E950C}"/>
              </a:ext>
            </a:extLst>
          </p:cNvPr>
          <p:cNvCxnSpPr>
            <a:cxnSpLocks/>
            <a:endCxn id="69" idx="3"/>
          </p:cNvCxnSpPr>
          <p:nvPr/>
        </p:nvCxnSpPr>
        <p:spPr>
          <a:xfrm flipH="1">
            <a:off x="2424193" y="4178349"/>
            <a:ext cx="1764426" cy="136394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D7150F41-32F2-794E-6384-91DBDE6BE64B}"/>
              </a:ext>
            </a:extLst>
          </p:cNvPr>
          <p:cNvSpPr/>
          <p:nvPr/>
        </p:nvSpPr>
        <p:spPr>
          <a:xfrm>
            <a:off x="4162546" y="3488975"/>
            <a:ext cx="1066677" cy="689374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547111D-F9A5-51AF-AD0C-247E6697F48A}"/>
              </a:ext>
            </a:extLst>
          </p:cNvPr>
          <p:cNvSpPr/>
          <p:nvPr/>
        </p:nvSpPr>
        <p:spPr>
          <a:xfrm flipV="1">
            <a:off x="2993161" y="2825303"/>
            <a:ext cx="133350" cy="121323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5BABA2CA-5D68-FAD7-A324-39DA9C8CDBD3}"/>
              </a:ext>
            </a:extLst>
          </p:cNvPr>
          <p:cNvCxnSpPr>
            <a:cxnSpLocks/>
            <a:stCxn id="142" idx="2"/>
          </p:cNvCxnSpPr>
          <p:nvPr/>
        </p:nvCxnSpPr>
        <p:spPr>
          <a:xfrm flipV="1">
            <a:off x="3059836" y="2377759"/>
            <a:ext cx="290358" cy="447544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7F1A4A2A-A7B5-4AD1-76CD-5F65E35B5FF3}"/>
              </a:ext>
            </a:extLst>
          </p:cNvPr>
          <p:cNvSpPr/>
          <p:nvPr/>
        </p:nvSpPr>
        <p:spPr>
          <a:xfrm flipV="1">
            <a:off x="3148709" y="2828462"/>
            <a:ext cx="177731" cy="121322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FFB3686E-3987-216B-E122-13A84CD748B6}"/>
              </a:ext>
            </a:extLst>
          </p:cNvPr>
          <p:cNvCxnSpPr>
            <a:cxnSpLocks/>
            <a:stCxn id="148" idx="3"/>
          </p:cNvCxnSpPr>
          <p:nvPr/>
        </p:nvCxnSpPr>
        <p:spPr>
          <a:xfrm flipV="1">
            <a:off x="3326440" y="2363295"/>
            <a:ext cx="958751" cy="525828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ectangle 183">
            <a:extLst>
              <a:ext uri="{FF2B5EF4-FFF2-40B4-BE49-F238E27FC236}">
                <a16:creationId xmlns:a16="http://schemas.microsoft.com/office/drawing/2014/main" id="{E14601E0-EB45-042A-378A-288C9BBC0C50}"/>
              </a:ext>
            </a:extLst>
          </p:cNvPr>
          <p:cNvSpPr/>
          <p:nvPr/>
        </p:nvSpPr>
        <p:spPr>
          <a:xfrm>
            <a:off x="2601163" y="1388380"/>
            <a:ext cx="6930187" cy="5149689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DA1429D6-0E74-D530-20E0-37134AC71044}"/>
              </a:ext>
            </a:extLst>
          </p:cNvPr>
          <p:cNvSpPr/>
          <p:nvPr/>
        </p:nvSpPr>
        <p:spPr>
          <a:xfrm>
            <a:off x="1350234" y="1826225"/>
            <a:ext cx="590090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Card</a:t>
            </a: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8EDED30C-1E11-CC7D-6A30-FACE5F2B4FCE}"/>
              </a:ext>
            </a:extLst>
          </p:cNvPr>
          <p:cNvCxnSpPr>
            <a:cxnSpLocks/>
            <a:stCxn id="185" idx="3"/>
          </p:cNvCxnSpPr>
          <p:nvPr/>
        </p:nvCxnSpPr>
        <p:spPr>
          <a:xfrm flipV="1">
            <a:off x="1940324" y="1934879"/>
            <a:ext cx="660839" cy="180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3828CBE-88D9-3434-8651-D765392E65C5}"/>
              </a:ext>
            </a:extLst>
          </p:cNvPr>
          <p:cNvSpPr/>
          <p:nvPr/>
        </p:nvSpPr>
        <p:spPr>
          <a:xfrm>
            <a:off x="2911361" y="2793555"/>
            <a:ext cx="3505200" cy="1129747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9D1CEFD-0988-4755-23F9-9D2FDBA744BC}"/>
              </a:ext>
            </a:extLst>
          </p:cNvPr>
          <p:cNvSpPr/>
          <p:nvPr/>
        </p:nvSpPr>
        <p:spPr>
          <a:xfrm>
            <a:off x="2991927" y="2184622"/>
            <a:ext cx="1153829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DataTypeIcon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9C52EBB-A8A8-1992-FB66-2E7FD31F2003}"/>
              </a:ext>
            </a:extLst>
          </p:cNvPr>
          <p:cNvSpPr/>
          <p:nvPr/>
        </p:nvSpPr>
        <p:spPr>
          <a:xfrm>
            <a:off x="4277431" y="2180774"/>
            <a:ext cx="490821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DD4B6D1-EA62-9C8D-0FC1-7D0EB61BE599}"/>
              </a:ext>
            </a:extLst>
          </p:cNvPr>
          <p:cNvSpPr/>
          <p:nvPr/>
        </p:nvSpPr>
        <p:spPr>
          <a:xfrm flipV="1">
            <a:off x="5359135" y="3039007"/>
            <a:ext cx="396346" cy="131557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6AA3C8B-4B4D-F350-A816-F6AD02F107D8}"/>
              </a:ext>
            </a:extLst>
          </p:cNvPr>
          <p:cNvCxnSpPr>
            <a:cxnSpLocks/>
            <a:stCxn id="42" idx="2"/>
            <a:endCxn id="46" idx="2"/>
          </p:cNvCxnSpPr>
          <p:nvPr/>
        </p:nvCxnSpPr>
        <p:spPr>
          <a:xfrm flipH="1" flipV="1">
            <a:off x="5473705" y="2377309"/>
            <a:ext cx="83603" cy="661698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51114EE-AA0F-2DE5-B9C8-C2C7803D2688}"/>
              </a:ext>
            </a:extLst>
          </p:cNvPr>
          <p:cNvSpPr/>
          <p:nvPr/>
        </p:nvSpPr>
        <p:spPr>
          <a:xfrm>
            <a:off x="4933095" y="2181636"/>
            <a:ext cx="1081220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FieldContent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7EB1F7A-CCC2-74DB-BEE6-28A1020398B0}"/>
              </a:ext>
            </a:extLst>
          </p:cNvPr>
          <p:cNvSpPr/>
          <p:nvPr/>
        </p:nvSpPr>
        <p:spPr>
          <a:xfrm flipV="1">
            <a:off x="4219638" y="3548827"/>
            <a:ext cx="485711" cy="141535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04D012E-53C4-DC10-E728-28D32AD270D9}"/>
              </a:ext>
            </a:extLst>
          </p:cNvPr>
          <p:cNvSpPr/>
          <p:nvPr/>
        </p:nvSpPr>
        <p:spPr>
          <a:xfrm>
            <a:off x="1135380" y="3625058"/>
            <a:ext cx="1300940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FieldItem.Value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74491E9-A22B-244D-884C-66C8427A8DCF}"/>
              </a:ext>
            </a:extLst>
          </p:cNvPr>
          <p:cNvSpPr/>
          <p:nvPr/>
        </p:nvSpPr>
        <p:spPr>
          <a:xfrm>
            <a:off x="8773096" y="2299778"/>
            <a:ext cx="694707" cy="224857"/>
          </a:xfrm>
          <a:prstGeom prst="rect">
            <a:avLst/>
          </a:prstGeom>
          <a:noFill/>
          <a:ln w="19050">
            <a:solidFill>
              <a:srgbClr val="F5AD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A83B65BA-1FE4-8235-4F58-7828925BA024}"/>
              </a:ext>
            </a:extLst>
          </p:cNvPr>
          <p:cNvCxnSpPr>
            <a:cxnSpLocks/>
            <a:stCxn id="140" idx="0"/>
            <a:endCxn id="145" idx="1"/>
          </p:cNvCxnSpPr>
          <p:nvPr/>
        </p:nvCxnSpPr>
        <p:spPr>
          <a:xfrm flipV="1">
            <a:off x="9120450" y="1764582"/>
            <a:ext cx="715409" cy="535196"/>
          </a:xfrm>
          <a:prstGeom prst="straightConnector1">
            <a:avLst/>
          </a:prstGeom>
          <a:ln w="19050" cap="flat">
            <a:solidFill>
              <a:srgbClr val="F5AD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1D8C394F-2250-09DF-F804-967EEDAC7C32}"/>
              </a:ext>
            </a:extLst>
          </p:cNvPr>
          <p:cNvSpPr/>
          <p:nvPr/>
        </p:nvSpPr>
        <p:spPr>
          <a:xfrm>
            <a:off x="9835859" y="1647997"/>
            <a:ext cx="1924341" cy="233170"/>
          </a:xfrm>
          <a:prstGeom prst="roundRect">
            <a:avLst/>
          </a:prstGeom>
          <a:solidFill>
            <a:srgbClr val="FAD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Show more activities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A8407396-64FF-1549-0460-F4BF7A586C39}"/>
              </a:ext>
            </a:extLst>
          </p:cNvPr>
          <p:cNvSpPr/>
          <p:nvPr/>
        </p:nvSpPr>
        <p:spPr>
          <a:xfrm flipV="1">
            <a:off x="6795184" y="2868293"/>
            <a:ext cx="2569073" cy="3340887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3C1B24C4-E83C-2C46-D350-74A6610B910E}"/>
              </a:ext>
            </a:extLst>
          </p:cNvPr>
          <p:cNvCxnSpPr>
            <a:cxnSpLocks/>
            <a:endCxn id="193" idx="3"/>
          </p:cNvCxnSpPr>
          <p:nvPr/>
        </p:nvCxnSpPr>
        <p:spPr>
          <a:xfrm flipH="1">
            <a:off x="6416561" y="3484981"/>
            <a:ext cx="374045" cy="614311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8B09F757-174C-E37F-EDDF-11D03F3307BF}"/>
              </a:ext>
            </a:extLst>
          </p:cNvPr>
          <p:cNvSpPr/>
          <p:nvPr/>
        </p:nvSpPr>
        <p:spPr>
          <a:xfrm>
            <a:off x="5607846" y="4001455"/>
            <a:ext cx="808715" cy="195673"/>
          </a:xfrm>
          <a:prstGeom prst="roundRect">
            <a:avLst/>
          </a:prstGeom>
          <a:solidFill>
            <a:srgbClr val="99B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Activity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EA41FADC-6449-798E-C43D-B20F8616AD7F}"/>
              </a:ext>
            </a:extLst>
          </p:cNvPr>
          <p:cNvSpPr/>
          <p:nvPr/>
        </p:nvSpPr>
        <p:spPr>
          <a:xfrm>
            <a:off x="6830691" y="2910946"/>
            <a:ext cx="822647" cy="128061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ED3D8BEC-0EE0-CA7B-0231-D45B3B9EC9AE}"/>
              </a:ext>
            </a:extLst>
          </p:cNvPr>
          <p:cNvSpPr/>
          <p:nvPr/>
        </p:nvSpPr>
        <p:spPr>
          <a:xfrm>
            <a:off x="6795185" y="2269841"/>
            <a:ext cx="535412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User</a:t>
            </a: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F9ACC27C-D8E3-713C-66B4-D4A3C0FF281A}"/>
              </a:ext>
            </a:extLst>
          </p:cNvPr>
          <p:cNvCxnSpPr>
            <a:cxnSpLocks/>
            <a:stCxn id="206" idx="0"/>
            <a:endCxn id="208" idx="2"/>
          </p:cNvCxnSpPr>
          <p:nvPr/>
        </p:nvCxnSpPr>
        <p:spPr>
          <a:xfrm flipH="1" flipV="1">
            <a:off x="7062891" y="2490748"/>
            <a:ext cx="179124" cy="420198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Rectangle 218">
            <a:extLst>
              <a:ext uri="{FF2B5EF4-FFF2-40B4-BE49-F238E27FC236}">
                <a16:creationId xmlns:a16="http://schemas.microsoft.com/office/drawing/2014/main" id="{A2E50840-E2B6-9671-0F3D-26ACBA59261F}"/>
              </a:ext>
            </a:extLst>
          </p:cNvPr>
          <p:cNvSpPr/>
          <p:nvPr/>
        </p:nvSpPr>
        <p:spPr>
          <a:xfrm flipV="1">
            <a:off x="7688845" y="2910833"/>
            <a:ext cx="1509994" cy="111051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F30EB954-27C0-2985-1341-3B2223B51C36}"/>
              </a:ext>
            </a:extLst>
          </p:cNvPr>
          <p:cNvCxnSpPr>
            <a:cxnSpLocks/>
            <a:stCxn id="219" idx="3"/>
            <a:endCxn id="221" idx="1"/>
          </p:cNvCxnSpPr>
          <p:nvPr/>
        </p:nvCxnSpPr>
        <p:spPr>
          <a:xfrm>
            <a:off x="9198839" y="2966358"/>
            <a:ext cx="433123" cy="18569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E2A07F3B-78F5-834B-1CBC-F7E100E61ED4}"/>
              </a:ext>
            </a:extLst>
          </p:cNvPr>
          <p:cNvSpPr/>
          <p:nvPr/>
        </p:nvSpPr>
        <p:spPr>
          <a:xfrm>
            <a:off x="9631962" y="2887090"/>
            <a:ext cx="1474187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ActivityDescription</a:t>
            </a:r>
            <a:endParaRPr lang="en-US" sz="1200" dirty="0">
              <a:solidFill>
                <a:srgbClr val="005D3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6C2A0F-0990-5EA3-A89D-F3909126B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3161" y="3470708"/>
            <a:ext cx="1018109" cy="251533"/>
          </a:xfrm>
          <a:prstGeom prst="rect">
            <a:avLst/>
          </a:prstGeom>
        </p:spPr>
      </p:pic>
      <p:sp>
        <p:nvSpPr>
          <p:cNvPr id="229" name="Rectangle 228">
            <a:extLst>
              <a:ext uri="{FF2B5EF4-FFF2-40B4-BE49-F238E27FC236}">
                <a16:creationId xmlns:a16="http://schemas.microsoft.com/office/drawing/2014/main" id="{AC64133E-CF45-26A6-4373-917B5389DDBA}"/>
              </a:ext>
            </a:extLst>
          </p:cNvPr>
          <p:cNvSpPr/>
          <p:nvPr/>
        </p:nvSpPr>
        <p:spPr>
          <a:xfrm flipV="1">
            <a:off x="7062669" y="3063232"/>
            <a:ext cx="385881" cy="111051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435B4533-DEA0-F0FC-FF46-045DD20CA2A4}"/>
              </a:ext>
            </a:extLst>
          </p:cNvPr>
          <p:cNvCxnSpPr>
            <a:cxnSpLocks/>
            <a:stCxn id="229" idx="3"/>
            <a:endCxn id="231" idx="1"/>
          </p:cNvCxnSpPr>
          <p:nvPr/>
        </p:nvCxnSpPr>
        <p:spPr>
          <a:xfrm>
            <a:off x="7448550" y="3118757"/>
            <a:ext cx="2183412" cy="126563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: Rounded Corners 230">
            <a:extLst>
              <a:ext uri="{FF2B5EF4-FFF2-40B4-BE49-F238E27FC236}">
                <a16:creationId xmlns:a16="http://schemas.microsoft.com/office/drawing/2014/main" id="{ED2C3857-AA1A-3C86-F2D0-345B62D83FA0}"/>
              </a:ext>
            </a:extLst>
          </p:cNvPr>
          <p:cNvSpPr/>
          <p:nvPr/>
        </p:nvSpPr>
        <p:spPr>
          <a:xfrm>
            <a:off x="9631962" y="3147483"/>
            <a:ext cx="904187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CreatedAt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9891802-2736-27D0-5E1F-AFECF5F22F32}"/>
              </a:ext>
            </a:extLst>
          </p:cNvPr>
          <p:cNvCxnSpPr>
            <a:cxnSpLocks/>
            <a:stCxn id="56" idx="1"/>
            <a:endCxn id="63" idx="3"/>
          </p:cNvCxnSpPr>
          <p:nvPr/>
        </p:nvCxnSpPr>
        <p:spPr>
          <a:xfrm flipH="1">
            <a:off x="2436320" y="3619594"/>
            <a:ext cx="1783318" cy="103301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0F2AD5-E6FF-A769-7B8C-0F283A64FB01}"/>
              </a:ext>
            </a:extLst>
          </p:cNvPr>
          <p:cNvSpPr/>
          <p:nvPr/>
        </p:nvSpPr>
        <p:spPr>
          <a:xfrm>
            <a:off x="1356964" y="2166149"/>
            <a:ext cx="1073959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DataType</a:t>
            </a:r>
            <a:endParaRPr lang="en-US" sz="1200" dirty="0">
              <a:solidFill>
                <a:srgbClr val="0051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038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787211C-8E57-A24E-346F-8FEC8EF8141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576" r="1576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77CD1A8-CFD3-D3DF-721B-F298F25C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CustomField</a:t>
            </a:r>
            <a:r>
              <a:rPr lang="en-US" dirty="0"/>
              <a:t>,  </a:t>
            </a:r>
            <a:r>
              <a:rPr lang="en-US" dirty="0" err="1"/>
              <a:t>FieldValue</a:t>
            </a:r>
            <a:r>
              <a:rPr lang="en-US" dirty="0"/>
              <a:t>, </a:t>
            </a:r>
            <a:r>
              <a:rPr lang="en-US" dirty="0" err="1"/>
              <a:t>FieldItem</a:t>
            </a:r>
            <a:r>
              <a:rPr lang="en-US" dirty="0"/>
              <a:t> Relationship</a:t>
            </a:r>
          </a:p>
        </p:txBody>
      </p:sp>
    </p:spTree>
    <p:extLst>
      <p:ext uri="{BB962C8B-B14F-4D97-AF65-F5344CB8AC3E}">
        <p14:creationId xmlns:p14="http://schemas.microsoft.com/office/powerpoint/2010/main" val="2290614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AF464D47-0962-5E95-299B-9EE7B567E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506"/>
            <a:ext cx="12192000" cy="58831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5CD4FCD-07FD-1B95-9961-7ACC09FE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Screen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E14601E0-EB45-042A-378A-288C9BBC0C50}"/>
              </a:ext>
            </a:extLst>
          </p:cNvPr>
          <p:cNvSpPr/>
          <p:nvPr/>
        </p:nvSpPr>
        <p:spPr>
          <a:xfrm>
            <a:off x="2639263" y="1388380"/>
            <a:ext cx="6879387" cy="5149689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DA1429D6-0E74-D530-20E0-37134AC71044}"/>
              </a:ext>
            </a:extLst>
          </p:cNvPr>
          <p:cNvSpPr/>
          <p:nvPr/>
        </p:nvSpPr>
        <p:spPr>
          <a:xfrm>
            <a:off x="1350234" y="1826225"/>
            <a:ext cx="590090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Card</a:t>
            </a: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8EDED30C-1E11-CC7D-6A30-FACE5F2B4FCE}"/>
              </a:ext>
            </a:extLst>
          </p:cNvPr>
          <p:cNvCxnSpPr>
            <a:cxnSpLocks/>
            <a:stCxn id="185" idx="3"/>
          </p:cNvCxnSpPr>
          <p:nvPr/>
        </p:nvCxnSpPr>
        <p:spPr>
          <a:xfrm flipV="1">
            <a:off x="1940324" y="1934879"/>
            <a:ext cx="660839" cy="180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19B2E656-B102-3BF0-3A67-03D8308AE782}"/>
              </a:ext>
            </a:extLst>
          </p:cNvPr>
          <p:cNvSpPr/>
          <p:nvPr/>
        </p:nvSpPr>
        <p:spPr>
          <a:xfrm>
            <a:off x="2863850" y="3568965"/>
            <a:ext cx="3660775" cy="1110863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0695A19-375C-5406-5B6E-F74A6B3A151F}"/>
              </a:ext>
            </a:extLst>
          </p:cNvPr>
          <p:cNvSpPr/>
          <p:nvPr/>
        </p:nvSpPr>
        <p:spPr>
          <a:xfrm>
            <a:off x="866365" y="4458921"/>
            <a:ext cx="1073959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Attachment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3113785-485C-77F1-D912-3833BECD5E0B}"/>
              </a:ext>
            </a:extLst>
          </p:cNvPr>
          <p:cNvCxnSpPr>
            <a:cxnSpLocks/>
            <a:endCxn id="65" idx="3"/>
          </p:cNvCxnSpPr>
          <p:nvPr/>
        </p:nvCxnSpPr>
        <p:spPr>
          <a:xfrm flipH="1">
            <a:off x="1940324" y="4548533"/>
            <a:ext cx="923526" cy="20842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A170B43D-8882-4D8C-3AC7-2E6F5C09FA61}"/>
              </a:ext>
            </a:extLst>
          </p:cNvPr>
          <p:cNvSpPr/>
          <p:nvPr/>
        </p:nvSpPr>
        <p:spPr>
          <a:xfrm flipV="1">
            <a:off x="3467409" y="4347870"/>
            <a:ext cx="715273" cy="111051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22478CC-6847-D942-CC8A-F34FF8482F40}"/>
              </a:ext>
            </a:extLst>
          </p:cNvPr>
          <p:cNvCxnSpPr>
            <a:cxnSpLocks/>
            <a:stCxn id="73" idx="3"/>
            <a:endCxn id="81" idx="1"/>
          </p:cNvCxnSpPr>
          <p:nvPr/>
        </p:nvCxnSpPr>
        <p:spPr>
          <a:xfrm flipV="1">
            <a:off x="4182682" y="4250034"/>
            <a:ext cx="804637" cy="153361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12ECB4E-95B4-24A7-403D-12EECF97E7AB}"/>
              </a:ext>
            </a:extLst>
          </p:cNvPr>
          <p:cNvSpPr/>
          <p:nvPr/>
        </p:nvSpPr>
        <p:spPr>
          <a:xfrm>
            <a:off x="4987319" y="4152197"/>
            <a:ext cx="1384750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AttachmentName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6C754EA-A5A1-277B-60CA-1FADBDFBE288}"/>
              </a:ext>
            </a:extLst>
          </p:cNvPr>
          <p:cNvSpPr/>
          <p:nvPr/>
        </p:nvSpPr>
        <p:spPr>
          <a:xfrm flipV="1">
            <a:off x="3467408" y="4502696"/>
            <a:ext cx="715273" cy="97845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D8A8A9B-A50B-7B2E-C6CA-B22123D8312F}"/>
              </a:ext>
            </a:extLst>
          </p:cNvPr>
          <p:cNvCxnSpPr>
            <a:cxnSpLocks/>
            <a:stCxn id="82" idx="3"/>
            <a:endCxn id="87" idx="1"/>
          </p:cNvCxnSpPr>
          <p:nvPr/>
        </p:nvCxnSpPr>
        <p:spPr>
          <a:xfrm flipV="1">
            <a:off x="4182681" y="4548534"/>
            <a:ext cx="804638" cy="3084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15080C51-2120-BC53-A65F-103801DD3E10}"/>
              </a:ext>
            </a:extLst>
          </p:cNvPr>
          <p:cNvSpPr/>
          <p:nvPr/>
        </p:nvSpPr>
        <p:spPr>
          <a:xfrm>
            <a:off x="4987319" y="4450697"/>
            <a:ext cx="1056294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UploadedAt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742AF0-3C76-FF1C-88A4-DC9193487BD2}"/>
              </a:ext>
            </a:extLst>
          </p:cNvPr>
          <p:cNvSpPr/>
          <p:nvPr/>
        </p:nvSpPr>
        <p:spPr>
          <a:xfrm flipV="1">
            <a:off x="2991540" y="3814110"/>
            <a:ext cx="3052073" cy="192948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8E9F434-C4A9-900C-4FF2-8E97C4A0034F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1940326" y="3762221"/>
            <a:ext cx="1051214" cy="82452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689E2DB-B0D8-6348-FED4-72CE35F74343}"/>
              </a:ext>
            </a:extLst>
          </p:cNvPr>
          <p:cNvSpPr/>
          <p:nvPr/>
        </p:nvSpPr>
        <p:spPr>
          <a:xfrm>
            <a:off x="555576" y="3664384"/>
            <a:ext cx="1384750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AttachmentPath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5B1AD5-3C5D-7955-EB6C-B8AE81F7560B}"/>
              </a:ext>
            </a:extLst>
          </p:cNvPr>
          <p:cNvSpPr/>
          <p:nvPr/>
        </p:nvSpPr>
        <p:spPr>
          <a:xfrm>
            <a:off x="2991538" y="3612651"/>
            <a:ext cx="253312" cy="112079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C694D0D-67FA-454C-9913-B1BD6E5215BB}"/>
              </a:ext>
            </a:extLst>
          </p:cNvPr>
          <p:cNvSpPr/>
          <p:nvPr/>
        </p:nvSpPr>
        <p:spPr>
          <a:xfrm>
            <a:off x="623889" y="3283933"/>
            <a:ext cx="1316436" cy="20048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AttachmentType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261A016-1922-F685-98A9-E231A5ACCBC7}"/>
              </a:ext>
            </a:extLst>
          </p:cNvPr>
          <p:cNvCxnSpPr>
            <a:cxnSpLocks/>
            <a:stCxn id="27" idx="1"/>
            <a:endCxn id="28" idx="3"/>
          </p:cNvCxnSpPr>
          <p:nvPr/>
        </p:nvCxnSpPr>
        <p:spPr>
          <a:xfrm flipH="1" flipV="1">
            <a:off x="1940325" y="3384175"/>
            <a:ext cx="1051213" cy="284516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272C4A87-835E-689A-23FE-19086EAA2295}"/>
              </a:ext>
            </a:extLst>
          </p:cNvPr>
          <p:cNvSpPr/>
          <p:nvPr/>
        </p:nvSpPr>
        <p:spPr>
          <a:xfrm flipV="1">
            <a:off x="10353667" y="3475684"/>
            <a:ext cx="504834" cy="286533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84C5BCF-B681-0AD6-64CF-433A1B75356E}"/>
              </a:ext>
            </a:extLst>
          </p:cNvPr>
          <p:cNvCxnSpPr>
            <a:cxnSpLocks/>
            <a:stCxn id="80" idx="3"/>
            <a:endCxn id="85" idx="1"/>
          </p:cNvCxnSpPr>
          <p:nvPr/>
        </p:nvCxnSpPr>
        <p:spPr>
          <a:xfrm flipV="1">
            <a:off x="10858501" y="3585330"/>
            <a:ext cx="448656" cy="3362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EBFBF8CC-0394-C703-46C9-DCDF26A3C10D}"/>
              </a:ext>
            </a:extLst>
          </p:cNvPr>
          <p:cNvSpPr/>
          <p:nvPr/>
        </p:nvSpPr>
        <p:spPr>
          <a:xfrm>
            <a:off x="11307157" y="3487493"/>
            <a:ext cx="770543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Position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8DF1537-EEE2-F736-82B1-3B2B561F4028}"/>
              </a:ext>
            </a:extLst>
          </p:cNvPr>
          <p:cNvSpPr/>
          <p:nvPr/>
        </p:nvSpPr>
        <p:spPr>
          <a:xfrm>
            <a:off x="9037231" y="3484773"/>
            <a:ext cx="1264057" cy="284516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ED6024F8-1590-05CF-BA49-CC52C6520820}"/>
              </a:ext>
            </a:extLst>
          </p:cNvPr>
          <p:cNvSpPr/>
          <p:nvPr/>
        </p:nvSpPr>
        <p:spPr>
          <a:xfrm>
            <a:off x="10260069" y="3897558"/>
            <a:ext cx="602667" cy="20048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Stage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699A164-EB01-DBEA-A8E7-7378B78D00B6}"/>
              </a:ext>
            </a:extLst>
          </p:cNvPr>
          <p:cNvCxnSpPr>
            <a:cxnSpLocks/>
            <a:stCxn id="104" idx="2"/>
            <a:endCxn id="105" idx="1"/>
          </p:cNvCxnSpPr>
          <p:nvPr/>
        </p:nvCxnSpPr>
        <p:spPr>
          <a:xfrm>
            <a:off x="9669260" y="3769289"/>
            <a:ext cx="590809" cy="228511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81B7D61-144A-FEA4-0B0F-893462C4E77E}"/>
              </a:ext>
            </a:extLst>
          </p:cNvPr>
          <p:cNvSpPr/>
          <p:nvPr/>
        </p:nvSpPr>
        <p:spPr>
          <a:xfrm>
            <a:off x="9028496" y="2902389"/>
            <a:ext cx="1830005" cy="284516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423AD45C-7A2B-BB2F-6419-2B22DD7F734D}"/>
              </a:ext>
            </a:extLst>
          </p:cNvPr>
          <p:cNvSpPr/>
          <p:nvPr/>
        </p:nvSpPr>
        <p:spPr>
          <a:xfrm>
            <a:off x="11205205" y="2915366"/>
            <a:ext cx="872495" cy="20048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Board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D2ABBBDD-20A8-0C7C-EAF1-B9C0F359B090}"/>
              </a:ext>
            </a:extLst>
          </p:cNvPr>
          <p:cNvCxnSpPr>
            <a:cxnSpLocks/>
            <a:stCxn id="114" idx="3"/>
            <a:endCxn id="115" idx="1"/>
          </p:cNvCxnSpPr>
          <p:nvPr/>
        </p:nvCxnSpPr>
        <p:spPr>
          <a:xfrm flipV="1">
            <a:off x="10858501" y="3015608"/>
            <a:ext cx="346704" cy="29039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931DA79A-4DFA-C109-DB46-3077127F6F3A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1940326" y="3910584"/>
            <a:ext cx="1051214" cy="87216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E61A654E-652D-BDBE-9E7B-FF0084139F60}"/>
              </a:ext>
            </a:extLst>
          </p:cNvPr>
          <p:cNvSpPr/>
          <p:nvPr/>
        </p:nvSpPr>
        <p:spPr>
          <a:xfrm>
            <a:off x="555576" y="3919435"/>
            <a:ext cx="1384750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AttachmentName</a:t>
            </a:r>
            <a:endParaRPr lang="en-US" sz="1200" dirty="0">
              <a:solidFill>
                <a:srgbClr val="005D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453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7CD1A8-CFD3-D3DF-721B-F298F25C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Attachment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12758-1499-E100-D48B-D20E33039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4" y="1098549"/>
            <a:ext cx="11378523" cy="311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00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Picture 168">
            <a:extLst>
              <a:ext uri="{FF2B5EF4-FFF2-40B4-BE49-F238E27FC236}">
                <a16:creationId xmlns:a16="http://schemas.microsoft.com/office/drawing/2014/main" id="{5C15A8E6-A8B7-8C90-822E-E51ED16B5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7981"/>
            <a:ext cx="12192000" cy="591493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5CD4FCD-07FD-1B95-9961-7ACC09FE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Screen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E14601E0-EB45-042A-378A-288C9BBC0C50}"/>
              </a:ext>
            </a:extLst>
          </p:cNvPr>
          <p:cNvSpPr/>
          <p:nvPr/>
        </p:nvSpPr>
        <p:spPr>
          <a:xfrm>
            <a:off x="2601163" y="1388380"/>
            <a:ext cx="6930187" cy="5149689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DA1429D6-0E74-D530-20E0-37134AC71044}"/>
              </a:ext>
            </a:extLst>
          </p:cNvPr>
          <p:cNvSpPr/>
          <p:nvPr/>
        </p:nvSpPr>
        <p:spPr>
          <a:xfrm>
            <a:off x="1350234" y="1826225"/>
            <a:ext cx="590090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Card</a:t>
            </a: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8EDED30C-1E11-CC7D-6A30-FACE5F2B4FCE}"/>
              </a:ext>
            </a:extLst>
          </p:cNvPr>
          <p:cNvCxnSpPr>
            <a:cxnSpLocks/>
            <a:stCxn id="185" idx="3"/>
          </p:cNvCxnSpPr>
          <p:nvPr/>
        </p:nvCxnSpPr>
        <p:spPr>
          <a:xfrm flipV="1">
            <a:off x="1940324" y="1934879"/>
            <a:ext cx="660839" cy="180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78CA886E-A1D2-DE3F-291A-61072A6D21FC}"/>
              </a:ext>
            </a:extLst>
          </p:cNvPr>
          <p:cNvSpPr/>
          <p:nvPr/>
        </p:nvSpPr>
        <p:spPr>
          <a:xfrm>
            <a:off x="2660650" y="4783346"/>
            <a:ext cx="3755911" cy="1425835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591C6E9D-BBC7-3B01-EF00-0428732E32BB}"/>
              </a:ext>
            </a:extLst>
          </p:cNvPr>
          <p:cNvSpPr/>
          <p:nvPr/>
        </p:nvSpPr>
        <p:spPr>
          <a:xfrm>
            <a:off x="1349485" y="4808754"/>
            <a:ext cx="1073959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vi-VN" sz="1200" dirty="0">
                <a:solidFill>
                  <a:srgbClr val="005194"/>
                </a:solidFill>
              </a:rPr>
              <a:t>CheckList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721B61F-0FB1-6AAA-9355-6C1D0A3A1031}"/>
              </a:ext>
            </a:extLst>
          </p:cNvPr>
          <p:cNvCxnSpPr>
            <a:cxnSpLocks/>
            <a:endCxn id="89" idx="3"/>
          </p:cNvCxnSpPr>
          <p:nvPr/>
        </p:nvCxnSpPr>
        <p:spPr>
          <a:xfrm flipH="1" flipV="1">
            <a:off x="2423444" y="4919208"/>
            <a:ext cx="247579" cy="3732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E568C911-A4F4-34AA-2773-2103287DF61B}"/>
              </a:ext>
            </a:extLst>
          </p:cNvPr>
          <p:cNvSpPr/>
          <p:nvPr/>
        </p:nvSpPr>
        <p:spPr>
          <a:xfrm>
            <a:off x="1219201" y="5114111"/>
            <a:ext cx="1204244" cy="22090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vi-VN" sz="1200">
                <a:solidFill>
                  <a:srgbClr val="005194"/>
                </a:solidFill>
              </a:rPr>
              <a:t>CheckListItem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6E8DC86-E363-EAB1-E15F-485B77D1805A}"/>
              </a:ext>
            </a:extLst>
          </p:cNvPr>
          <p:cNvCxnSpPr>
            <a:cxnSpLocks/>
            <a:endCxn id="95" idx="3"/>
          </p:cNvCxnSpPr>
          <p:nvPr/>
        </p:nvCxnSpPr>
        <p:spPr>
          <a:xfrm flipH="1" flipV="1">
            <a:off x="2423445" y="5224565"/>
            <a:ext cx="291180" cy="116948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DC85733D-38D2-549A-DEBA-D88CBFC2FB22}"/>
              </a:ext>
            </a:extLst>
          </p:cNvPr>
          <p:cNvSpPr/>
          <p:nvPr/>
        </p:nvSpPr>
        <p:spPr>
          <a:xfrm>
            <a:off x="2714625" y="5213544"/>
            <a:ext cx="3621372" cy="742756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74491E9-A22B-244D-884C-66C8427A8DCF}"/>
              </a:ext>
            </a:extLst>
          </p:cNvPr>
          <p:cNvSpPr/>
          <p:nvPr/>
        </p:nvSpPr>
        <p:spPr>
          <a:xfrm>
            <a:off x="8773096" y="2299778"/>
            <a:ext cx="694707" cy="224857"/>
          </a:xfrm>
          <a:prstGeom prst="rect">
            <a:avLst/>
          </a:prstGeom>
          <a:noFill/>
          <a:ln w="19050">
            <a:solidFill>
              <a:srgbClr val="F5AD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A83B65BA-1FE4-8235-4F58-7828925BA024}"/>
              </a:ext>
            </a:extLst>
          </p:cNvPr>
          <p:cNvCxnSpPr>
            <a:cxnSpLocks/>
            <a:stCxn id="140" idx="0"/>
            <a:endCxn id="145" idx="1"/>
          </p:cNvCxnSpPr>
          <p:nvPr/>
        </p:nvCxnSpPr>
        <p:spPr>
          <a:xfrm flipV="1">
            <a:off x="9120450" y="1764582"/>
            <a:ext cx="715409" cy="535196"/>
          </a:xfrm>
          <a:prstGeom prst="straightConnector1">
            <a:avLst/>
          </a:prstGeom>
          <a:ln w="19050" cap="flat">
            <a:solidFill>
              <a:srgbClr val="F5AD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1D8C394F-2250-09DF-F804-967EEDAC7C32}"/>
              </a:ext>
            </a:extLst>
          </p:cNvPr>
          <p:cNvSpPr/>
          <p:nvPr/>
        </p:nvSpPr>
        <p:spPr>
          <a:xfrm>
            <a:off x="9835859" y="1647997"/>
            <a:ext cx="1924341" cy="233170"/>
          </a:xfrm>
          <a:prstGeom prst="roundRect">
            <a:avLst/>
          </a:prstGeom>
          <a:solidFill>
            <a:srgbClr val="FAD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Show more activities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CBBAE3C-FEF9-AE4B-492A-71E2A82119E4}"/>
              </a:ext>
            </a:extLst>
          </p:cNvPr>
          <p:cNvSpPr/>
          <p:nvPr/>
        </p:nvSpPr>
        <p:spPr>
          <a:xfrm flipV="1">
            <a:off x="2969419" y="4900210"/>
            <a:ext cx="715273" cy="97845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50444347-DE44-A55A-797D-2DC558364BD3}"/>
              </a:ext>
            </a:extLst>
          </p:cNvPr>
          <p:cNvCxnSpPr>
            <a:cxnSpLocks/>
            <a:stCxn id="146" idx="3"/>
            <a:endCxn id="151" idx="1"/>
          </p:cNvCxnSpPr>
          <p:nvPr/>
        </p:nvCxnSpPr>
        <p:spPr>
          <a:xfrm>
            <a:off x="3684692" y="4949132"/>
            <a:ext cx="247579" cy="26882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944F4C2D-BEE4-6DC5-9081-C8CDEFF2566D}"/>
              </a:ext>
            </a:extLst>
          </p:cNvPr>
          <p:cNvSpPr/>
          <p:nvPr/>
        </p:nvSpPr>
        <p:spPr>
          <a:xfrm>
            <a:off x="3932271" y="4878177"/>
            <a:ext cx="1296951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CheckListName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B08ACAA1-57EE-76FA-209B-79913B87E3C3}"/>
              </a:ext>
            </a:extLst>
          </p:cNvPr>
          <p:cNvSpPr/>
          <p:nvPr/>
        </p:nvSpPr>
        <p:spPr>
          <a:xfrm>
            <a:off x="800100" y="5472047"/>
            <a:ext cx="1618751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CheckListItemStatus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C3BA2484-F1A9-325C-D17E-838B46B80155}"/>
              </a:ext>
            </a:extLst>
          </p:cNvPr>
          <p:cNvSpPr/>
          <p:nvPr/>
        </p:nvSpPr>
        <p:spPr>
          <a:xfrm flipV="1">
            <a:off x="2827743" y="5273378"/>
            <a:ext cx="117864" cy="584720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0161E76D-9A85-4F5D-C3BA-9073C2718383}"/>
              </a:ext>
            </a:extLst>
          </p:cNvPr>
          <p:cNvCxnSpPr>
            <a:cxnSpLocks/>
            <a:stCxn id="156" idx="1"/>
            <a:endCxn id="153" idx="3"/>
          </p:cNvCxnSpPr>
          <p:nvPr/>
        </p:nvCxnSpPr>
        <p:spPr>
          <a:xfrm flipH="1">
            <a:off x="2418851" y="5565738"/>
            <a:ext cx="408892" cy="4146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70C0A99-AC0D-7EB9-C4F7-8C127F6F5D7D}"/>
              </a:ext>
            </a:extLst>
          </p:cNvPr>
          <p:cNvSpPr/>
          <p:nvPr/>
        </p:nvSpPr>
        <p:spPr>
          <a:xfrm flipV="1">
            <a:off x="2999581" y="5277524"/>
            <a:ext cx="553244" cy="580574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99CDC711-5DC3-FAC0-0879-8E3084F1C19D}"/>
              </a:ext>
            </a:extLst>
          </p:cNvPr>
          <p:cNvCxnSpPr>
            <a:cxnSpLocks/>
            <a:stCxn id="163" idx="0"/>
            <a:endCxn id="167" idx="0"/>
          </p:cNvCxnSpPr>
          <p:nvPr/>
        </p:nvCxnSpPr>
        <p:spPr>
          <a:xfrm flipH="1">
            <a:off x="2671023" y="5858098"/>
            <a:ext cx="605180" cy="75233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B54BB515-4F48-D460-73F2-2A0DB292BA02}"/>
              </a:ext>
            </a:extLst>
          </p:cNvPr>
          <p:cNvSpPr/>
          <p:nvPr/>
        </p:nvSpPr>
        <p:spPr>
          <a:xfrm>
            <a:off x="1861647" y="6610433"/>
            <a:ext cx="1618751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CheckListItemName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696FF37F-1DD2-D774-4153-6FBC92C42589}"/>
              </a:ext>
            </a:extLst>
          </p:cNvPr>
          <p:cNvSpPr/>
          <p:nvPr/>
        </p:nvSpPr>
        <p:spPr>
          <a:xfrm>
            <a:off x="3740384" y="5380092"/>
            <a:ext cx="815741" cy="195673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DueDate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1724588C-1A88-5D8F-FCF9-097043803702}"/>
              </a:ext>
            </a:extLst>
          </p:cNvPr>
          <p:cNvCxnSpPr>
            <a:cxnSpLocks/>
            <a:stCxn id="172" idx="1"/>
            <a:endCxn id="170" idx="3"/>
          </p:cNvCxnSpPr>
          <p:nvPr/>
        </p:nvCxnSpPr>
        <p:spPr>
          <a:xfrm flipH="1" flipV="1">
            <a:off x="4556125" y="5477929"/>
            <a:ext cx="967853" cy="8704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A38A039-9992-473F-D882-F29171B149BC}"/>
              </a:ext>
            </a:extLst>
          </p:cNvPr>
          <p:cNvSpPr/>
          <p:nvPr/>
        </p:nvSpPr>
        <p:spPr>
          <a:xfrm flipV="1">
            <a:off x="5523978" y="5250557"/>
            <a:ext cx="442376" cy="628834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96751DDA-60DF-875E-F81F-EC15D4B0048E}"/>
              </a:ext>
            </a:extLst>
          </p:cNvPr>
          <p:cNvSpPr/>
          <p:nvPr/>
        </p:nvSpPr>
        <p:spPr>
          <a:xfrm flipV="1">
            <a:off x="6001172" y="5255467"/>
            <a:ext cx="152816" cy="628834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9E12A41B-39D8-DAD9-4FD8-85C784C3A82D}"/>
              </a:ext>
            </a:extLst>
          </p:cNvPr>
          <p:cNvSpPr/>
          <p:nvPr/>
        </p:nvSpPr>
        <p:spPr>
          <a:xfrm>
            <a:off x="4630091" y="5673403"/>
            <a:ext cx="779845" cy="195673"/>
          </a:xfrm>
          <a:prstGeom prst="roundRect">
            <a:avLst/>
          </a:prstGeom>
          <a:solidFill>
            <a:srgbClr val="99B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Member</a:t>
            </a:r>
          </a:p>
        </p:txBody>
      </p: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C6FF9558-F569-F211-544A-65D86C0466D8}"/>
              </a:ext>
            </a:extLst>
          </p:cNvPr>
          <p:cNvCxnSpPr>
            <a:cxnSpLocks/>
            <a:stCxn id="175" idx="1"/>
            <a:endCxn id="176" idx="3"/>
          </p:cNvCxnSpPr>
          <p:nvPr/>
        </p:nvCxnSpPr>
        <p:spPr>
          <a:xfrm flipH="1">
            <a:off x="5409936" y="5569884"/>
            <a:ext cx="591236" cy="201356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F981B3E6-7294-3319-B07B-F819B9D01D0B}"/>
              </a:ext>
            </a:extLst>
          </p:cNvPr>
          <p:cNvSpPr/>
          <p:nvPr/>
        </p:nvSpPr>
        <p:spPr>
          <a:xfrm>
            <a:off x="3640863" y="5679914"/>
            <a:ext cx="779845" cy="195673"/>
          </a:xfrm>
          <a:prstGeom prst="roundRect">
            <a:avLst/>
          </a:prstGeom>
          <a:solidFill>
            <a:srgbClr val="99B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User</a:t>
            </a: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6EC01682-5676-F6AA-305D-9C4C75CBBBAB}"/>
              </a:ext>
            </a:extLst>
          </p:cNvPr>
          <p:cNvCxnSpPr>
            <a:cxnSpLocks/>
            <a:stCxn id="176" idx="1"/>
            <a:endCxn id="196" idx="3"/>
          </p:cNvCxnSpPr>
          <p:nvPr/>
        </p:nvCxnSpPr>
        <p:spPr>
          <a:xfrm flipH="1">
            <a:off x="4420708" y="5771240"/>
            <a:ext cx="209383" cy="6511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657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7CD1A8-CFD3-D3DF-721B-F298F25C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CheckList</a:t>
            </a:r>
            <a:r>
              <a:rPr lang="en-US" dirty="0"/>
              <a:t> and </a:t>
            </a:r>
            <a:r>
              <a:rPr lang="en-US" dirty="0" err="1"/>
              <a:t>CheckListItem</a:t>
            </a:r>
            <a:r>
              <a:rPr lang="en-US" dirty="0"/>
              <a:t>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CE82F-E84C-F2A0-A355-4A9976CD3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98" y="1098550"/>
            <a:ext cx="11413013" cy="386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341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9B47A6-4F93-7085-F62A-B1242A584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 Member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CDB0AC-DF0F-F785-604A-D21FD1048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8550"/>
            <a:ext cx="12192000" cy="58601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05563AD-E108-7235-AA28-846DCCE7CEF4}"/>
              </a:ext>
            </a:extLst>
          </p:cNvPr>
          <p:cNvSpPr/>
          <p:nvPr/>
        </p:nvSpPr>
        <p:spPr>
          <a:xfrm>
            <a:off x="3971816" y="3735596"/>
            <a:ext cx="2300040" cy="2112754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B2569D-110F-2258-F9CB-BFB0D6A0E8C8}"/>
              </a:ext>
            </a:extLst>
          </p:cNvPr>
          <p:cNvSpPr/>
          <p:nvPr/>
        </p:nvSpPr>
        <p:spPr>
          <a:xfrm>
            <a:off x="2660650" y="3826500"/>
            <a:ext cx="950555" cy="26183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Member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0616CD-6A35-7DB5-FBCC-28366DE851D1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3611205" y="3908778"/>
            <a:ext cx="370983" cy="48641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C36E3F3-BD65-151B-FDE4-C3019129B986}"/>
              </a:ext>
            </a:extLst>
          </p:cNvPr>
          <p:cNvSpPr/>
          <p:nvPr/>
        </p:nvSpPr>
        <p:spPr>
          <a:xfrm>
            <a:off x="9963150" y="4430921"/>
            <a:ext cx="1871306" cy="953753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20B3AB-23BA-75EF-D0A4-CE070D0B9E45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10553700" y="5384674"/>
            <a:ext cx="345103" cy="463676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FEC18C7-A348-168F-DCD6-4B22135F4018}"/>
              </a:ext>
            </a:extLst>
          </p:cNvPr>
          <p:cNvSpPr/>
          <p:nvPr/>
        </p:nvSpPr>
        <p:spPr>
          <a:xfrm>
            <a:off x="9963150" y="5844364"/>
            <a:ext cx="1320800" cy="327333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vi-VN" sz="1200" dirty="0">
                <a:solidFill>
                  <a:srgbClr val="005194"/>
                </a:solidFill>
              </a:rPr>
              <a:t>RolePermission 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5512C06-1E46-81A1-3703-CCCA9E28D439}"/>
              </a:ext>
            </a:extLst>
          </p:cNvPr>
          <p:cNvSpPr/>
          <p:nvPr/>
        </p:nvSpPr>
        <p:spPr>
          <a:xfrm>
            <a:off x="6938604" y="2800404"/>
            <a:ext cx="1386245" cy="327333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UserViewHistory</a:t>
            </a:r>
            <a:r>
              <a:rPr lang="vi-VN" sz="1200" dirty="0">
                <a:solidFill>
                  <a:srgbClr val="005194"/>
                </a:solidFill>
              </a:rPr>
              <a:t> 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4BBFF0C-FE35-CE27-1820-B9F40C4CD616}"/>
              </a:ext>
            </a:extLst>
          </p:cNvPr>
          <p:cNvCxnSpPr>
            <a:cxnSpLocks/>
            <a:stCxn id="28" idx="3"/>
            <a:endCxn id="24" idx="2"/>
          </p:cNvCxnSpPr>
          <p:nvPr/>
        </p:nvCxnSpPr>
        <p:spPr>
          <a:xfrm flipV="1">
            <a:off x="6153150" y="3127737"/>
            <a:ext cx="1478577" cy="878061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F896464-E28E-C284-146A-5D6E03B7216C}"/>
              </a:ext>
            </a:extLst>
          </p:cNvPr>
          <p:cNvSpPr/>
          <p:nvPr/>
        </p:nvSpPr>
        <p:spPr>
          <a:xfrm>
            <a:off x="5187950" y="3942343"/>
            <a:ext cx="965200" cy="12691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E642E36-2E47-9112-5385-45F819E73385}"/>
              </a:ext>
            </a:extLst>
          </p:cNvPr>
          <p:cNvSpPr/>
          <p:nvPr/>
        </p:nvSpPr>
        <p:spPr>
          <a:xfrm>
            <a:off x="2660649" y="3320721"/>
            <a:ext cx="950555" cy="25034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User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2C97FF5-4A85-0A91-B39F-06A6F4DDFCDE}"/>
              </a:ext>
            </a:extLst>
          </p:cNvPr>
          <p:cNvSpPr/>
          <p:nvPr/>
        </p:nvSpPr>
        <p:spPr>
          <a:xfrm flipV="1">
            <a:off x="4012052" y="3831797"/>
            <a:ext cx="201173" cy="197277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517BFE-B2D3-3336-5CD2-1542C406AAE8}"/>
              </a:ext>
            </a:extLst>
          </p:cNvPr>
          <p:cNvCxnSpPr>
            <a:cxnSpLocks/>
            <a:stCxn id="38" idx="0"/>
            <a:endCxn id="40" idx="3"/>
          </p:cNvCxnSpPr>
          <p:nvPr/>
        </p:nvCxnSpPr>
        <p:spPr>
          <a:xfrm flipH="1">
            <a:off x="3611203" y="4029074"/>
            <a:ext cx="501436" cy="372912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8CCAC2B-FB98-1471-72F4-D9A896D770E3}"/>
              </a:ext>
            </a:extLst>
          </p:cNvPr>
          <p:cNvSpPr/>
          <p:nvPr/>
        </p:nvSpPr>
        <p:spPr>
          <a:xfrm>
            <a:off x="2660650" y="4271067"/>
            <a:ext cx="950553" cy="261837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PictureUrl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F9C1EC-C9B3-BD7E-E7A3-05FB7B4280F4}"/>
              </a:ext>
            </a:extLst>
          </p:cNvPr>
          <p:cNvSpPr/>
          <p:nvPr/>
        </p:nvSpPr>
        <p:spPr>
          <a:xfrm flipV="1">
            <a:off x="4259906" y="3941116"/>
            <a:ext cx="864544" cy="126909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7251F7F-45A2-3A78-7086-6E97C5E2D83C}"/>
              </a:ext>
            </a:extLst>
          </p:cNvPr>
          <p:cNvCxnSpPr>
            <a:cxnSpLocks/>
            <a:stCxn id="46" idx="0"/>
          </p:cNvCxnSpPr>
          <p:nvPr/>
        </p:nvCxnSpPr>
        <p:spPr>
          <a:xfrm flipH="1">
            <a:off x="3611204" y="4068025"/>
            <a:ext cx="1080974" cy="66272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2778856-E02B-B4CF-4F6B-9DF14E803CD3}"/>
              </a:ext>
            </a:extLst>
          </p:cNvPr>
          <p:cNvSpPr/>
          <p:nvPr/>
        </p:nvSpPr>
        <p:spPr>
          <a:xfrm>
            <a:off x="2660648" y="4682980"/>
            <a:ext cx="950553" cy="25034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Username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71B9BC3-2AF8-5B18-3CDB-7FDCC0942F39}"/>
              </a:ext>
            </a:extLst>
          </p:cNvPr>
          <p:cNvSpPr/>
          <p:nvPr/>
        </p:nvSpPr>
        <p:spPr>
          <a:xfrm>
            <a:off x="9571652" y="2256430"/>
            <a:ext cx="1386245" cy="327333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ShareLink</a:t>
            </a:r>
            <a:r>
              <a:rPr lang="vi-VN" sz="1200" dirty="0">
                <a:solidFill>
                  <a:srgbClr val="005194"/>
                </a:solidFill>
              </a:rPr>
              <a:t> 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0EBFE78-C9C7-AAC7-2398-BFCF0E3E8ACE}"/>
              </a:ext>
            </a:extLst>
          </p:cNvPr>
          <p:cNvCxnSpPr>
            <a:cxnSpLocks/>
            <a:stCxn id="57" idx="1"/>
            <a:endCxn id="52" idx="2"/>
          </p:cNvCxnSpPr>
          <p:nvPr/>
        </p:nvCxnSpPr>
        <p:spPr>
          <a:xfrm flipH="1" flipV="1">
            <a:off x="10264775" y="2583763"/>
            <a:ext cx="288925" cy="207382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8112CF8A-AE7D-5EA9-529D-8D611538DACA}"/>
              </a:ext>
            </a:extLst>
          </p:cNvPr>
          <p:cNvSpPr/>
          <p:nvPr/>
        </p:nvSpPr>
        <p:spPr>
          <a:xfrm>
            <a:off x="10553700" y="2677164"/>
            <a:ext cx="965200" cy="227961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6579689-F1D1-ABAE-F3EC-6B6F42BC83B4}"/>
              </a:ext>
            </a:extLst>
          </p:cNvPr>
          <p:cNvSpPr/>
          <p:nvPr/>
        </p:nvSpPr>
        <p:spPr>
          <a:xfrm>
            <a:off x="2598419" y="2873100"/>
            <a:ext cx="1012785" cy="25034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OwnerType</a:t>
            </a:r>
            <a:endParaRPr lang="en-US" sz="1200" dirty="0">
              <a:solidFill>
                <a:srgbClr val="0051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947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8D91AF1-6BA7-D000-17CB-CD455EB1E1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7697A1-B853-AB9E-A2E5-E0434539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 Member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44B0F8-64A2-C432-F4C1-D77BD6EA7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8550"/>
            <a:ext cx="12192000" cy="5862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F33731-D230-C3A4-A133-537AAEA9A2FB}"/>
              </a:ext>
            </a:extLst>
          </p:cNvPr>
          <p:cNvSpPr/>
          <p:nvPr/>
        </p:nvSpPr>
        <p:spPr>
          <a:xfrm>
            <a:off x="4314716" y="2819400"/>
            <a:ext cx="1781284" cy="137795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91357F-EFE1-94F1-831B-4B289BF74F0F}"/>
              </a:ext>
            </a:extLst>
          </p:cNvPr>
          <p:cNvSpPr/>
          <p:nvPr/>
        </p:nvSpPr>
        <p:spPr>
          <a:xfrm>
            <a:off x="3003550" y="2943305"/>
            <a:ext cx="950555" cy="26183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Member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0E4126-7F0F-D78C-22E9-C79DDA024C5B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3954105" y="3025583"/>
            <a:ext cx="370983" cy="48641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7E068BF-065F-F34E-01BA-F6184F43284B}"/>
              </a:ext>
            </a:extLst>
          </p:cNvPr>
          <p:cNvSpPr/>
          <p:nvPr/>
        </p:nvSpPr>
        <p:spPr>
          <a:xfrm>
            <a:off x="6767156" y="4149725"/>
            <a:ext cx="950555" cy="792734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580EC7-93D3-9F04-2214-12870849A204}"/>
              </a:ext>
            </a:extLst>
          </p:cNvPr>
          <p:cNvSpPr/>
          <p:nvPr/>
        </p:nvSpPr>
        <p:spPr>
          <a:xfrm>
            <a:off x="8426450" y="4404548"/>
            <a:ext cx="1320800" cy="26183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RolePermission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E442FE-9B5E-FEDD-1A45-41C108F691C9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7717711" y="4535467"/>
            <a:ext cx="708739" cy="10625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FBAA629-2480-FF91-59E1-28835CBA43E5}"/>
              </a:ext>
            </a:extLst>
          </p:cNvPr>
          <p:cNvSpPr/>
          <p:nvPr/>
        </p:nvSpPr>
        <p:spPr>
          <a:xfrm flipV="1">
            <a:off x="4398428" y="2920332"/>
            <a:ext cx="201173" cy="197277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C02F65-E456-BB95-C1B2-3C36CCABB01A}"/>
              </a:ext>
            </a:extLst>
          </p:cNvPr>
          <p:cNvCxnSpPr>
            <a:cxnSpLocks/>
            <a:stCxn id="4" idx="0"/>
          </p:cNvCxnSpPr>
          <p:nvPr/>
        </p:nvCxnSpPr>
        <p:spPr>
          <a:xfrm flipH="1">
            <a:off x="3954105" y="3117609"/>
            <a:ext cx="544910" cy="385804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836282A-72B1-0C0D-F2ED-3A9CB985E7F2}"/>
              </a:ext>
            </a:extLst>
          </p:cNvPr>
          <p:cNvSpPr/>
          <p:nvPr/>
        </p:nvSpPr>
        <p:spPr>
          <a:xfrm flipV="1">
            <a:off x="4646282" y="3029649"/>
            <a:ext cx="544910" cy="87959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35BF66-48D3-21D8-77DD-14035ED38C55}"/>
              </a:ext>
            </a:extLst>
          </p:cNvPr>
          <p:cNvCxnSpPr>
            <a:cxnSpLocks/>
            <a:stCxn id="13" idx="0"/>
            <a:endCxn id="15" idx="3"/>
          </p:cNvCxnSpPr>
          <p:nvPr/>
        </p:nvCxnSpPr>
        <p:spPr>
          <a:xfrm flipH="1">
            <a:off x="3954105" y="3117608"/>
            <a:ext cx="964632" cy="779079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342A17F-6EA2-46DE-08F7-6E6E9BF025EC}"/>
              </a:ext>
            </a:extLst>
          </p:cNvPr>
          <p:cNvSpPr/>
          <p:nvPr/>
        </p:nvSpPr>
        <p:spPr>
          <a:xfrm>
            <a:off x="3003552" y="3771515"/>
            <a:ext cx="950553" cy="25034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Username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527858F-06BC-F7CA-ED5C-30E211E354A5}"/>
              </a:ext>
            </a:extLst>
          </p:cNvPr>
          <p:cNvSpPr/>
          <p:nvPr/>
        </p:nvSpPr>
        <p:spPr>
          <a:xfrm>
            <a:off x="3003550" y="3346386"/>
            <a:ext cx="950553" cy="25034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PictureUrl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5633BD3-617B-6465-9673-7FBD81DF81E8}"/>
              </a:ext>
            </a:extLst>
          </p:cNvPr>
          <p:cNvSpPr/>
          <p:nvPr/>
        </p:nvSpPr>
        <p:spPr>
          <a:xfrm>
            <a:off x="2969854" y="1857262"/>
            <a:ext cx="984251" cy="241572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ShareLink</a:t>
            </a:r>
            <a:r>
              <a:rPr lang="vi-VN" sz="1200" dirty="0">
                <a:solidFill>
                  <a:srgbClr val="005194"/>
                </a:solidFill>
              </a:rPr>
              <a:t> 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605A8C6-730D-7F73-050B-9B472B266496}"/>
              </a:ext>
            </a:extLst>
          </p:cNvPr>
          <p:cNvCxnSpPr>
            <a:cxnSpLocks/>
            <a:stCxn id="22" idx="1"/>
            <a:endCxn id="20" idx="2"/>
          </p:cNvCxnSpPr>
          <p:nvPr/>
        </p:nvCxnSpPr>
        <p:spPr>
          <a:xfrm flipH="1" flipV="1">
            <a:off x="3461980" y="2098834"/>
            <a:ext cx="894119" cy="255223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AC7390D-DCC8-C25D-04B9-18E737882349}"/>
              </a:ext>
            </a:extLst>
          </p:cNvPr>
          <p:cNvSpPr/>
          <p:nvPr/>
        </p:nvSpPr>
        <p:spPr>
          <a:xfrm>
            <a:off x="4356099" y="2240076"/>
            <a:ext cx="1386245" cy="227961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F58B71-0B83-A686-C3E8-DE4DA2A03DA1}"/>
              </a:ext>
            </a:extLst>
          </p:cNvPr>
          <p:cNvSpPr/>
          <p:nvPr/>
        </p:nvSpPr>
        <p:spPr>
          <a:xfrm flipV="1">
            <a:off x="6819723" y="4229680"/>
            <a:ext cx="319265" cy="197277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F153A22-7E19-EFCB-4B7F-AAC982AD8197}"/>
              </a:ext>
            </a:extLst>
          </p:cNvPr>
          <p:cNvCxnSpPr>
            <a:cxnSpLocks/>
            <a:stCxn id="31" idx="0"/>
          </p:cNvCxnSpPr>
          <p:nvPr/>
        </p:nvCxnSpPr>
        <p:spPr>
          <a:xfrm flipH="1">
            <a:off x="6375400" y="4426957"/>
            <a:ext cx="603956" cy="38580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ADA57BE-FD7A-F247-AF1F-8F4C151A589A}"/>
              </a:ext>
            </a:extLst>
          </p:cNvPr>
          <p:cNvSpPr/>
          <p:nvPr/>
        </p:nvSpPr>
        <p:spPr>
          <a:xfrm>
            <a:off x="4918737" y="4655735"/>
            <a:ext cx="1456663" cy="25034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PermissionName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D1B461A-3016-4CE3-FDC4-789488E1D67B}"/>
              </a:ext>
            </a:extLst>
          </p:cNvPr>
          <p:cNvSpPr/>
          <p:nvPr/>
        </p:nvSpPr>
        <p:spPr>
          <a:xfrm>
            <a:off x="5218785" y="3011839"/>
            <a:ext cx="650505" cy="10577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E2A93D4-C632-C5DC-8478-577B16D1E857}"/>
              </a:ext>
            </a:extLst>
          </p:cNvPr>
          <p:cNvCxnSpPr>
            <a:cxnSpLocks/>
            <a:stCxn id="35" idx="3"/>
            <a:endCxn id="38" idx="2"/>
          </p:cNvCxnSpPr>
          <p:nvPr/>
        </p:nvCxnSpPr>
        <p:spPr>
          <a:xfrm flipV="1">
            <a:off x="5869290" y="2611000"/>
            <a:ext cx="900068" cy="453724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4928040-292A-496C-7242-E187AD610668}"/>
              </a:ext>
            </a:extLst>
          </p:cNvPr>
          <p:cNvSpPr/>
          <p:nvPr/>
        </p:nvSpPr>
        <p:spPr>
          <a:xfrm>
            <a:off x="6108958" y="2349163"/>
            <a:ext cx="1320800" cy="26183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OwnerType</a:t>
            </a:r>
            <a:endParaRPr lang="en-US" sz="1200" dirty="0">
              <a:solidFill>
                <a:srgbClr val="0051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327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26164F4-EAB7-6704-E2C0-E7816673E66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8CC7D7-193B-8AA7-CEB2-32E375CD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Member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CEF82-A332-E125-4F4D-A95F24CF5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8000"/>
            <a:ext cx="12192000" cy="58503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B6421F3-20E9-4336-63F0-C55DEFB6AA1F}"/>
              </a:ext>
            </a:extLst>
          </p:cNvPr>
          <p:cNvSpPr/>
          <p:nvPr/>
        </p:nvSpPr>
        <p:spPr>
          <a:xfrm>
            <a:off x="3028950" y="4220858"/>
            <a:ext cx="1857375" cy="2004682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CF52BA-7F16-4CE7-7D4B-AD3CF68900FD}"/>
              </a:ext>
            </a:extLst>
          </p:cNvPr>
          <p:cNvSpPr/>
          <p:nvPr/>
        </p:nvSpPr>
        <p:spPr>
          <a:xfrm>
            <a:off x="1752297" y="3834845"/>
            <a:ext cx="950555" cy="26183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Member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88935D-E379-F137-7EA3-C5FE138859BE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2702852" y="3965764"/>
            <a:ext cx="326098" cy="261837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FA78BB5-6545-3A6D-E3C6-3444331B4820}"/>
              </a:ext>
            </a:extLst>
          </p:cNvPr>
          <p:cNvSpPr/>
          <p:nvPr/>
        </p:nvSpPr>
        <p:spPr>
          <a:xfrm>
            <a:off x="3064670" y="4295761"/>
            <a:ext cx="514350" cy="10577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7A4D3F-7607-43F9-D801-90A09BE1D166}"/>
              </a:ext>
            </a:extLst>
          </p:cNvPr>
          <p:cNvCxnSpPr>
            <a:cxnSpLocks/>
            <a:stCxn id="10" idx="1"/>
            <a:endCxn id="12" idx="0"/>
          </p:cNvCxnSpPr>
          <p:nvPr/>
        </p:nvCxnSpPr>
        <p:spPr>
          <a:xfrm flipH="1">
            <a:off x="2202326" y="4348646"/>
            <a:ext cx="862344" cy="619594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BD49A82-CBEC-5C2A-65B9-7B3FF203F1A2}"/>
              </a:ext>
            </a:extLst>
          </p:cNvPr>
          <p:cNvSpPr/>
          <p:nvPr/>
        </p:nvSpPr>
        <p:spPr>
          <a:xfrm>
            <a:off x="1701800" y="4968240"/>
            <a:ext cx="1001051" cy="26183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OwnerType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E1FB966-6D64-31D6-A8E3-6DD216D65DB1}"/>
              </a:ext>
            </a:extLst>
          </p:cNvPr>
          <p:cNvCxnSpPr>
            <a:cxnSpLocks/>
            <a:stCxn id="27" idx="1"/>
            <a:endCxn id="12" idx="3"/>
          </p:cNvCxnSpPr>
          <p:nvPr/>
        </p:nvCxnSpPr>
        <p:spPr>
          <a:xfrm flipH="1" flipV="1">
            <a:off x="2702851" y="5099159"/>
            <a:ext cx="361818" cy="6724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ADE1EE8-5194-BE4C-F6F4-D09ECE62DF05}"/>
              </a:ext>
            </a:extLst>
          </p:cNvPr>
          <p:cNvSpPr/>
          <p:nvPr/>
        </p:nvSpPr>
        <p:spPr>
          <a:xfrm>
            <a:off x="3064669" y="5052998"/>
            <a:ext cx="571499" cy="10577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13496F-EC3D-DF74-BF39-C5E662B47F99}"/>
              </a:ext>
            </a:extLst>
          </p:cNvPr>
          <p:cNvSpPr/>
          <p:nvPr/>
        </p:nvSpPr>
        <p:spPr>
          <a:xfrm>
            <a:off x="3064670" y="5829029"/>
            <a:ext cx="751680" cy="10577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FFDD8EF-40B9-A014-DD69-D162260ED663}"/>
              </a:ext>
            </a:extLst>
          </p:cNvPr>
          <p:cNvCxnSpPr>
            <a:cxnSpLocks/>
          </p:cNvCxnSpPr>
          <p:nvPr/>
        </p:nvCxnSpPr>
        <p:spPr>
          <a:xfrm flipH="1" flipV="1">
            <a:off x="2202326" y="5230077"/>
            <a:ext cx="862344" cy="656373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4FD4609-C46C-DB87-9A0D-24D45E3621D4}"/>
              </a:ext>
            </a:extLst>
          </p:cNvPr>
          <p:cNvSpPr/>
          <p:nvPr/>
        </p:nvSpPr>
        <p:spPr>
          <a:xfrm>
            <a:off x="5291999" y="5092280"/>
            <a:ext cx="950555" cy="261837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User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56E269-E751-84C7-1B72-A2255E06F2E3}"/>
              </a:ext>
            </a:extLst>
          </p:cNvPr>
          <p:cNvSpPr/>
          <p:nvPr/>
        </p:nvSpPr>
        <p:spPr>
          <a:xfrm>
            <a:off x="3075483" y="4464133"/>
            <a:ext cx="991691" cy="498491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04082AE-DA45-47C6-7448-1E9C1E6037DA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>
            <a:off x="4067174" y="4713379"/>
            <a:ext cx="1224825" cy="50982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905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7CD1A8-CFD3-D3DF-721B-F298F25C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Member, </a:t>
            </a:r>
            <a:r>
              <a:rPr lang="en-US" dirty="0" err="1"/>
              <a:t>RolePermission</a:t>
            </a:r>
            <a:r>
              <a:rPr lang="en-US" dirty="0"/>
              <a:t>, </a:t>
            </a:r>
            <a:r>
              <a:rPr lang="en-US" dirty="0" err="1"/>
              <a:t>ShareLink</a:t>
            </a:r>
            <a:r>
              <a:rPr lang="en-US" dirty="0"/>
              <a:t>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643CB-09A9-87C3-BE75-BF4202472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44" y="1098550"/>
            <a:ext cx="11354668" cy="511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64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165">
            <a:extLst>
              <a:ext uri="{FF2B5EF4-FFF2-40B4-BE49-F238E27FC236}">
                <a16:creationId xmlns:a16="http://schemas.microsoft.com/office/drawing/2014/main" id="{402CDD5A-8A91-C382-54F3-5EFE9E04E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8000"/>
            <a:ext cx="12192000" cy="588092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B51A5B3-C37B-198F-BE36-F57BAAC5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 Setting Screen	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A7ACBC37-3E82-0757-EB6D-656A59949B78}"/>
              </a:ext>
            </a:extLst>
          </p:cNvPr>
          <p:cNvSpPr/>
          <p:nvPr/>
        </p:nvSpPr>
        <p:spPr>
          <a:xfrm>
            <a:off x="2203450" y="1380307"/>
            <a:ext cx="685800" cy="197448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2AFD1835-AD05-F4FA-A9CC-5418F10F70C9}"/>
              </a:ext>
            </a:extLst>
          </p:cNvPr>
          <p:cNvSpPr/>
          <p:nvPr/>
        </p:nvSpPr>
        <p:spPr>
          <a:xfrm>
            <a:off x="4006850" y="1320953"/>
            <a:ext cx="1018653" cy="316156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OwnerType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B40F12A9-10A3-F781-7D1F-5617759F45C3}"/>
              </a:ext>
            </a:extLst>
          </p:cNvPr>
          <p:cNvCxnSpPr>
            <a:cxnSpLocks/>
            <a:endCxn id="168" idx="1"/>
          </p:cNvCxnSpPr>
          <p:nvPr/>
        </p:nvCxnSpPr>
        <p:spPr>
          <a:xfrm>
            <a:off x="2889250" y="1479031"/>
            <a:ext cx="1117600" cy="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0C8CAE23-AB90-2A84-D7AF-7EDABF408DB8}"/>
              </a:ext>
            </a:extLst>
          </p:cNvPr>
          <p:cNvSpPr/>
          <p:nvPr/>
        </p:nvSpPr>
        <p:spPr>
          <a:xfrm>
            <a:off x="4406900" y="3363531"/>
            <a:ext cx="981253" cy="20329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SettingKey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79192CE-5E02-9E02-1273-AA6CEDD2B53B}"/>
              </a:ext>
            </a:extLst>
          </p:cNvPr>
          <p:cNvSpPr/>
          <p:nvPr/>
        </p:nvSpPr>
        <p:spPr>
          <a:xfrm>
            <a:off x="2203450" y="3349627"/>
            <a:ext cx="1289050" cy="27445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AA82D78B-9A0E-0905-9EEF-67E5EFB86F40}"/>
              </a:ext>
            </a:extLst>
          </p:cNvPr>
          <p:cNvCxnSpPr>
            <a:cxnSpLocks/>
            <a:stCxn id="173" idx="3"/>
            <a:endCxn id="172" idx="1"/>
          </p:cNvCxnSpPr>
          <p:nvPr/>
        </p:nvCxnSpPr>
        <p:spPr>
          <a:xfrm flipV="1">
            <a:off x="3492500" y="3465178"/>
            <a:ext cx="914400" cy="21674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58BD76DC-1023-C1AB-5A50-D05DFCAECDF6}"/>
              </a:ext>
            </a:extLst>
          </p:cNvPr>
          <p:cNvSpPr/>
          <p:nvPr/>
        </p:nvSpPr>
        <p:spPr>
          <a:xfrm>
            <a:off x="6578600" y="3789560"/>
            <a:ext cx="1084695" cy="228581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SettingValue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D30FBD1-71CD-6E32-6FDB-F11C9A2D2B99}"/>
              </a:ext>
            </a:extLst>
          </p:cNvPr>
          <p:cNvSpPr/>
          <p:nvPr/>
        </p:nvSpPr>
        <p:spPr>
          <a:xfrm>
            <a:off x="2203450" y="3654617"/>
            <a:ext cx="3892550" cy="363524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D576BE88-88BF-D9EA-40E3-44BCBD915AC9}"/>
              </a:ext>
            </a:extLst>
          </p:cNvPr>
          <p:cNvCxnSpPr>
            <a:cxnSpLocks/>
            <a:stCxn id="177" idx="3"/>
            <a:endCxn id="176" idx="1"/>
          </p:cNvCxnSpPr>
          <p:nvPr/>
        </p:nvCxnSpPr>
        <p:spPr>
          <a:xfrm>
            <a:off x="6096000" y="3836379"/>
            <a:ext cx="482600" cy="67472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C63E8F5-9511-BE1C-86E7-158CCD16DED0}"/>
              </a:ext>
            </a:extLst>
          </p:cNvPr>
          <p:cNvSpPr/>
          <p:nvPr/>
        </p:nvSpPr>
        <p:spPr>
          <a:xfrm flipH="1">
            <a:off x="2237354" y="3724660"/>
            <a:ext cx="422502" cy="149633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C7DF02AD-7774-DB5D-735F-F0E9D965E298}"/>
              </a:ext>
            </a:extLst>
          </p:cNvPr>
          <p:cNvCxnSpPr>
            <a:cxnSpLocks/>
            <a:stCxn id="186" idx="2"/>
            <a:endCxn id="188" idx="1"/>
          </p:cNvCxnSpPr>
          <p:nvPr/>
        </p:nvCxnSpPr>
        <p:spPr>
          <a:xfrm>
            <a:off x="2448605" y="3874293"/>
            <a:ext cx="1853709" cy="44460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886B4B62-659F-2907-4AA7-98E01BBDEFA0}"/>
              </a:ext>
            </a:extLst>
          </p:cNvPr>
          <p:cNvSpPr/>
          <p:nvPr/>
        </p:nvSpPr>
        <p:spPr>
          <a:xfrm>
            <a:off x="4302314" y="4193726"/>
            <a:ext cx="1266636" cy="25034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SettingContent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795DED0E-AFF1-2142-5FBD-B619B08B8451}"/>
              </a:ext>
            </a:extLst>
          </p:cNvPr>
          <p:cNvSpPr/>
          <p:nvPr/>
        </p:nvSpPr>
        <p:spPr>
          <a:xfrm flipH="1">
            <a:off x="2237354" y="3434224"/>
            <a:ext cx="950346" cy="149633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225E6BC6-4965-4FAE-1E02-538F64C707A9}"/>
              </a:ext>
            </a:extLst>
          </p:cNvPr>
          <p:cNvCxnSpPr>
            <a:cxnSpLocks/>
            <a:stCxn id="196" idx="1"/>
            <a:endCxn id="198" idx="1"/>
          </p:cNvCxnSpPr>
          <p:nvPr/>
        </p:nvCxnSpPr>
        <p:spPr>
          <a:xfrm flipV="1">
            <a:off x="3187700" y="3173166"/>
            <a:ext cx="1219199" cy="33587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FF75511D-8A70-E0EE-72C3-7C6B6C9C3102}"/>
              </a:ext>
            </a:extLst>
          </p:cNvPr>
          <p:cNvSpPr/>
          <p:nvPr/>
        </p:nvSpPr>
        <p:spPr>
          <a:xfrm>
            <a:off x="4406899" y="3062774"/>
            <a:ext cx="914399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KeyName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83FE84C-E124-76AC-D67D-81CD8419DEE7}"/>
              </a:ext>
            </a:extLst>
          </p:cNvPr>
          <p:cNvSpPr/>
          <p:nvPr/>
        </p:nvSpPr>
        <p:spPr>
          <a:xfrm>
            <a:off x="10245725" y="4232518"/>
            <a:ext cx="1946275" cy="119613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13FF9E14-0FEC-5322-5245-32D232B56771}"/>
              </a:ext>
            </a:extLst>
          </p:cNvPr>
          <p:cNvSpPr/>
          <p:nvPr/>
        </p:nvSpPr>
        <p:spPr>
          <a:xfrm flipH="1">
            <a:off x="10509250" y="4271309"/>
            <a:ext cx="546100" cy="172761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E5F51FE3-3EA2-6040-BED1-0C3A253AB527}"/>
              </a:ext>
            </a:extLst>
          </p:cNvPr>
          <p:cNvCxnSpPr>
            <a:cxnSpLocks/>
            <a:stCxn id="205" idx="3"/>
            <a:endCxn id="207" idx="3"/>
          </p:cNvCxnSpPr>
          <p:nvPr/>
        </p:nvCxnSpPr>
        <p:spPr>
          <a:xfrm flipH="1">
            <a:off x="9622459" y="4357690"/>
            <a:ext cx="886791" cy="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52351A30-6C73-5563-08FC-3DEC297E9C59}"/>
              </a:ext>
            </a:extLst>
          </p:cNvPr>
          <p:cNvSpPr/>
          <p:nvPr/>
        </p:nvSpPr>
        <p:spPr>
          <a:xfrm>
            <a:off x="8450580" y="4232518"/>
            <a:ext cx="1171879" cy="25034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DisplayName</a:t>
            </a: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32C1778C-F5B8-7630-93A2-0F24F45488AC}"/>
              </a:ext>
            </a:extLst>
          </p:cNvPr>
          <p:cNvSpPr/>
          <p:nvPr/>
        </p:nvSpPr>
        <p:spPr>
          <a:xfrm>
            <a:off x="8450580" y="4675469"/>
            <a:ext cx="1171879" cy="228581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SettingOption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006A1FA6-4274-07F4-EC35-FB5C58B6DC6E}"/>
              </a:ext>
            </a:extLst>
          </p:cNvPr>
          <p:cNvCxnSpPr>
            <a:cxnSpLocks/>
            <a:stCxn id="204" idx="1"/>
            <a:endCxn id="214" idx="3"/>
          </p:cNvCxnSpPr>
          <p:nvPr/>
        </p:nvCxnSpPr>
        <p:spPr>
          <a:xfrm flipH="1" flipV="1">
            <a:off x="9622459" y="4789760"/>
            <a:ext cx="623266" cy="40823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angle 224">
            <a:extLst>
              <a:ext uri="{FF2B5EF4-FFF2-40B4-BE49-F238E27FC236}">
                <a16:creationId xmlns:a16="http://schemas.microsoft.com/office/drawing/2014/main" id="{AD7ACD1F-FDFD-9207-264B-D011A81EB504}"/>
              </a:ext>
            </a:extLst>
          </p:cNvPr>
          <p:cNvSpPr/>
          <p:nvPr/>
        </p:nvSpPr>
        <p:spPr>
          <a:xfrm>
            <a:off x="2203450" y="1775146"/>
            <a:ext cx="1803400" cy="420831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0CE85D0C-E9F0-2299-3FC5-E1C3A22D6F4C}"/>
              </a:ext>
            </a:extLst>
          </p:cNvPr>
          <p:cNvCxnSpPr>
            <a:cxnSpLocks/>
            <a:stCxn id="225" idx="3"/>
            <a:endCxn id="229" idx="1"/>
          </p:cNvCxnSpPr>
          <p:nvPr/>
        </p:nvCxnSpPr>
        <p:spPr>
          <a:xfrm>
            <a:off x="4006850" y="1985562"/>
            <a:ext cx="928782" cy="8402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C207699A-CCA2-0CAF-17FD-5E99195F2564}"/>
              </a:ext>
            </a:extLst>
          </p:cNvPr>
          <p:cNvSpPr/>
          <p:nvPr/>
        </p:nvSpPr>
        <p:spPr>
          <a:xfrm>
            <a:off x="4935632" y="1835886"/>
            <a:ext cx="1018653" cy="316156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Workspace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F7DAA3F-2C05-AD77-E38E-EED7EF3273DD}"/>
              </a:ext>
            </a:extLst>
          </p:cNvPr>
          <p:cNvSpPr/>
          <p:nvPr/>
        </p:nvSpPr>
        <p:spPr>
          <a:xfrm>
            <a:off x="7663296" y="5119839"/>
            <a:ext cx="1946275" cy="228581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SettingKeySettingOption</a:t>
            </a:r>
            <a:endParaRPr lang="en-US" sz="1200" dirty="0">
              <a:solidFill>
                <a:srgbClr val="0051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07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233ED7FE-084F-D7EB-6263-E4F670525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057" y="1098000"/>
            <a:ext cx="702246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B51A5B3-C37B-198F-BE36-F57BAAC5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 and User Setting Screen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7010A8-1CC8-46BD-225C-A4E6E6559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98000"/>
            <a:ext cx="6516948" cy="5969247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C765922-3700-7010-91CD-A0E23AFCFD1C}"/>
              </a:ext>
            </a:extLst>
          </p:cNvPr>
          <p:cNvSpPr/>
          <p:nvPr/>
        </p:nvSpPr>
        <p:spPr>
          <a:xfrm>
            <a:off x="2296303" y="1156742"/>
            <a:ext cx="1924341" cy="233170"/>
          </a:xfrm>
          <a:prstGeom prst="roundRect">
            <a:avLst/>
          </a:prstGeom>
          <a:solidFill>
            <a:srgbClr val="FAD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Board Setting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F550E2-7CA1-08D6-2763-1AF42D113EBC}"/>
              </a:ext>
            </a:extLst>
          </p:cNvPr>
          <p:cNvSpPr/>
          <p:nvPr/>
        </p:nvSpPr>
        <p:spPr>
          <a:xfrm flipH="1">
            <a:off x="7130800" y="4421887"/>
            <a:ext cx="950346" cy="149633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9EF1916-9BD7-E188-E974-B30A6B936C54}"/>
              </a:ext>
            </a:extLst>
          </p:cNvPr>
          <p:cNvCxnSpPr>
            <a:cxnSpLocks/>
            <a:stCxn id="30" idx="1"/>
            <a:endCxn id="34" idx="1"/>
          </p:cNvCxnSpPr>
          <p:nvPr/>
        </p:nvCxnSpPr>
        <p:spPr>
          <a:xfrm flipV="1">
            <a:off x="8081146" y="4496495"/>
            <a:ext cx="917089" cy="209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53377AF-D228-A4E7-08E9-D7F8F6F612EC}"/>
              </a:ext>
            </a:extLst>
          </p:cNvPr>
          <p:cNvSpPr/>
          <p:nvPr/>
        </p:nvSpPr>
        <p:spPr>
          <a:xfrm>
            <a:off x="8998235" y="4386103"/>
            <a:ext cx="914399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KeyName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D408CAE-E8D9-0D05-8DDD-3FA2864ECABB}"/>
              </a:ext>
            </a:extLst>
          </p:cNvPr>
          <p:cNvSpPr/>
          <p:nvPr/>
        </p:nvSpPr>
        <p:spPr>
          <a:xfrm>
            <a:off x="8493265" y="1156742"/>
            <a:ext cx="1924341" cy="233170"/>
          </a:xfrm>
          <a:prstGeom prst="roundRect">
            <a:avLst/>
          </a:prstGeom>
          <a:solidFill>
            <a:srgbClr val="FAD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User Setting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C6FF274-CCE9-1FFC-3015-D21CBA6020A6}"/>
              </a:ext>
            </a:extLst>
          </p:cNvPr>
          <p:cNvSpPr/>
          <p:nvPr/>
        </p:nvSpPr>
        <p:spPr>
          <a:xfrm>
            <a:off x="8998235" y="4057738"/>
            <a:ext cx="981253" cy="239083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SettingKey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1BDF51-B11F-1528-BF97-6560A77E9049}"/>
              </a:ext>
            </a:extLst>
          </p:cNvPr>
          <p:cNvSpPr/>
          <p:nvPr/>
        </p:nvSpPr>
        <p:spPr>
          <a:xfrm>
            <a:off x="7066733" y="4332437"/>
            <a:ext cx="1289050" cy="27445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E9A4EFA-6F44-533E-8A67-57109342EECD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8355783" y="4177280"/>
            <a:ext cx="642452" cy="166955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D702623-1185-CA6B-B31F-64CBACCDDAA2}"/>
              </a:ext>
            </a:extLst>
          </p:cNvPr>
          <p:cNvSpPr/>
          <p:nvPr/>
        </p:nvSpPr>
        <p:spPr>
          <a:xfrm flipH="1">
            <a:off x="4137803" y="2356192"/>
            <a:ext cx="950346" cy="149633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1078B45-03B2-6027-E7AA-210224E6A587}"/>
              </a:ext>
            </a:extLst>
          </p:cNvPr>
          <p:cNvCxnSpPr>
            <a:cxnSpLocks/>
            <a:stCxn id="44" idx="0"/>
            <a:endCxn id="49" idx="3"/>
          </p:cNvCxnSpPr>
          <p:nvPr/>
        </p:nvCxnSpPr>
        <p:spPr>
          <a:xfrm flipH="1" flipV="1">
            <a:off x="3427575" y="1984061"/>
            <a:ext cx="1185401" cy="372131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51C6987-EEB0-1F78-3806-D746D356BD2E}"/>
              </a:ext>
            </a:extLst>
          </p:cNvPr>
          <p:cNvSpPr/>
          <p:nvPr/>
        </p:nvSpPr>
        <p:spPr>
          <a:xfrm>
            <a:off x="2513176" y="1873669"/>
            <a:ext cx="914399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KeyName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3C073A4-528A-758A-6699-7D32E42536C4}"/>
              </a:ext>
            </a:extLst>
          </p:cNvPr>
          <p:cNvSpPr/>
          <p:nvPr/>
        </p:nvSpPr>
        <p:spPr>
          <a:xfrm>
            <a:off x="2459032" y="2209904"/>
            <a:ext cx="981253" cy="20329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SettingKey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A589235-E986-2248-BD90-8096B429B8B8}"/>
              </a:ext>
            </a:extLst>
          </p:cNvPr>
          <p:cNvSpPr/>
          <p:nvPr/>
        </p:nvSpPr>
        <p:spPr>
          <a:xfrm>
            <a:off x="4073737" y="2275973"/>
            <a:ext cx="1289050" cy="248152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0B96915-29F2-92CC-9DC5-841E641C532B}"/>
              </a:ext>
            </a:extLst>
          </p:cNvPr>
          <p:cNvCxnSpPr>
            <a:cxnSpLocks/>
            <a:stCxn id="54" idx="1"/>
            <a:endCxn id="53" idx="3"/>
          </p:cNvCxnSpPr>
          <p:nvPr/>
        </p:nvCxnSpPr>
        <p:spPr>
          <a:xfrm flipH="1" flipV="1">
            <a:off x="3440285" y="2311551"/>
            <a:ext cx="633452" cy="88498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FAF7310F-3D9A-77D4-553F-D86181E734A7}"/>
              </a:ext>
            </a:extLst>
          </p:cNvPr>
          <p:cNvSpPr/>
          <p:nvPr/>
        </p:nvSpPr>
        <p:spPr>
          <a:xfrm>
            <a:off x="4073737" y="2567383"/>
            <a:ext cx="557794" cy="116299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0A55718-AE09-2336-E9D5-071A2FF1432A}"/>
              </a:ext>
            </a:extLst>
          </p:cNvPr>
          <p:cNvCxnSpPr>
            <a:cxnSpLocks/>
            <a:endCxn id="70" idx="3"/>
          </p:cNvCxnSpPr>
          <p:nvPr/>
        </p:nvCxnSpPr>
        <p:spPr>
          <a:xfrm flipH="1" flipV="1">
            <a:off x="3440284" y="2599079"/>
            <a:ext cx="633453" cy="44249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DF8DAB47-68D8-6585-57FA-463B0025595D}"/>
              </a:ext>
            </a:extLst>
          </p:cNvPr>
          <p:cNvSpPr/>
          <p:nvPr/>
        </p:nvSpPr>
        <p:spPr>
          <a:xfrm>
            <a:off x="2296303" y="2497432"/>
            <a:ext cx="1143981" cy="20329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SettingValue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56263DD8-62B9-783E-81E5-55ED047952F0}"/>
              </a:ext>
            </a:extLst>
          </p:cNvPr>
          <p:cNvSpPr/>
          <p:nvPr/>
        </p:nvSpPr>
        <p:spPr>
          <a:xfrm>
            <a:off x="8998235" y="4696270"/>
            <a:ext cx="1070820" cy="233169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SettingValue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5BA9BEA-A1E0-1AFB-FC74-FDE4FDABD9A3}"/>
              </a:ext>
            </a:extLst>
          </p:cNvPr>
          <p:cNvSpPr/>
          <p:nvPr/>
        </p:nvSpPr>
        <p:spPr>
          <a:xfrm>
            <a:off x="7166519" y="4712388"/>
            <a:ext cx="1289050" cy="185207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2806EE4-42D5-2266-42AD-934FBB15BAE1}"/>
              </a:ext>
            </a:extLst>
          </p:cNvPr>
          <p:cNvCxnSpPr>
            <a:cxnSpLocks/>
            <a:stCxn id="87" idx="3"/>
            <a:endCxn id="86" idx="1"/>
          </p:cNvCxnSpPr>
          <p:nvPr/>
        </p:nvCxnSpPr>
        <p:spPr>
          <a:xfrm>
            <a:off x="8455569" y="4804992"/>
            <a:ext cx="542666" cy="7863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17F1FE7-455B-6C80-F096-C9B861C4415E}"/>
              </a:ext>
            </a:extLst>
          </p:cNvPr>
          <p:cNvSpPr/>
          <p:nvPr/>
        </p:nvSpPr>
        <p:spPr>
          <a:xfrm>
            <a:off x="7204215" y="5129973"/>
            <a:ext cx="1289050" cy="768759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4CDB2D3C-B941-500A-CF30-0E2879ECDA9C}"/>
              </a:ext>
            </a:extLst>
          </p:cNvPr>
          <p:cNvSpPr/>
          <p:nvPr/>
        </p:nvSpPr>
        <p:spPr>
          <a:xfrm>
            <a:off x="8995541" y="5425713"/>
            <a:ext cx="1175792" cy="233169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SettingOption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705B642-548B-930F-6306-EF17F8105151}"/>
              </a:ext>
            </a:extLst>
          </p:cNvPr>
          <p:cNvCxnSpPr>
            <a:cxnSpLocks/>
            <a:stCxn id="90" idx="3"/>
            <a:endCxn id="92" idx="1"/>
          </p:cNvCxnSpPr>
          <p:nvPr/>
        </p:nvCxnSpPr>
        <p:spPr>
          <a:xfrm>
            <a:off x="8493265" y="5514353"/>
            <a:ext cx="502276" cy="27945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Picture 99">
            <a:extLst>
              <a:ext uri="{FF2B5EF4-FFF2-40B4-BE49-F238E27FC236}">
                <a16:creationId xmlns:a16="http://schemas.microsoft.com/office/drawing/2014/main" id="{A742C6BF-DFC7-780A-D9A2-E1FAEE6094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379" y="2710564"/>
            <a:ext cx="1752829" cy="2209592"/>
          </a:xfrm>
          <a:prstGeom prst="rect">
            <a:avLst/>
          </a:prstGeom>
        </p:spPr>
      </p:pic>
      <p:sp>
        <p:nvSpPr>
          <p:cNvPr id="101" name="Rectangle 100">
            <a:extLst>
              <a:ext uri="{FF2B5EF4-FFF2-40B4-BE49-F238E27FC236}">
                <a16:creationId xmlns:a16="http://schemas.microsoft.com/office/drawing/2014/main" id="{64A73D13-A94B-CECF-3DED-A11C5B509298}"/>
              </a:ext>
            </a:extLst>
          </p:cNvPr>
          <p:cNvSpPr/>
          <p:nvPr/>
        </p:nvSpPr>
        <p:spPr>
          <a:xfrm>
            <a:off x="4084782" y="2988468"/>
            <a:ext cx="1619995" cy="1909127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3EC7C96B-57CA-5D2C-143C-11EE60D37C00}"/>
              </a:ext>
            </a:extLst>
          </p:cNvPr>
          <p:cNvSpPr/>
          <p:nvPr/>
        </p:nvSpPr>
        <p:spPr>
          <a:xfrm>
            <a:off x="2264493" y="3042942"/>
            <a:ext cx="1175792" cy="233169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SettingOption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9FAB0B1-DE94-93A6-7472-DE2C5F1B708D}"/>
              </a:ext>
            </a:extLst>
          </p:cNvPr>
          <p:cNvCxnSpPr>
            <a:cxnSpLocks/>
            <a:endCxn id="102" idx="3"/>
          </p:cNvCxnSpPr>
          <p:nvPr/>
        </p:nvCxnSpPr>
        <p:spPr>
          <a:xfrm flipH="1">
            <a:off x="3440285" y="3158107"/>
            <a:ext cx="646094" cy="142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5B4FDA65-C182-E17D-0F63-0E3ED1AA3EA6}"/>
              </a:ext>
            </a:extLst>
          </p:cNvPr>
          <p:cNvSpPr/>
          <p:nvPr/>
        </p:nvSpPr>
        <p:spPr>
          <a:xfrm>
            <a:off x="8998235" y="6161348"/>
            <a:ext cx="914399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IsBoolean</a:t>
            </a:r>
            <a:endParaRPr lang="en-US" sz="1200" dirty="0">
              <a:solidFill>
                <a:srgbClr val="005D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62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7CD1A8-CFD3-D3DF-721B-F298F25C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59E845-A2C7-6AAE-1D2D-755F19986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098550"/>
            <a:ext cx="11138558" cy="575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99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4A7F68-34D2-D389-64F2-2EC3FD58F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Category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D1FFE-1698-BC18-44B6-A58589850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8000"/>
            <a:ext cx="12192000" cy="58583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B13CDD-655B-07AB-C8F4-E0A03C977CC0}"/>
              </a:ext>
            </a:extLst>
          </p:cNvPr>
          <p:cNvSpPr/>
          <p:nvPr/>
        </p:nvSpPr>
        <p:spPr>
          <a:xfrm flipH="1">
            <a:off x="4501900" y="2765851"/>
            <a:ext cx="406650" cy="128099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7B7ED33-3292-D04A-5B64-97EBA028D085}"/>
              </a:ext>
            </a:extLst>
          </p:cNvPr>
          <p:cNvCxnSpPr>
            <a:cxnSpLocks/>
            <a:stCxn id="6" idx="1"/>
            <a:endCxn id="8" idx="2"/>
          </p:cNvCxnSpPr>
          <p:nvPr/>
        </p:nvCxnSpPr>
        <p:spPr>
          <a:xfrm flipV="1">
            <a:off x="4908550" y="1662121"/>
            <a:ext cx="2457473" cy="116778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6059E0-A6E6-EDB3-4040-6EAE19C4C3F7}"/>
              </a:ext>
            </a:extLst>
          </p:cNvPr>
          <p:cNvSpPr/>
          <p:nvPr/>
        </p:nvSpPr>
        <p:spPr>
          <a:xfrm>
            <a:off x="6418626" y="1441337"/>
            <a:ext cx="1894793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TemplateCategoryName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12532C-3FFC-407D-9A28-C88D21225676}"/>
              </a:ext>
            </a:extLst>
          </p:cNvPr>
          <p:cNvSpPr/>
          <p:nvPr/>
        </p:nvSpPr>
        <p:spPr>
          <a:xfrm flipH="1">
            <a:off x="4337050" y="2063752"/>
            <a:ext cx="5314950" cy="1041398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CB75C2A-43C0-08B0-2E38-2BA12B1D9B94}"/>
              </a:ext>
            </a:extLst>
          </p:cNvPr>
          <p:cNvCxnSpPr>
            <a:cxnSpLocks/>
            <a:endCxn id="28" idx="2"/>
          </p:cNvCxnSpPr>
          <p:nvPr/>
        </p:nvCxnSpPr>
        <p:spPr>
          <a:xfrm flipH="1" flipV="1">
            <a:off x="3848100" y="1647862"/>
            <a:ext cx="510501" cy="417449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FF951D0-B639-E87E-D4C9-4FC17DC1A80C}"/>
              </a:ext>
            </a:extLst>
          </p:cNvPr>
          <p:cNvSpPr/>
          <p:nvPr/>
        </p:nvSpPr>
        <p:spPr>
          <a:xfrm>
            <a:off x="3103500" y="1444568"/>
            <a:ext cx="1489199" cy="20329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TemplateCategory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D31DBB-C729-5DB4-A0EC-3B3F5E489CB3}"/>
              </a:ext>
            </a:extLst>
          </p:cNvPr>
          <p:cNvSpPr/>
          <p:nvPr/>
        </p:nvSpPr>
        <p:spPr>
          <a:xfrm flipH="1">
            <a:off x="4419474" y="2131950"/>
            <a:ext cx="558925" cy="553001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B11C55F-B318-C2EB-145B-EBC47AB0649E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4765251" y="1656607"/>
            <a:ext cx="600912" cy="475343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70F9A4B-84F5-B1D9-7BBC-52BC21F333C4}"/>
              </a:ext>
            </a:extLst>
          </p:cNvPr>
          <p:cNvSpPr/>
          <p:nvPr/>
        </p:nvSpPr>
        <p:spPr>
          <a:xfrm>
            <a:off x="4958951" y="1435823"/>
            <a:ext cx="814423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IconUrl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C3C724-D876-D777-22F0-9BC72B66211F}"/>
              </a:ext>
            </a:extLst>
          </p:cNvPr>
          <p:cNvSpPr/>
          <p:nvPr/>
        </p:nvSpPr>
        <p:spPr>
          <a:xfrm flipH="1">
            <a:off x="4337050" y="3436876"/>
            <a:ext cx="5359400" cy="2176524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22E5BF4-D0B6-1E0E-7365-A0CE634D7A7B}"/>
              </a:ext>
            </a:extLst>
          </p:cNvPr>
          <p:cNvCxnSpPr>
            <a:cxnSpLocks/>
          </p:cNvCxnSpPr>
          <p:nvPr/>
        </p:nvCxnSpPr>
        <p:spPr>
          <a:xfrm flipH="1" flipV="1">
            <a:off x="3851927" y="4207366"/>
            <a:ext cx="485123" cy="204508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5623286-84DB-66F9-A35B-248F17874888}"/>
              </a:ext>
            </a:extLst>
          </p:cNvPr>
          <p:cNvSpPr/>
          <p:nvPr/>
        </p:nvSpPr>
        <p:spPr>
          <a:xfrm>
            <a:off x="2943878" y="4105719"/>
            <a:ext cx="908049" cy="20329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Template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7A28157-492B-E161-71DD-D000E125071D}"/>
              </a:ext>
            </a:extLst>
          </p:cNvPr>
          <p:cNvSpPr/>
          <p:nvPr/>
        </p:nvSpPr>
        <p:spPr>
          <a:xfrm flipH="1">
            <a:off x="4412325" y="3492431"/>
            <a:ext cx="1588423" cy="443221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119124C-9E89-1410-5189-98BBA230316B}"/>
              </a:ext>
            </a:extLst>
          </p:cNvPr>
          <p:cNvSpPr/>
          <p:nvPr/>
        </p:nvSpPr>
        <p:spPr>
          <a:xfrm>
            <a:off x="2937339" y="3732358"/>
            <a:ext cx="908049" cy="20329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Board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4F5C96B-00AD-E1DA-A349-9F85799ACE7F}"/>
              </a:ext>
            </a:extLst>
          </p:cNvPr>
          <p:cNvCxnSpPr>
            <a:cxnSpLocks/>
            <a:endCxn id="51" idx="3"/>
          </p:cNvCxnSpPr>
          <p:nvPr/>
        </p:nvCxnSpPr>
        <p:spPr>
          <a:xfrm flipH="1" flipV="1">
            <a:off x="3851927" y="3051853"/>
            <a:ext cx="567547" cy="440578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965D396-F3C1-0943-EDD4-47DCB8A956BD}"/>
              </a:ext>
            </a:extLst>
          </p:cNvPr>
          <p:cNvSpPr/>
          <p:nvPr/>
        </p:nvSpPr>
        <p:spPr>
          <a:xfrm>
            <a:off x="2495550" y="2941461"/>
            <a:ext cx="1356377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BackgroundUrl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50D9B09-28F3-1C65-F909-84260F9BB293}"/>
              </a:ext>
            </a:extLst>
          </p:cNvPr>
          <p:cNvSpPr/>
          <p:nvPr/>
        </p:nvSpPr>
        <p:spPr>
          <a:xfrm>
            <a:off x="2933512" y="3308363"/>
            <a:ext cx="918415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CreateBy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D463289-0840-EF6D-E6A0-DC86EF23E82B}"/>
              </a:ext>
            </a:extLst>
          </p:cNvPr>
          <p:cNvSpPr/>
          <p:nvPr/>
        </p:nvSpPr>
        <p:spPr>
          <a:xfrm flipH="1">
            <a:off x="4412325" y="4045767"/>
            <a:ext cx="352926" cy="366107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17FD06A-AF40-0821-B5F7-D2E5D9985C5E}"/>
              </a:ext>
            </a:extLst>
          </p:cNvPr>
          <p:cNvCxnSpPr>
            <a:cxnSpLocks/>
            <a:endCxn id="55" idx="3"/>
          </p:cNvCxnSpPr>
          <p:nvPr/>
        </p:nvCxnSpPr>
        <p:spPr>
          <a:xfrm flipH="1" flipV="1">
            <a:off x="3851927" y="3418755"/>
            <a:ext cx="567547" cy="652147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B1FF39C-DA81-FB73-D1E3-9FF818D59A18}"/>
              </a:ext>
            </a:extLst>
          </p:cNvPr>
          <p:cNvSpPr/>
          <p:nvPr/>
        </p:nvSpPr>
        <p:spPr>
          <a:xfrm>
            <a:off x="2933512" y="4470197"/>
            <a:ext cx="914588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PictureUrl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C9079D2-B386-AB08-48BC-CF61D2B7AE53}"/>
              </a:ext>
            </a:extLst>
          </p:cNvPr>
          <p:cNvCxnSpPr>
            <a:cxnSpLocks/>
            <a:stCxn id="56" idx="2"/>
            <a:endCxn id="61" idx="3"/>
          </p:cNvCxnSpPr>
          <p:nvPr/>
        </p:nvCxnSpPr>
        <p:spPr>
          <a:xfrm flipH="1">
            <a:off x="3848100" y="4411874"/>
            <a:ext cx="740688" cy="16871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F69B30EB-8C69-0032-6ED4-5A3E01B6C0BC}"/>
              </a:ext>
            </a:extLst>
          </p:cNvPr>
          <p:cNvSpPr/>
          <p:nvPr/>
        </p:nvSpPr>
        <p:spPr>
          <a:xfrm flipH="1">
            <a:off x="4412325" y="4478973"/>
            <a:ext cx="953838" cy="111458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3FD06DA-A29B-6444-6913-881657846BE6}"/>
              </a:ext>
            </a:extLst>
          </p:cNvPr>
          <p:cNvSpPr/>
          <p:nvPr/>
        </p:nvSpPr>
        <p:spPr>
          <a:xfrm>
            <a:off x="2933512" y="4812868"/>
            <a:ext cx="914588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Title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E38B350-F7EC-C6D8-A6FB-B7800404B51C}"/>
              </a:ext>
            </a:extLst>
          </p:cNvPr>
          <p:cNvCxnSpPr>
            <a:cxnSpLocks/>
            <a:stCxn id="67" idx="3"/>
            <a:endCxn id="68" idx="3"/>
          </p:cNvCxnSpPr>
          <p:nvPr/>
        </p:nvCxnSpPr>
        <p:spPr>
          <a:xfrm flipH="1">
            <a:off x="3848100" y="4534702"/>
            <a:ext cx="564225" cy="388558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E2BF5FDF-96DE-F29B-CE24-F084772C77E0}"/>
              </a:ext>
            </a:extLst>
          </p:cNvPr>
          <p:cNvSpPr/>
          <p:nvPr/>
        </p:nvSpPr>
        <p:spPr>
          <a:xfrm>
            <a:off x="2876550" y="5132344"/>
            <a:ext cx="968838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CreatedBy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947866D-86CD-4D81-9897-497F10629FF1}"/>
              </a:ext>
            </a:extLst>
          </p:cNvPr>
          <p:cNvCxnSpPr>
            <a:cxnSpLocks/>
            <a:stCxn id="78" idx="3"/>
            <a:endCxn id="73" idx="3"/>
          </p:cNvCxnSpPr>
          <p:nvPr/>
        </p:nvCxnSpPr>
        <p:spPr>
          <a:xfrm flipH="1">
            <a:off x="3845388" y="4679826"/>
            <a:ext cx="576849" cy="56291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F5828F7E-153B-CCE4-A5ED-CDAB94AE6324}"/>
              </a:ext>
            </a:extLst>
          </p:cNvPr>
          <p:cNvSpPr/>
          <p:nvPr/>
        </p:nvSpPr>
        <p:spPr>
          <a:xfrm flipH="1">
            <a:off x="4422237" y="4635252"/>
            <a:ext cx="514094" cy="89148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AD9E576-5CFF-7912-07C4-ABF003D30527}"/>
              </a:ext>
            </a:extLst>
          </p:cNvPr>
          <p:cNvSpPr/>
          <p:nvPr/>
        </p:nvSpPr>
        <p:spPr>
          <a:xfrm flipH="1">
            <a:off x="4412325" y="4758079"/>
            <a:ext cx="1478888" cy="229685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6CAED60-964F-13D8-1C5F-E13C80805A13}"/>
              </a:ext>
            </a:extLst>
          </p:cNvPr>
          <p:cNvCxnSpPr>
            <a:cxnSpLocks/>
            <a:stCxn id="79" idx="3"/>
          </p:cNvCxnSpPr>
          <p:nvPr/>
        </p:nvCxnSpPr>
        <p:spPr>
          <a:xfrm flipH="1">
            <a:off x="3851927" y="4872922"/>
            <a:ext cx="560398" cy="632527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BE328231-62E7-62DA-DFDD-8686C1634031}"/>
              </a:ext>
            </a:extLst>
          </p:cNvPr>
          <p:cNvSpPr/>
          <p:nvPr/>
        </p:nvSpPr>
        <p:spPr>
          <a:xfrm>
            <a:off x="2262188" y="5437384"/>
            <a:ext cx="1589739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TemplateDescription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B2F7A1-668D-533D-B81D-1BEB6B74D9F1}"/>
              </a:ext>
            </a:extLst>
          </p:cNvPr>
          <p:cNvSpPr/>
          <p:nvPr/>
        </p:nvSpPr>
        <p:spPr>
          <a:xfrm flipH="1">
            <a:off x="4426012" y="5033653"/>
            <a:ext cx="331251" cy="12176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96BFA1A-5B1A-0ED3-2364-00BF7EB842D0}"/>
              </a:ext>
            </a:extLst>
          </p:cNvPr>
          <p:cNvCxnSpPr>
            <a:cxnSpLocks/>
            <a:stCxn id="2" idx="3"/>
            <a:endCxn id="11" idx="3"/>
          </p:cNvCxnSpPr>
          <p:nvPr/>
        </p:nvCxnSpPr>
        <p:spPr>
          <a:xfrm flipH="1">
            <a:off x="3855565" y="5094533"/>
            <a:ext cx="570447" cy="766547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445205-F849-89F7-5E33-306EA08E1DB1}"/>
              </a:ext>
            </a:extLst>
          </p:cNvPr>
          <p:cNvSpPr/>
          <p:nvPr/>
        </p:nvSpPr>
        <p:spPr>
          <a:xfrm>
            <a:off x="2127440" y="5759433"/>
            <a:ext cx="1728125" cy="20329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UserTemplateCopied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0F7A51-497E-7D36-FA53-D19E4C373A4D}"/>
              </a:ext>
            </a:extLst>
          </p:cNvPr>
          <p:cNvSpPr/>
          <p:nvPr/>
        </p:nvSpPr>
        <p:spPr>
          <a:xfrm flipH="1">
            <a:off x="4793325" y="5033653"/>
            <a:ext cx="331251" cy="12176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AF4322-DF51-8399-8F3E-CD9DD213EDF0}"/>
              </a:ext>
            </a:extLst>
          </p:cNvPr>
          <p:cNvCxnSpPr>
            <a:cxnSpLocks/>
            <a:stCxn id="15" idx="2"/>
            <a:endCxn id="20" idx="3"/>
          </p:cNvCxnSpPr>
          <p:nvPr/>
        </p:nvCxnSpPr>
        <p:spPr>
          <a:xfrm flipH="1">
            <a:off x="3874427" y="5155413"/>
            <a:ext cx="1084523" cy="999172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6C482F5-C490-AEB5-B927-0C7C70B1F618}"/>
              </a:ext>
            </a:extLst>
          </p:cNvPr>
          <p:cNvSpPr/>
          <p:nvPr/>
        </p:nvSpPr>
        <p:spPr>
          <a:xfrm>
            <a:off x="2146301" y="6052938"/>
            <a:ext cx="1728126" cy="20329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UserTemplateViewed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D40AC54-2DB4-F3DA-D186-1DF27A67DA33}"/>
              </a:ext>
            </a:extLst>
          </p:cNvPr>
          <p:cNvSpPr/>
          <p:nvPr/>
        </p:nvSpPr>
        <p:spPr>
          <a:xfrm>
            <a:off x="1911940" y="3335229"/>
            <a:ext cx="908049" cy="20329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User</a:t>
            </a:r>
          </a:p>
        </p:txBody>
      </p:sp>
    </p:spTree>
    <p:extLst>
      <p:ext uri="{BB962C8B-B14F-4D97-AF65-F5344CB8AC3E}">
        <p14:creationId xmlns:p14="http://schemas.microsoft.com/office/powerpoint/2010/main" val="2790645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>
            <a:extLst>
              <a:ext uri="{FF2B5EF4-FFF2-40B4-BE49-F238E27FC236}">
                <a16:creationId xmlns:a16="http://schemas.microsoft.com/office/drawing/2014/main" id="{B53A4B10-051D-B991-90F5-2C5B3D3EC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8550"/>
            <a:ext cx="12192000" cy="588951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DC55CE6-2475-34B3-9C3A-7F15A9083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Screen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26D860-8BAD-DE63-00BE-563F2AF6CD5E}"/>
              </a:ext>
            </a:extLst>
          </p:cNvPr>
          <p:cNvSpPr/>
          <p:nvPr/>
        </p:nvSpPr>
        <p:spPr>
          <a:xfrm flipH="1">
            <a:off x="4291013" y="1981199"/>
            <a:ext cx="5405437" cy="4987807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A3DD3-11A1-BACC-12BB-C2567184364A}"/>
              </a:ext>
            </a:extLst>
          </p:cNvPr>
          <p:cNvSpPr/>
          <p:nvPr/>
        </p:nvSpPr>
        <p:spPr>
          <a:xfrm flipH="1">
            <a:off x="4337049" y="2105275"/>
            <a:ext cx="428201" cy="433981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F9FB70-A6BD-2B56-7476-FA7A39C2CDE7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4556125" y="1656607"/>
            <a:ext cx="214112" cy="448668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5A4394-A425-BE95-2EC4-7F0A94F2A990}"/>
              </a:ext>
            </a:extLst>
          </p:cNvPr>
          <p:cNvSpPr/>
          <p:nvPr/>
        </p:nvSpPr>
        <p:spPr>
          <a:xfrm>
            <a:off x="4295375" y="1435823"/>
            <a:ext cx="949724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PictureUrl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FD9F00-5E52-08F5-EE95-734561B0EA6B}"/>
              </a:ext>
            </a:extLst>
          </p:cNvPr>
          <p:cNvCxnSpPr>
            <a:cxnSpLocks/>
            <a:stCxn id="21" idx="0"/>
            <a:endCxn id="20" idx="2"/>
          </p:cNvCxnSpPr>
          <p:nvPr/>
        </p:nvCxnSpPr>
        <p:spPr>
          <a:xfrm flipV="1">
            <a:off x="5306344" y="1657330"/>
            <a:ext cx="675355" cy="448669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BAC5DD6-CD72-9795-AED7-9A7F9C2B655D}"/>
              </a:ext>
            </a:extLst>
          </p:cNvPr>
          <p:cNvSpPr/>
          <p:nvPr/>
        </p:nvSpPr>
        <p:spPr>
          <a:xfrm>
            <a:off x="5397498" y="1436546"/>
            <a:ext cx="1168401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TemplateTitle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D15F98-469D-7AF4-2199-C3EA522ED00E}"/>
              </a:ext>
            </a:extLst>
          </p:cNvPr>
          <p:cNvSpPr/>
          <p:nvPr/>
        </p:nvSpPr>
        <p:spPr>
          <a:xfrm flipH="1">
            <a:off x="4843715" y="2105999"/>
            <a:ext cx="925259" cy="186352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CBD2A-D409-9508-C3CE-DB344D1F498E}"/>
              </a:ext>
            </a:extLst>
          </p:cNvPr>
          <p:cNvSpPr/>
          <p:nvPr/>
        </p:nvSpPr>
        <p:spPr>
          <a:xfrm flipH="1">
            <a:off x="5291998" y="2322265"/>
            <a:ext cx="562701" cy="94886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C4F726-A1AD-060B-2FF6-2C98C672DAE5}"/>
              </a:ext>
            </a:extLst>
          </p:cNvPr>
          <p:cNvSpPr/>
          <p:nvPr/>
        </p:nvSpPr>
        <p:spPr>
          <a:xfrm flipH="1">
            <a:off x="5887309" y="2322265"/>
            <a:ext cx="1351690" cy="94886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473F239-5872-4523-C065-6BEAC260F60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791199" y="1966170"/>
            <a:ext cx="774700" cy="35609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BA6F520-06DD-D1F8-065F-21A0344636D8}"/>
              </a:ext>
            </a:extLst>
          </p:cNvPr>
          <p:cNvSpPr/>
          <p:nvPr/>
        </p:nvSpPr>
        <p:spPr>
          <a:xfrm>
            <a:off x="5981698" y="1745386"/>
            <a:ext cx="1168401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Fullname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12B754F-4995-25CB-9459-94019CF86731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6295722" y="2140573"/>
            <a:ext cx="430513" cy="181692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E6F2BC4-206B-6F0F-FACA-5FE50D7900EF}"/>
              </a:ext>
            </a:extLst>
          </p:cNvPr>
          <p:cNvSpPr/>
          <p:nvPr/>
        </p:nvSpPr>
        <p:spPr>
          <a:xfrm>
            <a:off x="6726235" y="2030181"/>
            <a:ext cx="561975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Bio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EE483D1-42C4-6343-F61F-C08C1DD77489}"/>
              </a:ext>
            </a:extLst>
          </p:cNvPr>
          <p:cNvSpPr/>
          <p:nvPr/>
        </p:nvSpPr>
        <p:spPr>
          <a:xfrm flipH="1">
            <a:off x="4975091" y="2472373"/>
            <a:ext cx="225557" cy="12176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F23C8E3-632A-F30B-9317-6181E8EC8986}"/>
              </a:ext>
            </a:extLst>
          </p:cNvPr>
          <p:cNvCxnSpPr>
            <a:cxnSpLocks/>
            <a:stCxn id="37" idx="3"/>
            <a:endCxn id="39" idx="3"/>
          </p:cNvCxnSpPr>
          <p:nvPr/>
        </p:nvCxnSpPr>
        <p:spPr>
          <a:xfrm flipH="1">
            <a:off x="4094488" y="2533253"/>
            <a:ext cx="880603" cy="178006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0DA5AF8-A68D-148D-68E9-950167DA143E}"/>
              </a:ext>
            </a:extLst>
          </p:cNvPr>
          <p:cNvSpPr/>
          <p:nvPr/>
        </p:nvSpPr>
        <p:spPr>
          <a:xfrm>
            <a:off x="2408182" y="2609612"/>
            <a:ext cx="1686306" cy="20329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UserTemplateCopied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C2BE6C1-F5B3-A041-A81C-75BE0F6F2858}"/>
              </a:ext>
            </a:extLst>
          </p:cNvPr>
          <p:cNvSpPr/>
          <p:nvPr/>
        </p:nvSpPr>
        <p:spPr>
          <a:xfrm>
            <a:off x="6222945" y="2484052"/>
            <a:ext cx="1686306" cy="20329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UserTemplateCopied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EC91FE9-60F2-B3B0-C342-AEABA8B49AF2}"/>
              </a:ext>
            </a:extLst>
          </p:cNvPr>
          <p:cNvSpPr/>
          <p:nvPr/>
        </p:nvSpPr>
        <p:spPr>
          <a:xfrm flipH="1">
            <a:off x="5551752" y="2487852"/>
            <a:ext cx="225557" cy="12176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1D49D0D-9333-3B34-2B8D-E93641716112}"/>
              </a:ext>
            </a:extLst>
          </p:cNvPr>
          <p:cNvCxnSpPr>
            <a:cxnSpLocks/>
            <a:stCxn id="45" idx="1"/>
            <a:endCxn id="43" idx="1"/>
          </p:cNvCxnSpPr>
          <p:nvPr/>
        </p:nvCxnSpPr>
        <p:spPr>
          <a:xfrm>
            <a:off x="5777309" y="2548732"/>
            <a:ext cx="445636" cy="36967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27D9FE2C-67C5-9FBD-7C01-E6AEDB433B89}"/>
              </a:ext>
            </a:extLst>
          </p:cNvPr>
          <p:cNvSpPr/>
          <p:nvPr/>
        </p:nvSpPr>
        <p:spPr>
          <a:xfrm flipH="1">
            <a:off x="4337049" y="2941951"/>
            <a:ext cx="4403728" cy="3879081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59B1B89-AC28-2D4D-3899-9796F6022B42}"/>
              </a:ext>
            </a:extLst>
          </p:cNvPr>
          <p:cNvCxnSpPr>
            <a:cxnSpLocks/>
            <a:endCxn id="52" idx="3"/>
          </p:cNvCxnSpPr>
          <p:nvPr/>
        </p:nvCxnSpPr>
        <p:spPr>
          <a:xfrm flipH="1">
            <a:off x="4094063" y="3245916"/>
            <a:ext cx="242987" cy="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99D1A15-659C-F295-2F3A-40F11A5810FC}"/>
              </a:ext>
            </a:extLst>
          </p:cNvPr>
          <p:cNvSpPr/>
          <p:nvPr/>
        </p:nvSpPr>
        <p:spPr>
          <a:xfrm>
            <a:off x="2495550" y="3135524"/>
            <a:ext cx="1598513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TemplateDescription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FFF7396-FABC-4EC3-FCED-12802AEDD2C2}"/>
              </a:ext>
            </a:extLst>
          </p:cNvPr>
          <p:cNvSpPr/>
          <p:nvPr/>
        </p:nvSpPr>
        <p:spPr>
          <a:xfrm>
            <a:off x="3214089" y="1472290"/>
            <a:ext cx="908049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Template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56209CF-6705-4041-6C3A-9A4BBD499603}"/>
              </a:ext>
            </a:extLst>
          </p:cNvPr>
          <p:cNvSpPr/>
          <p:nvPr/>
        </p:nvSpPr>
        <p:spPr>
          <a:xfrm flipH="1">
            <a:off x="8912403" y="2993778"/>
            <a:ext cx="574497" cy="94886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D37B639-4AA0-9D26-88F9-E6D9EC4EE14C}"/>
              </a:ext>
            </a:extLst>
          </p:cNvPr>
          <p:cNvSpPr/>
          <p:nvPr/>
        </p:nvSpPr>
        <p:spPr>
          <a:xfrm>
            <a:off x="10086973" y="2916429"/>
            <a:ext cx="1168401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BoardName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0AF888C-4DA7-CDE5-1C02-4BF418B53020}"/>
              </a:ext>
            </a:extLst>
          </p:cNvPr>
          <p:cNvCxnSpPr>
            <a:cxnSpLocks/>
            <a:stCxn id="58" idx="1"/>
            <a:endCxn id="59" idx="1"/>
          </p:cNvCxnSpPr>
          <p:nvPr/>
        </p:nvCxnSpPr>
        <p:spPr>
          <a:xfrm flipV="1">
            <a:off x="9486900" y="3026821"/>
            <a:ext cx="600073" cy="1440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6B577FF2-645D-AA3E-FCEF-B0D2F6372E81}"/>
              </a:ext>
            </a:extLst>
          </p:cNvPr>
          <p:cNvSpPr/>
          <p:nvPr/>
        </p:nvSpPr>
        <p:spPr>
          <a:xfrm flipH="1">
            <a:off x="8929362" y="3429000"/>
            <a:ext cx="724225" cy="171338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FBA480AA-9054-EA03-B763-37CEAAC8EF17}"/>
              </a:ext>
            </a:extLst>
          </p:cNvPr>
          <p:cNvSpPr/>
          <p:nvPr/>
        </p:nvSpPr>
        <p:spPr>
          <a:xfrm>
            <a:off x="10086973" y="3425395"/>
            <a:ext cx="1038227" cy="20329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Workspace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6C465C6-99D1-F53C-12AA-7B74336A6C4C}"/>
              </a:ext>
            </a:extLst>
          </p:cNvPr>
          <p:cNvCxnSpPr>
            <a:cxnSpLocks/>
            <a:stCxn id="66" idx="1"/>
            <a:endCxn id="67" idx="1"/>
          </p:cNvCxnSpPr>
          <p:nvPr/>
        </p:nvCxnSpPr>
        <p:spPr>
          <a:xfrm>
            <a:off x="9653587" y="3514669"/>
            <a:ext cx="433386" cy="12373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C8920BB9-7612-9498-C0CC-25E829B69250}"/>
              </a:ext>
            </a:extLst>
          </p:cNvPr>
          <p:cNvSpPr/>
          <p:nvPr/>
        </p:nvSpPr>
        <p:spPr>
          <a:xfrm flipH="1">
            <a:off x="9724859" y="3680992"/>
            <a:ext cx="785978" cy="158965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3284A05-604A-4E95-E793-F1D5236B67C9}"/>
              </a:ext>
            </a:extLst>
          </p:cNvPr>
          <p:cNvSpPr/>
          <p:nvPr/>
        </p:nvSpPr>
        <p:spPr>
          <a:xfrm>
            <a:off x="10086973" y="4144791"/>
            <a:ext cx="1168401" cy="20329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SettingValue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05BDB73-A5D5-B84F-49D0-19B8677BD387}"/>
              </a:ext>
            </a:extLst>
          </p:cNvPr>
          <p:cNvCxnSpPr>
            <a:cxnSpLocks/>
            <a:stCxn id="71" idx="1"/>
            <a:endCxn id="72" idx="0"/>
          </p:cNvCxnSpPr>
          <p:nvPr/>
        </p:nvCxnSpPr>
        <p:spPr>
          <a:xfrm>
            <a:off x="10510837" y="3760475"/>
            <a:ext cx="160337" cy="384316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E74BD53-8B3B-0915-261A-E557FD4985FC}"/>
              </a:ext>
            </a:extLst>
          </p:cNvPr>
          <p:cNvCxnSpPr>
            <a:cxnSpLocks/>
            <a:endCxn id="55" idx="3"/>
          </p:cNvCxnSpPr>
          <p:nvPr/>
        </p:nvCxnSpPr>
        <p:spPr>
          <a:xfrm flipH="1" flipV="1">
            <a:off x="4122138" y="1586423"/>
            <a:ext cx="178429" cy="394776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B838C41-B80E-8406-6672-804D20BE5D7A}"/>
              </a:ext>
            </a:extLst>
          </p:cNvPr>
          <p:cNvSpPr/>
          <p:nvPr/>
        </p:nvSpPr>
        <p:spPr>
          <a:xfrm>
            <a:off x="3214088" y="1855778"/>
            <a:ext cx="908049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User</a:t>
            </a:r>
          </a:p>
        </p:txBody>
      </p:sp>
    </p:spTree>
    <p:extLst>
      <p:ext uri="{BB962C8B-B14F-4D97-AF65-F5344CB8AC3E}">
        <p14:creationId xmlns:p14="http://schemas.microsoft.com/office/powerpoint/2010/main" val="2692452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7CD1A8-CFD3-D3DF-721B-F298F25C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Relationship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A2C7C8-1479-02B0-F1C7-53C39AB71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99" y="1098000"/>
            <a:ext cx="11098174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582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91E2E48-EFE7-10DA-2B26-023A8E0B24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DF2052-53C9-6771-19EE-9164BE08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and Board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9BC440-C69E-9828-EAD7-95569CCA6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8550"/>
            <a:ext cx="12192000" cy="59899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4A69B4-62A8-1895-FE38-B8F10F6F1E56}"/>
              </a:ext>
            </a:extLst>
          </p:cNvPr>
          <p:cNvSpPr/>
          <p:nvPr/>
        </p:nvSpPr>
        <p:spPr>
          <a:xfrm flipH="1">
            <a:off x="2132295" y="2254616"/>
            <a:ext cx="9340012" cy="2126884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4C9D2D-AF38-3A28-6FFB-BB4270F9E006}"/>
              </a:ext>
            </a:extLst>
          </p:cNvPr>
          <p:cNvSpPr/>
          <p:nvPr/>
        </p:nvSpPr>
        <p:spPr>
          <a:xfrm>
            <a:off x="1135032" y="1799549"/>
            <a:ext cx="908049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Board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026C0A-A222-827D-1BF2-E13FAD701ABF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2043081" y="1913682"/>
            <a:ext cx="89214" cy="340934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B433ABD-DFBF-E918-1E7B-77B9113AC755}"/>
              </a:ext>
            </a:extLst>
          </p:cNvPr>
          <p:cNvSpPr/>
          <p:nvPr/>
        </p:nvSpPr>
        <p:spPr>
          <a:xfrm flipH="1">
            <a:off x="2221510" y="4039952"/>
            <a:ext cx="642340" cy="239948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891017-3F5F-EC21-5BE4-962A671FC615}"/>
              </a:ext>
            </a:extLst>
          </p:cNvPr>
          <p:cNvSpPr/>
          <p:nvPr/>
        </p:nvSpPr>
        <p:spPr>
          <a:xfrm>
            <a:off x="1135032" y="4435410"/>
            <a:ext cx="908049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Collection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17540C-EA17-91D7-AFFC-72E7A392A4E8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2043081" y="4154766"/>
            <a:ext cx="178429" cy="394777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679A3DD-393B-2F77-7D4D-B31362B9425B}"/>
              </a:ext>
            </a:extLst>
          </p:cNvPr>
          <p:cNvCxnSpPr>
            <a:cxnSpLocks/>
          </p:cNvCxnSpPr>
          <p:nvPr/>
        </p:nvCxnSpPr>
        <p:spPr>
          <a:xfrm flipH="1">
            <a:off x="2043081" y="4224338"/>
            <a:ext cx="326978" cy="716241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377018F-B5CA-FAAC-E152-2FC009C2CE0B}"/>
              </a:ext>
            </a:extLst>
          </p:cNvPr>
          <p:cNvSpPr/>
          <p:nvPr/>
        </p:nvSpPr>
        <p:spPr>
          <a:xfrm>
            <a:off x="695326" y="4830187"/>
            <a:ext cx="1347756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CollectionName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3755194-5FFF-107F-E173-0CF0D2AA8746}"/>
              </a:ext>
            </a:extLst>
          </p:cNvPr>
          <p:cNvSpPr/>
          <p:nvPr/>
        </p:nvSpPr>
        <p:spPr>
          <a:xfrm flipH="1">
            <a:off x="2280845" y="4104189"/>
            <a:ext cx="178428" cy="120149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6CBFB29-A763-83EE-16A6-34FD20B6BD80}"/>
              </a:ext>
            </a:extLst>
          </p:cNvPr>
          <p:cNvSpPr/>
          <p:nvPr/>
        </p:nvSpPr>
        <p:spPr>
          <a:xfrm>
            <a:off x="689814" y="1490313"/>
            <a:ext cx="1353267" cy="220784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BoardCollection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7CB3CE-DAA0-1A83-9C2D-BDCAD54365AA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5700713" y="2134466"/>
            <a:ext cx="40466" cy="210996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4920411-86CB-5006-7586-A3403A0D58B3}"/>
              </a:ext>
            </a:extLst>
          </p:cNvPr>
          <p:cNvSpPr/>
          <p:nvPr/>
        </p:nvSpPr>
        <p:spPr>
          <a:xfrm>
            <a:off x="5067301" y="1913682"/>
            <a:ext cx="1347756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BackgroundUrl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B8299D-9A42-6746-420E-BF7031C610B2}"/>
              </a:ext>
            </a:extLst>
          </p:cNvPr>
          <p:cNvSpPr/>
          <p:nvPr/>
        </p:nvSpPr>
        <p:spPr>
          <a:xfrm flipH="1">
            <a:off x="4581132" y="2345462"/>
            <a:ext cx="2253055" cy="445363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A7A655-6964-514D-085A-A53A766A2EF8}"/>
              </a:ext>
            </a:extLst>
          </p:cNvPr>
          <p:cNvSpPr/>
          <p:nvPr/>
        </p:nvSpPr>
        <p:spPr>
          <a:xfrm flipH="1">
            <a:off x="4581132" y="2851888"/>
            <a:ext cx="541462" cy="104429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A947E1A-9F6B-6FF3-D7B7-650E8D4CE5CD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4140978" y="2654783"/>
            <a:ext cx="440154" cy="256192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1378597-F82B-E7DA-469C-5CCF42E70417}"/>
              </a:ext>
            </a:extLst>
          </p:cNvPr>
          <p:cNvSpPr/>
          <p:nvPr/>
        </p:nvSpPr>
        <p:spPr>
          <a:xfrm>
            <a:off x="3086099" y="2544391"/>
            <a:ext cx="1054879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BoardName</a:t>
            </a:r>
            <a:endParaRPr lang="en-US" sz="1200" dirty="0">
              <a:solidFill>
                <a:srgbClr val="005D39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7FBB137-E0F0-A99C-4DE2-5BE37EC19E6D}"/>
              </a:ext>
            </a:extLst>
          </p:cNvPr>
          <p:cNvCxnSpPr>
            <a:cxnSpLocks/>
            <a:stCxn id="33" idx="3"/>
            <a:endCxn id="36" idx="0"/>
          </p:cNvCxnSpPr>
          <p:nvPr/>
        </p:nvCxnSpPr>
        <p:spPr>
          <a:xfrm flipH="1">
            <a:off x="10470175" y="2683872"/>
            <a:ext cx="527439" cy="579807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40AC20A-9320-A3B2-39DB-81E9FBB2E094}"/>
              </a:ext>
            </a:extLst>
          </p:cNvPr>
          <p:cNvSpPr/>
          <p:nvPr/>
        </p:nvSpPr>
        <p:spPr>
          <a:xfrm flipH="1">
            <a:off x="10997614" y="2602568"/>
            <a:ext cx="437149" cy="162607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93B8BEC-BF1B-F5AD-B0AE-DFC7C923E150}"/>
              </a:ext>
            </a:extLst>
          </p:cNvPr>
          <p:cNvSpPr/>
          <p:nvPr/>
        </p:nvSpPr>
        <p:spPr>
          <a:xfrm>
            <a:off x="9942735" y="3263679"/>
            <a:ext cx="1054879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IsTemplate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5DE8A0-2DFB-BCA9-C62D-A6C5604733D8}"/>
              </a:ext>
            </a:extLst>
          </p:cNvPr>
          <p:cNvSpPr/>
          <p:nvPr/>
        </p:nvSpPr>
        <p:spPr>
          <a:xfrm flipH="1">
            <a:off x="202210" y="2997855"/>
            <a:ext cx="1492936" cy="265824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FE054DD-A100-42EB-E072-8141462A5F30}"/>
              </a:ext>
            </a:extLst>
          </p:cNvPr>
          <p:cNvCxnSpPr>
            <a:cxnSpLocks/>
            <a:endCxn id="44" idx="3"/>
          </p:cNvCxnSpPr>
          <p:nvPr/>
        </p:nvCxnSpPr>
        <p:spPr>
          <a:xfrm flipH="1" flipV="1">
            <a:off x="1194386" y="2192798"/>
            <a:ext cx="489913" cy="805057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F75D7B1-6E69-D89E-03C4-711F143292E4}"/>
              </a:ext>
            </a:extLst>
          </p:cNvPr>
          <p:cNvSpPr/>
          <p:nvPr/>
        </p:nvSpPr>
        <p:spPr>
          <a:xfrm>
            <a:off x="104947" y="2078665"/>
            <a:ext cx="1089439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Workspace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716A6A4-9DD3-DE66-7506-5A479B7EE18F}"/>
              </a:ext>
            </a:extLst>
          </p:cNvPr>
          <p:cNvSpPr/>
          <p:nvPr/>
        </p:nvSpPr>
        <p:spPr>
          <a:xfrm flipH="1">
            <a:off x="448962" y="3077160"/>
            <a:ext cx="745424" cy="122385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59EBD79-64EB-A893-1A7E-74CC9EE11A59}"/>
              </a:ext>
            </a:extLst>
          </p:cNvPr>
          <p:cNvCxnSpPr>
            <a:cxnSpLocks/>
            <a:stCxn id="47" idx="2"/>
            <a:endCxn id="49" idx="0"/>
          </p:cNvCxnSpPr>
          <p:nvPr/>
        </p:nvCxnSpPr>
        <p:spPr>
          <a:xfrm>
            <a:off x="821674" y="3199545"/>
            <a:ext cx="79334" cy="487594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417149D-012E-D1DF-2E0F-AC2AC3CDB0BD}"/>
              </a:ext>
            </a:extLst>
          </p:cNvPr>
          <p:cNvSpPr/>
          <p:nvPr/>
        </p:nvSpPr>
        <p:spPr>
          <a:xfrm>
            <a:off x="117717" y="3687139"/>
            <a:ext cx="1566582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WorkspaceName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69CE0DE-D3B7-572B-5FFA-43DED91185E0}"/>
              </a:ext>
            </a:extLst>
          </p:cNvPr>
          <p:cNvSpPr/>
          <p:nvPr/>
        </p:nvSpPr>
        <p:spPr>
          <a:xfrm>
            <a:off x="117717" y="2615378"/>
            <a:ext cx="843163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LogoUrl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DB44627-FB3C-69B6-BDA0-9B0FD94D56BB}"/>
              </a:ext>
            </a:extLst>
          </p:cNvPr>
          <p:cNvSpPr/>
          <p:nvPr/>
        </p:nvSpPr>
        <p:spPr>
          <a:xfrm flipH="1">
            <a:off x="256708" y="3063750"/>
            <a:ext cx="133817" cy="135795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9A7C65-160F-883A-C792-7BC8637C2933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363399" y="2836162"/>
            <a:ext cx="175900" cy="240998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592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7CD1A8-CFD3-D3DF-721B-F298F25C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 and Collection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B210C-8F19-D410-9DDF-8AA794F29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4" y="1098550"/>
            <a:ext cx="11411817" cy="440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148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803A093C-B014-447C-0F72-FDA662AF0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8550"/>
            <a:ext cx="12192000" cy="589524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B736A9A-6082-36E0-581F-C18109B24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Sticker Screen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3CF164-41D0-F967-93F7-570BADF23EDE}"/>
              </a:ext>
            </a:extLst>
          </p:cNvPr>
          <p:cNvSpPr/>
          <p:nvPr/>
        </p:nvSpPr>
        <p:spPr>
          <a:xfrm flipH="1">
            <a:off x="1888054" y="1831103"/>
            <a:ext cx="5356160" cy="2991153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E2FBB0-9FFC-9B1C-2BB7-45CF5CBA709C}"/>
              </a:ext>
            </a:extLst>
          </p:cNvPr>
          <p:cNvSpPr/>
          <p:nvPr/>
        </p:nvSpPr>
        <p:spPr>
          <a:xfrm>
            <a:off x="2132295" y="5527566"/>
            <a:ext cx="908049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Stage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B49F8C-2615-8C74-B64E-F93D82097B0E}"/>
              </a:ext>
            </a:extLst>
          </p:cNvPr>
          <p:cNvCxnSpPr>
            <a:cxnSpLocks/>
            <a:stCxn id="8" idx="2"/>
            <a:endCxn id="9" idx="3"/>
          </p:cNvCxnSpPr>
          <p:nvPr/>
        </p:nvCxnSpPr>
        <p:spPr>
          <a:xfrm flipH="1">
            <a:off x="3040344" y="4822256"/>
            <a:ext cx="1525790" cy="819443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8DAB2C1-D006-4F3E-2D19-9E6023EA472F}"/>
              </a:ext>
            </a:extLst>
          </p:cNvPr>
          <p:cNvSpPr/>
          <p:nvPr/>
        </p:nvSpPr>
        <p:spPr>
          <a:xfrm flipH="1">
            <a:off x="5532120" y="2141220"/>
            <a:ext cx="1645920" cy="211836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C12333-38F0-974F-66B0-3D82C317441E}"/>
              </a:ext>
            </a:extLst>
          </p:cNvPr>
          <p:cNvCxnSpPr>
            <a:cxnSpLocks/>
            <a:stCxn id="18" idx="1"/>
            <a:endCxn id="23" idx="2"/>
          </p:cNvCxnSpPr>
          <p:nvPr/>
        </p:nvCxnSpPr>
        <p:spPr>
          <a:xfrm flipV="1">
            <a:off x="7178040" y="2691850"/>
            <a:ext cx="668655" cy="508550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091D047-185D-9C7F-1D67-90823F1C8002}"/>
              </a:ext>
            </a:extLst>
          </p:cNvPr>
          <p:cNvSpPr/>
          <p:nvPr/>
        </p:nvSpPr>
        <p:spPr>
          <a:xfrm>
            <a:off x="7392670" y="2463585"/>
            <a:ext cx="908049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Card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0E8BBA-3B60-7A54-F454-5F72BF6770CC}"/>
              </a:ext>
            </a:extLst>
          </p:cNvPr>
          <p:cNvSpPr/>
          <p:nvPr/>
        </p:nvSpPr>
        <p:spPr>
          <a:xfrm flipH="1">
            <a:off x="737134" y="2141220"/>
            <a:ext cx="647165" cy="109093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A8334DA-6FF0-39AA-297C-F258B3B2A775}"/>
              </a:ext>
            </a:extLst>
          </p:cNvPr>
          <p:cNvCxnSpPr>
            <a:cxnSpLocks/>
            <a:stCxn id="26" idx="0"/>
            <a:endCxn id="28" idx="2"/>
          </p:cNvCxnSpPr>
          <p:nvPr/>
        </p:nvCxnSpPr>
        <p:spPr>
          <a:xfrm flipV="1">
            <a:off x="1060716" y="1627214"/>
            <a:ext cx="716633" cy="514006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10E6F3E-C9A2-D8F1-86B9-64D158512B93}"/>
              </a:ext>
            </a:extLst>
          </p:cNvPr>
          <p:cNvSpPr/>
          <p:nvPr/>
        </p:nvSpPr>
        <p:spPr>
          <a:xfrm>
            <a:off x="1243297" y="1398949"/>
            <a:ext cx="1068103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CardSticker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6481F0-1CEC-E121-A418-5E0CAAD73172}"/>
              </a:ext>
            </a:extLst>
          </p:cNvPr>
          <p:cNvSpPr/>
          <p:nvPr/>
        </p:nvSpPr>
        <p:spPr>
          <a:xfrm flipH="1">
            <a:off x="9990146" y="1831103"/>
            <a:ext cx="1878004" cy="1401047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E27A203-F5B1-1FD9-70D6-2EEE664C5CB5}"/>
              </a:ext>
            </a:extLst>
          </p:cNvPr>
          <p:cNvCxnSpPr>
            <a:cxnSpLocks/>
            <a:stCxn id="42" idx="3"/>
          </p:cNvCxnSpPr>
          <p:nvPr/>
        </p:nvCxnSpPr>
        <p:spPr>
          <a:xfrm flipV="1">
            <a:off x="9718106" y="2039501"/>
            <a:ext cx="272040" cy="335017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413854B-84D0-09B3-1AF5-433CA3F477ED}"/>
              </a:ext>
            </a:extLst>
          </p:cNvPr>
          <p:cNvSpPr/>
          <p:nvPr/>
        </p:nvSpPr>
        <p:spPr>
          <a:xfrm>
            <a:off x="8810057" y="2260385"/>
            <a:ext cx="908049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Sticker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BACF336-FF51-B96D-C36C-528A5F5A7C9C}"/>
              </a:ext>
            </a:extLst>
          </p:cNvPr>
          <p:cNvSpPr/>
          <p:nvPr/>
        </p:nvSpPr>
        <p:spPr>
          <a:xfrm flipH="1">
            <a:off x="9883099" y="3288819"/>
            <a:ext cx="816649" cy="222200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5D88940-0321-45C7-2078-DDC0D840C341}"/>
              </a:ext>
            </a:extLst>
          </p:cNvPr>
          <p:cNvCxnSpPr>
            <a:cxnSpLocks/>
            <a:stCxn id="45" idx="3"/>
            <a:endCxn id="47" idx="3"/>
          </p:cNvCxnSpPr>
          <p:nvPr/>
        </p:nvCxnSpPr>
        <p:spPr>
          <a:xfrm flipH="1">
            <a:off x="9718107" y="3399919"/>
            <a:ext cx="164992" cy="28216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2A32E18-D997-9688-B14D-CF4A879C1F3A}"/>
              </a:ext>
            </a:extLst>
          </p:cNvPr>
          <p:cNvSpPr/>
          <p:nvPr/>
        </p:nvSpPr>
        <p:spPr>
          <a:xfrm>
            <a:off x="8420101" y="3314002"/>
            <a:ext cx="1298006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StickerCategory</a:t>
            </a:r>
            <a:endParaRPr lang="en-US" sz="1200" dirty="0">
              <a:solidFill>
                <a:srgbClr val="005194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EE643B7-AE44-FBE2-63A1-FF958656A4F9}"/>
              </a:ext>
            </a:extLst>
          </p:cNvPr>
          <p:cNvCxnSpPr>
            <a:cxnSpLocks/>
            <a:stCxn id="54" idx="3"/>
            <a:endCxn id="55" idx="3"/>
          </p:cNvCxnSpPr>
          <p:nvPr/>
        </p:nvCxnSpPr>
        <p:spPr>
          <a:xfrm flipH="1" flipV="1">
            <a:off x="9714850" y="3760877"/>
            <a:ext cx="289736" cy="6065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86DFF0F2-13FD-A83F-7575-0F0B592BA5A2}"/>
              </a:ext>
            </a:extLst>
          </p:cNvPr>
          <p:cNvSpPr/>
          <p:nvPr/>
        </p:nvSpPr>
        <p:spPr>
          <a:xfrm flipH="1">
            <a:off x="10004586" y="3569181"/>
            <a:ext cx="437149" cy="395522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36F2F67-E129-CE0F-EBBF-AC101B4D11DC}"/>
              </a:ext>
            </a:extLst>
          </p:cNvPr>
          <p:cNvSpPr/>
          <p:nvPr/>
        </p:nvSpPr>
        <p:spPr>
          <a:xfrm>
            <a:off x="8659971" y="3650485"/>
            <a:ext cx="1054879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StickerUrl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2B0E76D-DD09-77A5-AE6D-70F0BAC5B94C}"/>
              </a:ext>
            </a:extLst>
          </p:cNvPr>
          <p:cNvSpPr/>
          <p:nvPr/>
        </p:nvSpPr>
        <p:spPr>
          <a:xfrm flipH="1">
            <a:off x="9924871" y="3326059"/>
            <a:ext cx="657403" cy="155949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1EE78EC-6A5F-68BF-F4D5-FFB33DB5A5CC}"/>
              </a:ext>
            </a:extLst>
          </p:cNvPr>
          <p:cNvCxnSpPr>
            <a:cxnSpLocks/>
            <a:stCxn id="66" idx="3"/>
            <a:endCxn id="71" idx="3"/>
          </p:cNvCxnSpPr>
          <p:nvPr/>
        </p:nvCxnSpPr>
        <p:spPr>
          <a:xfrm flipH="1" flipV="1">
            <a:off x="9714850" y="3122933"/>
            <a:ext cx="210021" cy="281101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094F788D-7F99-AA1A-397B-5A23797E0806}"/>
              </a:ext>
            </a:extLst>
          </p:cNvPr>
          <p:cNvSpPr/>
          <p:nvPr/>
        </p:nvSpPr>
        <p:spPr>
          <a:xfrm>
            <a:off x="8420102" y="3012541"/>
            <a:ext cx="1294748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CategoryValue</a:t>
            </a:r>
            <a:endParaRPr lang="en-US" sz="1200" dirty="0">
              <a:solidFill>
                <a:srgbClr val="005D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026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7CD1A8-CFD3-D3DF-721B-F298F25C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and Sticker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70C4A-327B-DAF4-17A3-5E96A3F87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098550"/>
            <a:ext cx="11308167" cy="387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41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D40050-8810-EF9E-DB60-795C4FF73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Notification</a:t>
            </a:r>
            <a:r>
              <a:rPr lang="en-US" dirty="0"/>
              <a:t> and Activity</a:t>
            </a:r>
            <a:r>
              <a:rPr lang="vi-VN" dirty="0"/>
              <a:t> Screen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78672A-C6AD-1EC3-ADF1-A80A23D0A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8550"/>
            <a:ext cx="12192000" cy="58768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5BB843-B01B-35DA-C0A8-F22F172EBC83}"/>
              </a:ext>
            </a:extLst>
          </p:cNvPr>
          <p:cNvSpPr/>
          <p:nvPr/>
        </p:nvSpPr>
        <p:spPr>
          <a:xfrm flipH="1">
            <a:off x="9391650" y="1652585"/>
            <a:ext cx="2487930" cy="4550095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2EA636A-45BD-FC5E-0084-9544EF80A95C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9086917" y="1268917"/>
            <a:ext cx="304733" cy="383668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EB0279-82E2-6F3F-B274-292BE0A4B620}"/>
              </a:ext>
            </a:extLst>
          </p:cNvPr>
          <p:cNvSpPr/>
          <p:nvPr/>
        </p:nvSpPr>
        <p:spPr>
          <a:xfrm>
            <a:off x="7941311" y="1154784"/>
            <a:ext cx="1145606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vi-VN" sz="1200" dirty="0">
                <a:solidFill>
                  <a:srgbClr val="005194"/>
                </a:solidFill>
              </a:rPr>
              <a:t>Notification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D2551B-3D54-CBEC-D756-3C6880AD7E2E}"/>
              </a:ext>
            </a:extLst>
          </p:cNvPr>
          <p:cNvSpPr/>
          <p:nvPr/>
        </p:nvSpPr>
        <p:spPr>
          <a:xfrm flipH="1">
            <a:off x="11491912" y="1519736"/>
            <a:ext cx="566734" cy="94752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7953B9-84C6-DC72-A2C4-8EC4823056E9}"/>
              </a:ext>
            </a:extLst>
          </p:cNvPr>
          <p:cNvCxnSpPr>
            <a:cxnSpLocks/>
            <a:stCxn id="10" idx="0"/>
            <a:endCxn id="12" idx="2"/>
          </p:cNvCxnSpPr>
          <p:nvPr/>
        </p:nvCxnSpPr>
        <p:spPr>
          <a:xfrm flipH="1" flipV="1">
            <a:off x="11491912" y="1375568"/>
            <a:ext cx="283367" cy="144168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5A4F0E3-EC29-B662-E784-1F045E6D3FFF}"/>
              </a:ext>
            </a:extLst>
          </p:cNvPr>
          <p:cNvSpPr/>
          <p:nvPr/>
        </p:nvSpPr>
        <p:spPr>
          <a:xfrm>
            <a:off x="11135049" y="1154784"/>
            <a:ext cx="713725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IsRead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E1E891-9455-527F-408A-1A96767D32BA}"/>
              </a:ext>
            </a:extLst>
          </p:cNvPr>
          <p:cNvSpPr/>
          <p:nvPr/>
        </p:nvSpPr>
        <p:spPr>
          <a:xfrm flipH="1">
            <a:off x="9515475" y="1733739"/>
            <a:ext cx="2247900" cy="960072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DA4399-992C-4CB3-3E44-AF83CF44630C}"/>
              </a:ext>
            </a:extLst>
          </p:cNvPr>
          <p:cNvCxnSpPr>
            <a:cxnSpLocks/>
            <a:stCxn id="20" idx="3"/>
            <a:endCxn id="23" idx="3"/>
          </p:cNvCxnSpPr>
          <p:nvPr/>
        </p:nvCxnSpPr>
        <p:spPr>
          <a:xfrm flipH="1">
            <a:off x="9086917" y="2213775"/>
            <a:ext cx="428558" cy="257045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1688BA9-7B0D-13EF-432C-04329D548F3B}"/>
              </a:ext>
            </a:extLst>
          </p:cNvPr>
          <p:cNvSpPr/>
          <p:nvPr/>
        </p:nvSpPr>
        <p:spPr>
          <a:xfrm>
            <a:off x="7941311" y="2356687"/>
            <a:ext cx="1145606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Activity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58925F-3767-E859-0199-B09B129F7665}"/>
              </a:ext>
            </a:extLst>
          </p:cNvPr>
          <p:cNvSpPr/>
          <p:nvPr/>
        </p:nvSpPr>
        <p:spPr>
          <a:xfrm flipH="1">
            <a:off x="9728198" y="1822952"/>
            <a:ext cx="792163" cy="82963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322A66-0B5E-A8A4-5588-5161D63FF70A}"/>
              </a:ext>
            </a:extLst>
          </p:cNvPr>
          <p:cNvCxnSpPr>
            <a:cxnSpLocks/>
            <a:stCxn id="32" idx="0"/>
            <a:endCxn id="34" idx="2"/>
          </p:cNvCxnSpPr>
          <p:nvPr/>
        </p:nvCxnSpPr>
        <p:spPr>
          <a:xfrm flipV="1">
            <a:off x="10124279" y="1351880"/>
            <a:ext cx="89262" cy="471072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74E41DC-78BF-B7F7-D47C-2AB8A467FC6C}"/>
              </a:ext>
            </a:extLst>
          </p:cNvPr>
          <p:cNvSpPr/>
          <p:nvPr/>
        </p:nvSpPr>
        <p:spPr>
          <a:xfrm>
            <a:off x="9501904" y="1131096"/>
            <a:ext cx="1423273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WorkspaceName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776E4B-30ED-9C17-9D09-238125F4D1E5}"/>
              </a:ext>
            </a:extLst>
          </p:cNvPr>
          <p:cNvSpPr/>
          <p:nvPr/>
        </p:nvSpPr>
        <p:spPr>
          <a:xfrm flipH="1">
            <a:off x="9573578" y="1773255"/>
            <a:ext cx="946783" cy="201595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66812C7-E854-5B30-8CF7-85DBD630C7EA}"/>
              </a:ext>
            </a:extLst>
          </p:cNvPr>
          <p:cNvCxnSpPr>
            <a:cxnSpLocks/>
            <a:stCxn id="44" idx="3"/>
            <a:endCxn id="48" idx="3"/>
          </p:cNvCxnSpPr>
          <p:nvPr/>
        </p:nvCxnSpPr>
        <p:spPr>
          <a:xfrm flipH="1" flipV="1">
            <a:off x="9076658" y="1696036"/>
            <a:ext cx="496920" cy="178017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7FB252A-C23C-A5DC-898C-CE948AED065B}"/>
              </a:ext>
            </a:extLst>
          </p:cNvPr>
          <p:cNvSpPr/>
          <p:nvPr/>
        </p:nvSpPr>
        <p:spPr>
          <a:xfrm>
            <a:off x="7931052" y="1581903"/>
            <a:ext cx="1145606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194"/>
                </a:solidFill>
              </a:rPr>
              <a:t>OwnerType</a:t>
            </a:r>
            <a:endParaRPr lang="en-US" sz="1200" dirty="0">
              <a:solidFill>
                <a:srgbClr val="005194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687F809-6F0D-2838-6D7D-D38B590E17E3}"/>
              </a:ext>
            </a:extLst>
          </p:cNvPr>
          <p:cNvSpPr/>
          <p:nvPr/>
        </p:nvSpPr>
        <p:spPr>
          <a:xfrm flipH="1">
            <a:off x="9564846" y="2024736"/>
            <a:ext cx="1046004" cy="201595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CBEE81D-7C7A-514E-B04E-91C2A7219C24}"/>
              </a:ext>
            </a:extLst>
          </p:cNvPr>
          <p:cNvCxnSpPr>
            <a:cxnSpLocks/>
            <a:endCxn id="56" idx="3"/>
          </p:cNvCxnSpPr>
          <p:nvPr/>
        </p:nvCxnSpPr>
        <p:spPr>
          <a:xfrm flipH="1">
            <a:off x="9086917" y="2234492"/>
            <a:ext cx="570699" cy="573452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C374BB2-0FC3-66C6-C5C8-DBD1D54A4814}"/>
              </a:ext>
            </a:extLst>
          </p:cNvPr>
          <p:cNvSpPr/>
          <p:nvPr/>
        </p:nvSpPr>
        <p:spPr>
          <a:xfrm>
            <a:off x="7941311" y="2693811"/>
            <a:ext cx="1145606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User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840373B-A3F7-FEBC-2815-DD22AB59D5D9}"/>
              </a:ext>
            </a:extLst>
          </p:cNvPr>
          <p:cNvCxnSpPr>
            <a:cxnSpLocks/>
            <a:stCxn id="60" idx="3"/>
            <a:endCxn id="59" idx="3"/>
          </p:cNvCxnSpPr>
          <p:nvPr/>
        </p:nvCxnSpPr>
        <p:spPr>
          <a:xfrm flipH="1">
            <a:off x="9076658" y="2422864"/>
            <a:ext cx="651539" cy="752087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DC75C61-EB26-1AC7-E032-C1B738CB3A0A}"/>
              </a:ext>
            </a:extLst>
          </p:cNvPr>
          <p:cNvSpPr/>
          <p:nvPr/>
        </p:nvSpPr>
        <p:spPr>
          <a:xfrm>
            <a:off x="7931052" y="3064559"/>
            <a:ext cx="1145606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Description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89B9FF9-B735-4544-B39C-2A818FB2277E}"/>
              </a:ext>
            </a:extLst>
          </p:cNvPr>
          <p:cNvSpPr/>
          <p:nvPr/>
        </p:nvSpPr>
        <p:spPr>
          <a:xfrm flipH="1">
            <a:off x="9728197" y="2260775"/>
            <a:ext cx="1860552" cy="324177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FDE218B-1CD0-52B5-D906-E80CB79C9848}"/>
              </a:ext>
            </a:extLst>
          </p:cNvPr>
          <p:cNvSpPr/>
          <p:nvPr/>
        </p:nvSpPr>
        <p:spPr>
          <a:xfrm flipH="1">
            <a:off x="10213541" y="2393625"/>
            <a:ext cx="784659" cy="108262"/>
          </a:xfrm>
          <a:prstGeom prst="rect">
            <a:avLst/>
          </a:prstGeom>
          <a:noFill/>
          <a:ln w="1905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EF197A2-8303-0D89-E23F-3D485D6EC1C7}"/>
              </a:ext>
            </a:extLst>
          </p:cNvPr>
          <p:cNvCxnSpPr>
            <a:cxnSpLocks/>
            <a:stCxn id="64" idx="2"/>
            <a:endCxn id="70" idx="3"/>
          </p:cNvCxnSpPr>
          <p:nvPr/>
        </p:nvCxnSpPr>
        <p:spPr>
          <a:xfrm flipH="1">
            <a:off x="9075018" y="2501887"/>
            <a:ext cx="1530852" cy="986970"/>
          </a:xfrm>
          <a:prstGeom prst="straightConnector1">
            <a:avLst/>
          </a:prstGeom>
          <a:ln w="19050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B218C9F-89E6-C75F-BC7C-894B5F9AD071}"/>
              </a:ext>
            </a:extLst>
          </p:cNvPr>
          <p:cNvSpPr/>
          <p:nvPr/>
        </p:nvSpPr>
        <p:spPr>
          <a:xfrm>
            <a:off x="7929412" y="3378465"/>
            <a:ext cx="1145606" cy="220784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CreatedAt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9B4BE79-A019-2C47-E04F-174E98E13DD1}"/>
              </a:ext>
            </a:extLst>
          </p:cNvPr>
          <p:cNvSpPr/>
          <p:nvPr/>
        </p:nvSpPr>
        <p:spPr>
          <a:xfrm flipH="1">
            <a:off x="9460068" y="4742843"/>
            <a:ext cx="2388706" cy="857857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83EE292-A090-7DDD-04F2-479B95100B87}"/>
              </a:ext>
            </a:extLst>
          </p:cNvPr>
          <p:cNvCxnSpPr>
            <a:cxnSpLocks/>
            <a:stCxn id="72" idx="3"/>
            <a:endCxn id="76" idx="3"/>
          </p:cNvCxnSpPr>
          <p:nvPr/>
        </p:nvCxnSpPr>
        <p:spPr>
          <a:xfrm flipH="1" flipV="1">
            <a:off x="9075018" y="5161964"/>
            <a:ext cx="385050" cy="9808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1959721-1976-A561-113D-FA358AFB59AA}"/>
              </a:ext>
            </a:extLst>
          </p:cNvPr>
          <p:cNvSpPr/>
          <p:nvPr/>
        </p:nvSpPr>
        <p:spPr>
          <a:xfrm>
            <a:off x="7929412" y="5047831"/>
            <a:ext cx="1145606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Board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BFFFAAF-2538-87A9-A9D6-6EE57635B2A7}"/>
              </a:ext>
            </a:extLst>
          </p:cNvPr>
          <p:cNvSpPr/>
          <p:nvPr/>
        </p:nvSpPr>
        <p:spPr>
          <a:xfrm flipH="1">
            <a:off x="9612468" y="4895243"/>
            <a:ext cx="539531" cy="380853"/>
          </a:xfrm>
          <a:prstGeom prst="rect">
            <a:avLst/>
          </a:prstGeom>
          <a:noFill/>
          <a:ln w="19050"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3423D7B-2AE0-EFDD-C09F-36C309E3CF17}"/>
              </a:ext>
            </a:extLst>
          </p:cNvPr>
          <p:cNvCxnSpPr>
            <a:cxnSpLocks/>
            <a:endCxn id="80" idx="3"/>
          </p:cNvCxnSpPr>
          <p:nvPr/>
        </p:nvCxnSpPr>
        <p:spPr>
          <a:xfrm flipH="1" flipV="1">
            <a:off x="9075018" y="4876633"/>
            <a:ext cx="530612" cy="97486"/>
          </a:xfrm>
          <a:prstGeom prst="straightConnector1">
            <a:avLst/>
          </a:prstGeom>
          <a:ln w="19050" cap="flat">
            <a:solidFill>
              <a:srgbClr val="005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930CF160-B289-79E2-CB51-7A4F47399A7B}"/>
              </a:ext>
            </a:extLst>
          </p:cNvPr>
          <p:cNvSpPr/>
          <p:nvPr/>
        </p:nvSpPr>
        <p:spPr>
          <a:xfrm>
            <a:off x="7929412" y="4762500"/>
            <a:ext cx="1145606" cy="228265"/>
          </a:xfrm>
          <a:prstGeom prst="roundRect">
            <a:avLst/>
          </a:prstGeom>
          <a:solidFill>
            <a:srgbClr val="99B9D4"/>
          </a:solidFill>
          <a:ln>
            <a:solidFill>
              <a:srgbClr val="005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194"/>
                </a:solidFill>
              </a:rPr>
              <a:t>Card</a:t>
            </a:r>
          </a:p>
        </p:txBody>
      </p:sp>
    </p:spTree>
    <p:extLst>
      <p:ext uri="{BB962C8B-B14F-4D97-AF65-F5344CB8AC3E}">
        <p14:creationId xmlns:p14="http://schemas.microsoft.com/office/powerpoint/2010/main" val="2404211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7CD1A8-CFD3-D3DF-721B-F298F25C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Notification and Activity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C6B1E-4C54-DB64-9AD7-EE7DB0BD8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99" y="1098550"/>
            <a:ext cx="11302002" cy="361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074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E052DC5-8AEF-4B7F-34D2-716E4153D1B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E052DC5-8AEF-4B7F-34D2-716E4153D1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F29FAE8-E1AD-FA22-A7BD-00CDD1CE948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/>
          <a:srcRect t="2760" b="2760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DFB63B3-A8AC-8683-C803-22C28B45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vi-VN" dirty="0"/>
              <a:t>Q&amp;A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513318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465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D83385-DD69-B7BD-E2B6-0A242990CC3A}"/>
              </a:ext>
            </a:extLst>
          </p:cNvPr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CC62CD-ACBD-AFB8-0A0A-39B03DAA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bbv template EN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E9EDA6E7-CE36-4AD9-EDBC-9B63C56CC212}"/>
              </a:ext>
            </a:extLst>
          </p:cNvPr>
          <p:cNvSpPr txBox="1">
            <a:spLocks/>
          </p:cNvSpPr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>
                <a:solidFill>
                  <a:schemeClr val="tx1"/>
                </a:solidFill>
              </a:rPr>
              <a:t>How-to guides</a:t>
            </a:r>
          </a:p>
        </p:txBody>
      </p:sp>
    </p:spTree>
    <p:extLst>
      <p:ext uri="{BB962C8B-B14F-4D97-AF65-F5344CB8AC3E}">
        <p14:creationId xmlns:p14="http://schemas.microsoft.com/office/powerpoint/2010/main" val="2769580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841D12F-B135-4159-C169-DE452BDD33E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980554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841D12F-B135-4159-C169-DE452BDD33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id="{E140A25A-DF6B-4204-A597-8B53E195249D}"/>
              </a:ext>
            </a:extLst>
          </p:cNvPr>
          <p:cNvGrpSpPr/>
          <p:nvPr/>
        </p:nvGrpSpPr>
        <p:grpSpPr>
          <a:xfrm>
            <a:off x="3929620" y="1744763"/>
            <a:ext cx="4932000" cy="4680000"/>
            <a:chOff x="3166213" y="1744763"/>
            <a:chExt cx="4932000" cy="4680000"/>
          </a:xfrm>
        </p:grpSpPr>
        <p:sp>
          <p:nvSpPr>
            <p:cNvPr id="60" name="Rechteck 11">
              <a:extLst>
                <a:ext uri="{FF2B5EF4-FFF2-40B4-BE49-F238E27FC236}">
                  <a16:creationId xmlns:a16="http://schemas.microsoft.com/office/drawing/2014/main" id="{66BFFB58-8FD5-7D03-C728-2693A7416F77}"/>
                </a:ext>
              </a:extLst>
            </p:cNvPr>
            <p:cNvSpPr/>
            <p:nvPr/>
          </p:nvSpPr>
          <p:spPr>
            <a:xfrm>
              <a:off x="3166213" y="1744763"/>
              <a:ext cx="4932000" cy="468000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226714" sx="101000" sy="101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00" tIns="96000" rIns="96000" bIns="96000" rtlCol="0" anchor="t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D78C778-0E33-31FE-6EFA-63365FFCE0B0}"/>
                </a:ext>
              </a:extLst>
            </p:cNvPr>
            <p:cNvSpPr/>
            <p:nvPr/>
          </p:nvSpPr>
          <p:spPr>
            <a:xfrm>
              <a:off x="3262983" y="1845121"/>
              <a:ext cx="4738461" cy="4479284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05709E5-1E8C-E8CE-BA52-63EA88683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83979" y="1960763"/>
              <a:ext cx="4496469" cy="4248000"/>
            </a:xfrm>
            <a:prstGeom prst="rect">
              <a:avLst/>
            </a:prstGeom>
          </p:spPr>
        </p:pic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FD0790F1-7C15-85DF-E10C-820E24E9A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bbv Master layouts &amp; slide library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E07A0ADF-C71F-7A34-664B-C9837DE80F58}"/>
              </a:ext>
            </a:extLst>
          </p:cNvPr>
          <p:cNvSpPr txBox="1">
            <a:spLocks/>
          </p:cNvSpPr>
          <p:nvPr/>
        </p:nvSpPr>
        <p:spPr>
          <a:xfrm>
            <a:off x="428626" y="1530000"/>
            <a:ext cx="1692000" cy="4897788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144000" tIns="144000" rIns="96000" bIns="192000" rtlCol="0" anchor="t" anchorCtr="0">
            <a:noAutofit/>
          </a:bodyPr>
          <a:lstStyle>
            <a:lvl1pPr marL="269081" indent="-26908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Char char="&gt;"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972" indent="-26789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&gt;"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272" indent="-27027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50000"/>
              <a:buFontTx/>
              <a:buBlip>
                <a:blip r:embed="rId7"/>
              </a:buBlip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b="1" kern="600" cap="none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kern="600" spc="3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defTabSz="914377">
              <a:spcAft>
                <a:spcPts val="1600"/>
              </a:spcAft>
            </a:pPr>
            <a:r>
              <a:rPr lang="en-GB" sz="2100" b="1" kern="1200" spc="40">
                <a:solidFill>
                  <a:schemeClr val="bg1"/>
                </a:solidFill>
                <a:cs typeface="Arial" panose="020B0604020202020204" pitchFamily="34" charset="0"/>
              </a:rPr>
              <a:t>Insert new slide</a:t>
            </a:r>
          </a:p>
        </p:txBody>
      </p:sp>
      <p:sp>
        <p:nvSpPr>
          <p:cNvPr id="4" name="Rechteck 13">
            <a:extLst>
              <a:ext uri="{FF2B5EF4-FFF2-40B4-BE49-F238E27FC236}">
                <a16:creationId xmlns:a16="http://schemas.microsoft.com/office/drawing/2014/main" id="{3B89209E-4589-13C1-1A01-2A27C42F2E8B}"/>
              </a:ext>
            </a:extLst>
          </p:cNvPr>
          <p:cNvSpPr/>
          <p:nvPr/>
        </p:nvSpPr>
        <p:spPr>
          <a:xfrm>
            <a:off x="9313788" y="1744763"/>
            <a:ext cx="2448000" cy="90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Click on «New Slide»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7FA896A9-75E3-CF28-5EFA-F860576C746A}"/>
              </a:ext>
            </a:extLst>
          </p:cNvPr>
          <p:cNvSpPr txBox="1">
            <a:spLocks noChangeAspect="1"/>
          </p:cNvSpPr>
          <p:nvPr/>
        </p:nvSpPr>
        <p:spPr>
          <a:xfrm>
            <a:off x="10321788" y="1528763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7" name="Rechteck 13">
            <a:extLst>
              <a:ext uri="{FF2B5EF4-FFF2-40B4-BE49-F238E27FC236}">
                <a16:creationId xmlns:a16="http://schemas.microsoft.com/office/drawing/2014/main" id="{EBC95599-CBA1-4453-B6BD-FE23F06D949A}"/>
              </a:ext>
            </a:extLst>
          </p:cNvPr>
          <p:cNvSpPr/>
          <p:nvPr/>
        </p:nvSpPr>
        <p:spPr>
          <a:xfrm>
            <a:off x="9313788" y="3037087"/>
            <a:ext cx="2448000" cy="172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Select layout</a:t>
            </a:r>
          </a:p>
          <a:p>
            <a:pPr algn="ctr" defTabSz="914354">
              <a:lnSpc>
                <a:spcPct val="12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Choose the desired layout from the pre-programmed master layouts.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72304DA0-924A-DB02-67DE-E6FB6B6A18B7}"/>
              </a:ext>
            </a:extLst>
          </p:cNvPr>
          <p:cNvSpPr txBox="1">
            <a:spLocks noChangeAspect="1"/>
          </p:cNvSpPr>
          <p:nvPr/>
        </p:nvSpPr>
        <p:spPr>
          <a:xfrm>
            <a:off x="10321788" y="2821087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0" name="Rechteck 13">
            <a:extLst>
              <a:ext uri="{FF2B5EF4-FFF2-40B4-BE49-F238E27FC236}">
                <a16:creationId xmlns:a16="http://schemas.microsoft.com/office/drawing/2014/main" id="{FF2255DC-5F79-8DC2-B761-1D7099A50917}"/>
              </a:ext>
            </a:extLst>
          </p:cNvPr>
          <p:cNvSpPr/>
          <p:nvPr/>
        </p:nvSpPr>
        <p:spPr>
          <a:xfrm>
            <a:off x="9313788" y="5163295"/>
            <a:ext cx="2448000" cy="126449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Or select layout from slide library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A612A30E-E4D4-7DA6-B1CD-62C76EA1BBDE}"/>
              </a:ext>
            </a:extLst>
          </p:cNvPr>
          <p:cNvSpPr txBox="1">
            <a:spLocks noChangeAspect="1"/>
          </p:cNvSpPr>
          <p:nvPr/>
        </p:nvSpPr>
        <p:spPr>
          <a:xfrm>
            <a:off x="10321788" y="4947295"/>
            <a:ext cx="432000" cy="432000"/>
          </a:xfrm>
          <a:prstGeom prst="ellipse">
            <a:avLst/>
          </a:prstGeom>
          <a:solidFill>
            <a:srgbClr val="F5AD33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GB" sz="1800">
              <a:solidFill>
                <a:prstClr val="white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3" name="Gerade Verbindung mit Pfeil 94">
            <a:extLst>
              <a:ext uri="{FF2B5EF4-FFF2-40B4-BE49-F238E27FC236}">
                <a16:creationId xmlns:a16="http://schemas.microsoft.com/office/drawing/2014/main" id="{600C8158-7970-68D0-E564-9286CE57AF73}"/>
              </a:ext>
            </a:extLst>
          </p:cNvPr>
          <p:cNvCxnSpPr>
            <a:cxnSpLocks/>
          </p:cNvCxnSpPr>
          <p:nvPr/>
        </p:nvCxnSpPr>
        <p:spPr bwMode="auto">
          <a:xfrm flipH="1">
            <a:off x="3025123" y="4015522"/>
            <a:ext cx="828000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94">
            <a:extLst>
              <a:ext uri="{FF2B5EF4-FFF2-40B4-BE49-F238E27FC236}">
                <a16:creationId xmlns:a16="http://schemas.microsoft.com/office/drawing/2014/main" id="{399D6B8C-70D2-0771-4A64-11C150251EB3}"/>
              </a:ext>
            </a:extLst>
          </p:cNvPr>
          <p:cNvCxnSpPr>
            <a:cxnSpLocks/>
          </p:cNvCxnSpPr>
          <p:nvPr/>
        </p:nvCxnSpPr>
        <p:spPr bwMode="auto">
          <a:xfrm flipV="1">
            <a:off x="3025123" y="3612089"/>
            <a:ext cx="0" cy="806866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4A6FAE0-CE55-558F-3770-DADDC918E9DC}"/>
              </a:ext>
            </a:extLst>
          </p:cNvPr>
          <p:cNvGrpSpPr/>
          <p:nvPr/>
        </p:nvGrpSpPr>
        <p:grpSpPr>
          <a:xfrm>
            <a:off x="2284793" y="2235503"/>
            <a:ext cx="1480660" cy="1376586"/>
            <a:chOff x="3710656" y="1233493"/>
            <a:chExt cx="1480660" cy="1376586"/>
          </a:xfrm>
        </p:grpSpPr>
        <p:sp>
          <p:nvSpPr>
            <p:cNvPr id="3" name="Rechteck 11">
              <a:extLst>
                <a:ext uri="{FF2B5EF4-FFF2-40B4-BE49-F238E27FC236}">
                  <a16:creationId xmlns:a16="http://schemas.microsoft.com/office/drawing/2014/main" id="{25C695CD-F4D3-B5D6-CC21-4947CEDC371D}"/>
                </a:ext>
              </a:extLst>
            </p:cNvPr>
            <p:cNvSpPr/>
            <p:nvPr/>
          </p:nvSpPr>
          <p:spPr>
            <a:xfrm>
              <a:off x="3710656" y="1233493"/>
              <a:ext cx="1480660" cy="1376586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226714" sx="101000" sy="101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00" tIns="96000" rIns="96000" bIns="96000" rtlCol="0" anchor="t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D01EDA7-3A65-7418-833F-DDAC448B0812}"/>
                </a:ext>
              </a:extLst>
            </p:cNvPr>
            <p:cNvGrpSpPr/>
            <p:nvPr/>
          </p:nvGrpSpPr>
          <p:grpSpPr>
            <a:xfrm>
              <a:off x="3806711" y="1327786"/>
              <a:ext cx="1282285" cy="1188000"/>
              <a:chOff x="2276093" y="1317468"/>
              <a:chExt cx="1282285" cy="11880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433C84E-3670-660D-0B6D-67F1811E6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76093" y="1317468"/>
                <a:ext cx="1282285" cy="1188000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4145823-376A-9FB6-2137-BC07CEAFD637}"/>
                  </a:ext>
                </a:extLst>
              </p:cNvPr>
              <p:cNvSpPr/>
              <p:nvPr/>
            </p:nvSpPr>
            <p:spPr>
              <a:xfrm>
                <a:off x="2295919" y="1628800"/>
                <a:ext cx="468000" cy="720000"/>
              </a:xfrm>
              <a:prstGeom prst="rect">
                <a:avLst/>
              </a:prstGeom>
              <a:solidFill>
                <a:srgbClr val="F8C166">
                  <a:alpha val="18793"/>
                </a:srgbClr>
              </a:solidFill>
              <a:ln w="28575">
                <a:solidFill>
                  <a:srgbClr val="F398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panose="020B0604020202020204" pitchFamily="34" charset="0"/>
                </a:endParaRPr>
              </a:p>
            </p:txBody>
          </p:sp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5064DA42-DF09-BBE6-6A77-D2D92C100BA7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2720799" y="1841269"/>
                <a:ext cx="295062" cy="295062"/>
              </a:xfrm>
              <a:prstGeom prst="ellipse">
                <a:avLst/>
              </a:prstGeom>
              <a:solidFill>
                <a:schemeClr val="tx2"/>
              </a:solidFill>
              <a:ln w="38100">
                <a:solidFill>
                  <a:schemeClr val="bg1"/>
                </a:solidFill>
              </a:ln>
            </p:spPr>
            <p:txBody>
              <a:bodyPr vert="horz" lIns="0" tIns="0" rIns="0" bIns="0" rtlCol="0" anchor="ctr" anchorCtr="0">
                <a:noAutofit/>
              </a:bodyPr>
              <a:lstStyle>
                <a:defPPr>
                  <a:defRPr lang="de-DE"/>
                </a:defPPr>
                <a:lvl1pPr indent="0" algn="ctr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FontTx/>
                  <a:buNone/>
                  <a:defRPr sz="2000" b="1">
                    <a:solidFill>
                      <a:schemeClr val="bg1"/>
                    </a:solidFill>
                    <a:latin typeface="+mj-lt"/>
                  </a:defRPr>
                </a:lvl1pPr>
                <a:lvl2pPr marL="0" indent="0">
                  <a:lnSpc>
                    <a:spcPct val="90000"/>
                  </a:lnSpc>
                  <a:spcBef>
                    <a:spcPts val="900"/>
                  </a:spcBef>
                  <a:buFontTx/>
                  <a:buNone/>
                  <a:defRPr sz="2000">
                    <a:solidFill>
                      <a:schemeClr val="tx2"/>
                    </a:solidFill>
                  </a:defRPr>
                </a:lvl2pPr>
                <a:lvl3pPr marL="216000" indent="-216000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3pPr>
                <a:lvl4pPr marL="396000" indent="-180000">
                  <a:lnSpc>
                    <a:spcPct val="9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4pPr>
                <a:lvl5pPr marL="576000" indent="-144000">
                  <a:lnSpc>
                    <a:spcPct val="9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5pPr>
                <a:lvl6pPr marL="0" indent="0">
                  <a:lnSpc>
                    <a:spcPct val="90000"/>
                  </a:lnSpc>
                  <a:spcBef>
                    <a:spcPts val="600"/>
                  </a:spcBef>
                  <a:buFontTx/>
                  <a:buNone/>
                  <a:defRPr sz="1400" b="1">
                    <a:solidFill>
                      <a:schemeClr val="tx2"/>
                    </a:solidFill>
                  </a:defRPr>
                </a:lvl6pPr>
                <a:lvl7pPr marL="0" indent="0">
                  <a:lnSpc>
                    <a:spcPct val="90000"/>
                  </a:lnSpc>
                  <a:spcBef>
                    <a:spcPts val="300"/>
                  </a:spcBef>
                  <a:buFontTx/>
                  <a:buNone/>
                  <a:defRPr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7pPr>
                <a:lvl8pPr marL="180000" indent="-180000">
                  <a:lnSpc>
                    <a:spcPct val="9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  <a:defRPr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8pPr>
                <a:lvl9pPr marL="360000" indent="-180000">
                  <a:lnSpc>
                    <a:spcPct val="9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12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9pPr>
              </a:lstStyle>
              <a:p>
                <a:pPr defTabSz="1219170">
                  <a:spcBef>
                    <a:spcPts val="1600"/>
                  </a:spcBef>
                  <a:defRPr/>
                </a:pPr>
                <a:r>
                  <a:rPr lang="en-GB" sz="1200">
                    <a:solidFill>
                      <a:prstClr val="white"/>
                    </a:solidFill>
                    <a:latin typeface="+mn-lt"/>
                    <a:cs typeface="Arial" panose="020B0604020202020204" pitchFamily="34" charset="0"/>
                  </a:rPr>
                  <a:t>1</a:t>
                </a: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1E9E50D-7719-B2AE-6C2F-6F05036464CC}"/>
              </a:ext>
            </a:extLst>
          </p:cNvPr>
          <p:cNvGrpSpPr/>
          <p:nvPr/>
        </p:nvGrpSpPr>
        <p:grpSpPr>
          <a:xfrm>
            <a:off x="2284793" y="4418955"/>
            <a:ext cx="1480660" cy="1376586"/>
            <a:chOff x="5496573" y="1233493"/>
            <a:chExt cx="1480660" cy="1376586"/>
          </a:xfrm>
        </p:grpSpPr>
        <p:sp>
          <p:nvSpPr>
            <p:cNvPr id="25" name="Rechteck 11">
              <a:extLst>
                <a:ext uri="{FF2B5EF4-FFF2-40B4-BE49-F238E27FC236}">
                  <a16:creationId xmlns:a16="http://schemas.microsoft.com/office/drawing/2014/main" id="{55704649-5C21-96CF-504B-48F20679D37B}"/>
                </a:ext>
              </a:extLst>
            </p:cNvPr>
            <p:cNvSpPr/>
            <p:nvPr/>
          </p:nvSpPr>
          <p:spPr>
            <a:xfrm>
              <a:off x="5496573" y="1233493"/>
              <a:ext cx="1480660" cy="1376586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226714" sx="101000" sy="101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00" tIns="96000" rIns="96000" bIns="96000" rtlCol="0" anchor="t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A817715-965A-F94A-2E07-67B11E6E2927}"/>
                </a:ext>
              </a:extLst>
            </p:cNvPr>
            <p:cNvGrpSpPr/>
            <p:nvPr/>
          </p:nvGrpSpPr>
          <p:grpSpPr>
            <a:xfrm>
              <a:off x="5592628" y="1327786"/>
              <a:ext cx="1282285" cy="1188000"/>
              <a:chOff x="5592628" y="1327786"/>
              <a:chExt cx="1282285" cy="1188000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22C3C041-DAE2-78DD-E7BF-C0D86E5D5A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92628" y="1327786"/>
                <a:ext cx="1282285" cy="1188000"/>
              </a:xfrm>
              <a:prstGeom prst="rect">
                <a:avLst/>
              </a:prstGeom>
            </p:spPr>
          </p:pic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481AE7A-6640-B3C7-115A-E468ECA62952}"/>
                  </a:ext>
                </a:extLst>
              </p:cNvPr>
              <p:cNvSpPr/>
              <p:nvPr/>
            </p:nvSpPr>
            <p:spPr>
              <a:xfrm>
                <a:off x="6037334" y="1628189"/>
                <a:ext cx="744012" cy="240684"/>
              </a:xfrm>
              <a:prstGeom prst="rect">
                <a:avLst/>
              </a:prstGeom>
              <a:solidFill>
                <a:srgbClr val="F8C166">
                  <a:alpha val="18793"/>
                </a:srgbClr>
              </a:solidFill>
              <a:ln w="28575">
                <a:solidFill>
                  <a:srgbClr val="F398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panose="020B0604020202020204" pitchFamily="34" charset="0"/>
                </a:endParaRPr>
              </a:p>
            </p:txBody>
          </p:sp>
          <p:sp>
            <p:nvSpPr>
              <p:cNvPr id="30" name="Textplatzhalter 2">
                <a:extLst>
                  <a:ext uri="{FF2B5EF4-FFF2-40B4-BE49-F238E27FC236}">
                    <a16:creationId xmlns:a16="http://schemas.microsoft.com/office/drawing/2014/main" id="{0A95A5DF-67E4-0D20-273A-BB428179FB2E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447503" y="1840316"/>
                <a:ext cx="295062" cy="295062"/>
              </a:xfrm>
              <a:prstGeom prst="ellipse">
                <a:avLst/>
              </a:prstGeom>
              <a:solidFill>
                <a:schemeClr val="tx2"/>
              </a:solidFill>
              <a:ln w="38100">
                <a:solidFill>
                  <a:schemeClr val="bg1"/>
                </a:solidFill>
              </a:ln>
            </p:spPr>
            <p:txBody>
              <a:bodyPr vert="horz" lIns="0" tIns="0" rIns="0" bIns="0" rtlCol="0" anchor="ctr" anchorCtr="0">
                <a:noAutofit/>
              </a:bodyPr>
              <a:lstStyle>
                <a:defPPr>
                  <a:defRPr lang="de-DE"/>
                </a:defPPr>
                <a:lvl1pPr indent="0" algn="ctr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FontTx/>
                  <a:buNone/>
                  <a:defRPr sz="2000" b="1">
                    <a:solidFill>
                      <a:schemeClr val="bg1"/>
                    </a:solidFill>
                    <a:latin typeface="+mj-lt"/>
                  </a:defRPr>
                </a:lvl1pPr>
                <a:lvl2pPr marL="0" indent="0">
                  <a:lnSpc>
                    <a:spcPct val="90000"/>
                  </a:lnSpc>
                  <a:spcBef>
                    <a:spcPts val="900"/>
                  </a:spcBef>
                  <a:buFontTx/>
                  <a:buNone/>
                  <a:defRPr sz="2000">
                    <a:solidFill>
                      <a:schemeClr val="tx2"/>
                    </a:solidFill>
                  </a:defRPr>
                </a:lvl2pPr>
                <a:lvl3pPr marL="216000" indent="-216000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3pPr>
                <a:lvl4pPr marL="396000" indent="-180000">
                  <a:lnSpc>
                    <a:spcPct val="9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4pPr>
                <a:lvl5pPr marL="576000" indent="-144000">
                  <a:lnSpc>
                    <a:spcPct val="9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5pPr>
                <a:lvl6pPr marL="0" indent="0">
                  <a:lnSpc>
                    <a:spcPct val="90000"/>
                  </a:lnSpc>
                  <a:spcBef>
                    <a:spcPts val="600"/>
                  </a:spcBef>
                  <a:buFontTx/>
                  <a:buNone/>
                  <a:defRPr sz="1400" b="1">
                    <a:solidFill>
                      <a:schemeClr val="tx2"/>
                    </a:solidFill>
                  </a:defRPr>
                </a:lvl6pPr>
                <a:lvl7pPr marL="0" indent="0">
                  <a:lnSpc>
                    <a:spcPct val="90000"/>
                  </a:lnSpc>
                  <a:spcBef>
                    <a:spcPts val="300"/>
                  </a:spcBef>
                  <a:buFontTx/>
                  <a:buNone/>
                  <a:defRPr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7pPr>
                <a:lvl8pPr marL="180000" indent="-180000">
                  <a:lnSpc>
                    <a:spcPct val="9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  <a:defRPr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8pPr>
                <a:lvl9pPr marL="360000" indent="-180000">
                  <a:lnSpc>
                    <a:spcPct val="9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12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9pPr>
              </a:lstStyle>
              <a:p>
                <a:pPr defTabSz="1219170">
                  <a:spcBef>
                    <a:spcPts val="1600"/>
                  </a:spcBef>
                  <a:defRPr/>
                </a:pPr>
                <a:r>
                  <a:rPr lang="en-GB" sz="1200">
                    <a:solidFill>
                      <a:prstClr val="white"/>
                    </a:solidFill>
                    <a:latin typeface="+mn-lt"/>
                    <a:cs typeface="Arial" panose="020B0604020202020204" pitchFamily="34" charset="0"/>
                  </a:rPr>
                  <a:t>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9528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CFD4542-45ED-720C-8ACF-AD962074A4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361412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CFD4542-45ED-720C-8ACF-AD962074A4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13">
            <a:extLst>
              <a:ext uri="{FF2B5EF4-FFF2-40B4-BE49-F238E27FC236}">
                <a16:creationId xmlns:a16="http://schemas.microsoft.com/office/drawing/2014/main" id="{6F12B9C0-DE97-B8F1-9BD1-CDC1F881498C}"/>
              </a:ext>
            </a:extLst>
          </p:cNvPr>
          <p:cNvSpPr/>
          <p:nvPr/>
        </p:nvSpPr>
        <p:spPr>
          <a:xfrm>
            <a:off x="431999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Insert original slide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Copy slide in original presentation with Ctrl+C.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In the target presentation, select the slide after which the original slide is to be inserted.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Select in the tab «Home / Paste / Use Destination Theme».</a:t>
            </a:r>
          </a:p>
        </p:txBody>
      </p:sp>
      <p:sp>
        <p:nvSpPr>
          <p:cNvPr id="57" name="Rechteck 13">
            <a:extLst>
              <a:ext uri="{FF2B5EF4-FFF2-40B4-BE49-F238E27FC236}">
                <a16:creationId xmlns:a16="http://schemas.microsoft.com/office/drawing/2014/main" id="{413AE714-D606-F5FC-7C9C-CAB2AADE0305}"/>
              </a:ext>
            </a:extLst>
          </p:cNvPr>
          <p:cNvSpPr/>
          <p:nvPr/>
        </p:nvSpPr>
        <p:spPr>
          <a:xfrm>
            <a:off x="3355376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Assign slide layout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Select the inserted slide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Select the desired layout in the tab «Home / Layout».</a:t>
            </a:r>
          </a:p>
        </p:txBody>
      </p:sp>
      <p:sp>
        <p:nvSpPr>
          <p:cNvPr id="58" name="Rechteck 13">
            <a:extLst>
              <a:ext uri="{FF2B5EF4-FFF2-40B4-BE49-F238E27FC236}">
                <a16:creationId xmlns:a16="http://schemas.microsoft.com/office/drawing/2014/main" id="{09437636-12D5-9F3F-EBAD-EFFE9239E6A3}"/>
              </a:ext>
            </a:extLst>
          </p:cNvPr>
          <p:cNvSpPr/>
          <p:nvPr/>
        </p:nvSpPr>
        <p:spPr>
          <a:xfrm>
            <a:off x="6278753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Adjust slide manually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Check all slide contents such as text blocks, images, etc. for position and size and manually adjust them to the new layout grid.</a:t>
            </a:r>
          </a:p>
        </p:txBody>
      </p:sp>
      <p:sp>
        <p:nvSpPr>
          <p:cNvPr id="59" name="Rechteck 13">
            <a:extLst>
              <a:ext uri="{FF2B5EF4-FFF2-40B4-BE49-F238E27FC236}">
                <a16:creationId xmlns:a16="http://schemas.microsoft.com/office/drawing/2014/main" id="{AA38C107-AE0F-D797-3F89-D09E50D2266F}"/>
              </a:ext>
            </a:extLst>
          </p:cNvPr>
          <p:cNvSpPr/>
          <p:nvPr/>
        </p:nvSpPr>
        <p:spPr>
          <a:xfrm>
            <a:off x="9202130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Check design</a:t>
            </a:r>
          </a:p>
          <a:p>
            <a:pPr defTabSz="914354">
              <a:lnSpc>
                <a:spcPct val="12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Independently check: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Font type, sizes and font colours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Colours of graphic elements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Text alignment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Coherence of the overall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F6977D-70CC-5A99-A04C-A6FF969B6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10461288" cy="1098000"/>
          </a:xfrm>
        </p:spPr>
        <p:txBody>
          <a:bodyPr vert="horz"/>
          <a:lstStyle/>
          <a:p>
            <a:r>
              <a:rPr lang="en-GB">
                <a:cs typeface="Arial" panose="020B0604020202020204" pitchFamily="34" charset="0"/>
              </a:rPr>
              <a:t>Transfer of existing slides into the new Master</a:t>
            </a:r>
          </a:p>
        </p:txBody>
      </p:sp>
      <p:sp>
        <p:nvSpPr>
          <p:cNvPr id="26" name="Textplatzhalter 2">
            <a:extLst>
              <a:ext uri="{FF2B5EF4-FFF2-40B4-BE49-F238E27FC236}">
                <a16:creationId xmlns:a16="http://schemas.microsoft.com/office/drawing/2014/main" id="{B44F42DF-D404-5AAD-039D-CFD21374E730}"/>
              </a:ext>
            </a:extLst>
          </p:cNvPr>
          <p:cNvSpPr txBox="1">
            <a:spLocks noChangeAspect="1"/>
          </p:cNvSpPr>
          <p:nvPr/>
        </p:nvSpPr>
        <p:spPr>
          <a:xfrm>
            <a:off x="1493999" y="1528763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EF392E57-185E-3B94-453A-FB974D183063}"/>
              </a:ext>
            </a:extLst>
          </p:cNvPr>
          <p:cNvSpPr txBox="1">
            <a:spLocks noChangeAspect="1"/>
          </p:cNvSpPr>
          <p:nvPr/>
        </p:nvSpPr>
        <p:spPr>
          <a:xfrm>
            <a:off x="4417376" y="1528763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20477EC5-FF6C-7C83-A777-56643796CF4B}"/>
              </a:ext>
            </a:extLst>
          </p:cNvPr>
          <p:cNvSpPr txBox="1">
            <a:spLocks noChangeAspect="1"/>
          </p:cNvSpPr>
          <p:nvPr/>
        </p:nvSpPr>
        <p:spPr>
          <a:xfrm>
            <a:off x="7340753" y="1528763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62567B12-E59D-A63D-3499-E0DB4A2F9EC3}"/>
              </a:ext>
            </a:extLst>
          </p:cNvPr>
          <p:cNvSpPr txBox="1">
            <a:spLocks noChangeAspect="1"/>
          </p:cNvSpPr>
          <p:nvPr/>
        </p:nvSpPr>
        <p:spPr>
          <a:xfrm>
            <a:off x="10264130" y="1528763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B7D4B34-98C7-094B-C2B0-C92D00376F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400" y="4230000"/>
            <a:ext cx="1598065" cy="900000"/>
          </a:xfrm>
          <a:prstGeom prst="rect">
            <a:avLst/>
          </a:prstGeom>
          <a:effectLst>
            <a:outerShdw blurRad="127000" dist="127000" dir="2700000" algn="tl" rotWithShape="0">
              <a:prstClr val="black">
                <a:alpha val="18000"/>
              </a:prst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E60B5F9D-4396-18A6-2404-1D3B8694D2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200" y="5400000"/>
            <a:ext cx="1608771" cy="900000"/>
          </a:xfrm>
          <a:prstGeom prst="rect">
            <a:avLst/>
          </a:prstGeom>
          <a:effectLst>
            <a:outerShdw blurRad="127000" dist="127000" dir="2700000" algn="tl" rotWithShape="0">
              <a:prstClr val="black">
                <a:alpha val="18000"/>
              </a:prstClr>
            </a:outerShdw>
          </a:effectLst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DAB675E2-ACA1-1243-028D-65C37B4CB32A}"/>
              </a:ext>
            </a:extLst>
          </p:cNvPr>
          <p:cNvGrpSpPr/>
          <p:nvPr/>
        </p:nvGrpSpPr>
        <p:grpSpPr>
          <a:xfrm>
            <a:off x="6713823" y="5249979"/>
            <a:ext cx="282196" cy="641123"/>
            <a:chOff x="1199222" y="4392591"/>
            <a:chExt cx="1140370" cy="622662"/>
          </a:xfrm>
        </p:grpSpPr>
        <p:cxnSp>
          <p:nvCxnSpPr>
            <p:cNvPr id="64" name="Gerade Verbindung mit Pfeil 94">
              <a:extLst>
                <a:ext uri="{FF2B5EF4-FFF2-40B4-BE49-F238E27FC236}">
                  <a16:creationId xmlns:a16="http://schemas.microsoft.com/office/drawing/2014/main" id="{D9C64834-3692-F4E5-1C86-3CF07C10B95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199222" y="5015253"/>
              <a:ext cx="1140370" cy="0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 Verbindung mit Pfeil 94">
              <a:extLst>
                <a:ext uri="{FF2B5EF4-FFF2-40B4-BE49-F238E27FC236}">
                  <a16:creationId xmlns:a16="http://schemas.microsoft.com/office/drawing/2014/main" id="{6B9B53DD-B453-72D6-B93C-1BB1B797327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99222" y="4392591"/>
              <a:ext cx="0" cy="622662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Shape 161">
            <a:extLst>
              <a:ext uri="{FF2B5EF4-FFF2-40B4-BE49-F238E27FC236}">
                <a16:creationId xmlns:a16="http://schemas.microsoft.com/office/drawing/2014/main" id="{ED119C18-4B87-185E-9384-69A9CEB4482B}"/>
              </a:ext>
            </a:extLst>
          </p:cNvPr>
          <p:cNvSpPr/>
          <p:nvPr/>
        </p:nvSpPr>
        <p:spPr>
          <a:xfrm flipH="1">
            <a:off x="9346130" y="5238000"/>
            <a:ext cx="2268000" cy="1044865"/>
          </a:xfrm>
          <a:prstGeom prst="rect">
            <a:avLst/>
          </a:prstGeom>
          <a:solidFill>
            <a:srgbClr val="F39800"/>
          </a:solidFill>
          <a:ln w="38100">
            <a:noFill/>
            <a:prstDash val="solid"/>
          </a:ln>
          <a:effectLst/>
        </p:spPr>
        <p:txBody>
          <a:bodyPr wrap="square" lIns="144000" tIns="144000" rIns="144000" bIns="144000" anchor="ctr" anchorCtr="0">
            <a:spAutoFit/>
          </a:bodyPr>
          <a:lstStyle/>
          <a:p>
            <a:pPr algn="ctr" defTabSz="609555"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GB" sz="1100" b="1">
                <a:ea typeface="Calibri"/>
                <a:cs typeface="Arial" panose="020B0604020202020204" pitchFamily="34" charset="0"/>
                <a:sym typeface="Arial" panose="020B0604020202020204" pitchFamily="34" charset="0"/>
              </a:rPr>
              <a:t>Important:</a:t>
            </a:r>
          </a:p>
          <a:p>
            <a:pPr defTabSz="609555"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GB" sz="1100">
                <a:ea typeface="Calibri"/>
                <a:cs typeface="Arial" panose="020B0604020202020204" pitchFamily="34" charset="0"/>
                <a:sym typeface="Arial" panose="020B0604020202020204" pitchFamily="34" charset="0"/>
              </a:rPr>
              <a:t>When transferring existing slides, always carry out all four steps.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D913DA6-BDCB-D3A3-44D9-43B66D64C9FB}"/>
              </a:ext>
            </a:extLst>
          </p:cNvPr>
          <p:cNvGrpSpPr/>
          <p:nvPr/>
        </p:nvGrpSpPr>
        <p:grpSpPr>
          <a:xfrm>
            <a:off x="3606866" y="3925238"/>
            <a:ext cx="2053020" cy="972000"/>
            <a:chOff x="3513767" y="4341476"/>
            <a:chExt cx="2053020" cy="972000"/>
          </a:xfrm>
        </p:grpSpPr>
        <p:sp>
          <p:nvSpPr>
            <p:cNvPr id="9" name="Rechteck 11">
              <a:extLst>
                <a:ext uri="{FF2B5EF4-FFF2-40B4-BE49-F238E27FC236}">
                  <a16:creationId xmlns:a16="http://schemas.microsoft.com/office/drawing/2014/main" id="{2786B73F-B8C5-6D9A-5242-076CBC2CDC86}"/>
                </a:ext>
              </a:extLst>
            </p:cNvPr>
            <p:cNvSpPr/>
            <p:nvPr/>
          </p:nvSpPr>
          <p:spPr>
            <a:xfrm>
              <a:off x="3513767" y="4341476"/>
              <a:ext cx="2053020" cy="97200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226714" sx="101000" sy="101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00" tIns="96000" rIns="96000" bIns="96000" rtlCol="0" anchor="t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BA93B92-6A2E-D4FF-5C92-8D154DBDA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94278" y="4431476"/>
              <a:ext cx="1891999" cy="79200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0A83831-119F-D496-C3A7-D6D87FC21A56}"/>
                </a:ext>
              </a:extLst>
            </p:cNvPr>
            <p:cNvSpPr/>
            <p:nvPr/>
          </p:nvSpPr>
          <p:spPr>
            <a:xfrm>
              <a:off x="3921135" y="4430489"/>
              <a:ext cx="454277" cy="233829"/>
            </a:xfrm>
            <a:prstGeom prst="rect">
              <a:avLst/>
            </a:prstGeom>
            <a:solidFill>
              <a:srgbClr val="F8C166">
                <a:alpha val="18793"/>
              </a:srgbClr>
            </a:solidFill>
            <a:ln w="28575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75FD5E-4E97-F443-9705-1D724BDDA8CA}"/>
                </a:ext>
              </a:extLst>
            </p:cNvPr>
            <p:cNvSpPr/>
            <p:nvPr/>
          </p:nvSpPr>
          <p:spPr>
            <a:xfrm>
              <a:off x="4903596" y="4608719"/>
              <a:ext cx="555845" cy="216000"/>
            </a:xfrm>
            <a:prstGeom prst="rect">
              <a:avLst/>
            </a:prstGeom>
            <a:solidFill>
              <a:srgbClr val="F8C166">
                <a:alpha val="18793"/>
              </a:srgbClr>
            </a:solidFill>
            <a:ln w="28575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D25C27C-65CA-2D1C-4D05-9F62A4390A8A}"/>
              </a:ext>
            </a:extLst>
          </p:cNvPr>
          <p:cNvGrpSpPr/>
          <p:nvPr/>
        </p:nvGrpSpPr>
        <p:grpSpPr>
          <a:xfrm>
            <a:off x="873232" y="5143424"/>
            <a:ext cx="1673535" cy="1143411"/>
            <a:chOff x="873232" y="5143424"/>
            <a:chExt cx="1673535" cy="1143411"/>
          </a:xfrm>
        </p:grpSpPr>
        <p:sp>
          <p:nvSpPr>
            <p:cNvPr id="24" name="Rechteck 11">
              <a:extLst>
                <a:ext uri="{FF2B5EF4-FFF2-40B4-BE49-F238E27FC236}">
                  <a16:creationId xmlns:a16="http://schemas.microsoft.com/office/drawing/2014/main" id="{53732B19-7779-46D6-05DC-60D449D6CD5B}"/>
                </a:ext>
              </a:extLst>
            </p:cNvPr>
            <p:cNvSpPr/>
            <p:nvPr/>
          </p:nvSpPr>
          <p:spPr>
            <a:xfrm>
              <a:off x="873232" y="5143424"/>
              <a:ext cx="1673535" cy="1143411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226714" sx="101000" sy="101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00" tIns="96000" rIns="96000" bIns="96000" rtlCol="0" anchor="t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B1F94D9-2754-8E35-D7A2-EF3BEE5FBB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r="4695"/>
            <a:stretch/>
          </p:blipFill>
          <p:spPr>
            <a:xfrm>
              <a:off x="953725" y="5229129"/>
              <a:ext cx="1512548" cy="972000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8BFEB46-9CBE-7920-EE9D-A816C91F6324}"/>
                </a:ext>
              </a:extLst>
            </p:cNvPr>
            <p:cNvSpPr/>
            <p:nvPr/>
          </p:nvSpPr>
          <p:spPr>
            <a:xfrm>
              <a:off x="1293425" y="5223267"/>
              <a:ext cx="280170" cy="212572"/>
            </a:xfrm>
            <a:prstGeom prst="rect">
              <a:avLst/>
            </a:prstGeom>
            <a:solidFill>
              <a:srgbClr val="F8C166">
                <a:alpha val="18793"/>
              </a:srgbClr>
            </a:solidFill>
            <a:ln w="28575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C2C9070-4AA8-A941-42F4-40B4B0DD0616}"/>
                </a:ext>
              </a:extLst>
            </p:cNvPr>
            <p:cNvSpPr/>
            <p:nvPr/>
          </p:nvSpPr>
          <p:spPr>
            <a:xfrm>
              <a:off x="988399" y="5396588"/>
              <a:ext cx="252000" cy="432000"/>
            </a:xfrm>
            <a:prstGeom prst="rect">
              <a:avLst/>
            </a:prstGeom>
            <a:solidFill>
              <a:srgbClr val="F8C166">
                <a:alpha val="18793"/>
              </a:srgbClr>
            </a:solidFill>
            <a:ln w="28575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17A6D1A-1C77-31FE-616D-A7F91DAD90A5}"/>
                </a:ext>
              </a:extLst>
            </p:cNvPr>
            <p:cNvSpPr/>
            <p:nvPr/>
          </p:nvSpPr>
          <p:spPr>
            <a:xfrm>
              <a:off x="990967" y="5952963"/>
              <a:ext cx="216000" cy="216000"/>
            </a:xfrm>
            <a:prstGeom prst="rect">
              <a:avLst/>
            </a:prstGeom>
            <a:solidFill>
              <a:srgbClr val="F8C166">
                <a:alpha val="18793"/>
              </a:srgbClr>
            </a:solidFill>
            <a:ln w="28575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6936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01EC3D-F2BF-F4E4-68D3-1A1D4A5523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Approach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FC9526-F6CE-66B7-D827-0F2D2573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Change icon colour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E2075C-0C32-910D-C79B-D0AF1EB517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Notes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802A78FC-D33B-240F-7A98-909975BB87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2160585"/>
            <a:ext cx="5447999" cy="4267201"/>
          </a:xfrm>
          <a:solidFill>
            <a:schemeClr val="accent6"/>
          </a:solidFill>
        </p:spPr>
        <p:txBody>
          <a:bodyPr lIns="216000" tIns="180000" rIns="216000"/>
          <a:lstStyle/>
          <a:p>
            <a:pPr marL="342900" indent="-342900">
              <a:buFont typeface="+mj-lt"/>
              <a:buAutoNum type="arabicPeriod"/>
            </a:pPr>
            <a:r>
              <a:rPr lang="en-GB"/>
              <a:t>Select icon</a:t>
            </a:r>
          </a:p>
          <a:p>
            <a:pPr marL="342900" indent="-342900">
              <a:buFont typeface="+mj-lt"/>
              <a:buAutoNum type="arabicPeriod"/>
            </a:pPr>
            <a:r>
              <a:rPr lang="en-GB"/>
              <a:t>In the tab «Graphics Format» under «Graphics Styles», use </a:t>
            </a:r>
            <a:r>
              <a:rPr lang="en-GB" b="1"/>
              <a:t>«Graphics Fill»</a:t>
            </a:r>
            <a:r>
              <a:rPr lang="en-GB"/>
              <a:t> to change the colour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AE39F739-CCD2-DE8C-EAAA-EB623CE052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2000" y="2160587"/>
            <a:ext cx="5449788" cy="4267201"/>
          </a:xfrm>
          <a:solidFill>
            <a:schemeClr val="accent6"/>
          </a:solidFill>
        </p:spPr>
        <p:txBody>
          <a:bodyPr lIns="216000" tIns="180000" rIns="216000"/>
          <a:lstStyle/>
          <a:p>
            <a:r>
              <a:rPr lang="en-GB"/>
              <a:t>For some icons, the colour </a:t>
            </a:r>
            <a:br>
              <a:rPr lang="en-GB"/>
            </a:br>
            <a:r>
              <a:rPr lang="en-GB"/>
              <a:t>can be changed by using </a:t>
            </a:r>
            <a:br>
              <a:rPr lang="en-GB"/>
            </a:br>
            <a:r>
              <a:rPr lang="en-GB" b="1"/>
              <a:t>«Graphics Outline»</a:t>
            </a:r>
            <a:r>
              <a:rPr lang="en-GB"/>
              <a:t> instead </a:t>
            </a:r>
            <a:br>
              <a:rPr lang="en-GB"/>
            </a:br>
            <a:r>
              <a:rPr lang="en-GB"/>
              <a:t>of «Graphics Fill».</a:t>
            </a:r>
          </a:p>
          <a:p>
            <a:r>
              <a:rPr lang="en-GB"/>
              <a:t>The colour cannot be changed </a:t>
            </a:r>
            <a:br>
              <a:rPr lang="en-GB"/>
            </a:br>
            <a:r>
              <a:rPr lang="en-GB"/>
              <a:t>if an icon is inserted as a picture. </a:t>
            </a:r>
            <a:br>
              <a:rPr lang="en-GB"/>
            </a:br>
            <a:r>
              <a:rPr lang="en-GB"/>
              <a:t>In this case, after selecting the </a:t>
            </a:r>
            <a:br>
              <a:rPr lang="en-GB"/>
            </a:br>
            <a:r>
              <a:rPr lang="en-GB"/>
              <a:t>icon, the tab </a:t>
            </a:r>
            <a:r>
              <a:rPr lang="en-GB" b="1"/>
              <a:t>«Picture Format»</a:t>
            </a:r>
            <a:r>
              <a:rPr lang="en-GB"/>
              <a:t> </a:t>
            </a:r>
            <a:br>
              <a:rPr lang="en-GB"/>
            </a:br>
            <a:r>
              <a:rPr lang="en-GB"/>
              <a:t>appears instead of «Graphics Format».</a:t>
            </a:r>
          </a:p>
          <a:p>
            <a:r>
              <a:rPr lang="en-GB"/>
              <a:t>Best vector file format for icons: *.svg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897B76-0E98-2339-FE2E-504C7E2F6207}"/>
              </a:ext>
            </a:extLst>
          </p:cNvPr>
          <p:cNvGrpSpPr/>
          <p:nvPr/>
        </p:nvGrpSpPr>
        <p:grpSpPr>
          <a:xfrm>
            <a:off x="743340" y="3919114"/>
            <a:ext cx="4825319" cy="1656000"/>
            <a:chOff x="743340" y="3919114"/>
            <a:chExt cx="4825319" cy="1656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8D7727-1FFC-8D99-661F-EA5AB9D74809}"/>
                </a:ext>
              </a:extLst>
            </p:cNvPr>
            <p:cNvSpPr/>
            <p:nvPr/>
          </p:nvSpPr>
          <p:spPr>
            <a:xfrm>
              <a:off x="743340" y="3919114"/>
              <a:ext cx="4825319" cy="165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E9E39E3-D0E7-62EB-6915-BC6FAFEA03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04" r="47551"/>
            <a:stretch/>
          </p:blipFill>
          <p:spPr>
            <a:xfrm>
              <a:off x="855478" y="4027114"/>
              <a:ext cx="3171297" cy="1440000"/>
            </a:xfrm>
            <a:prstGeom prst="rect">
              <a:avLst/>
            </a:prstGeom>
          </p:spPr>
        </p:pic>
        <p:sp>
          <p:nvSpPr>
            <p:cNvPr id="25" name="Ellipse 25">
              <a:extLst>
                <a:ext uri="{FF2B5EF4-FFF2-40B4-BE49-F238E27FC236}">
                  <a16:creationId xmlns:a16="http://schemas.microsoft.com/office/drawing/2014/main" id="{FF6D0699-C766-BC4F-05D6-A92A5407EAD4}"/>
                </a:ext>
              </a:extLst>
            </p:cNvPr>
            <p:cNvSpPr/>
            <p:nvPr/>
          </p:nvSpPr>
          <p:spPr>
            <a:xfrm>
              <a:off x="2790304" y="4327889"/>
              <a:ext cx="1044000" cy="278607"/>
            </a:xfrm>
            <a:prstGeom prst="rect">
              <a:avLst/>
            </a:prstGeom>
            <a:solidFill>
              <a:schemeClr val="tx2">
                <a:alpha val="15000"/>
              </a:schemeClr>
            </a:solidFill>
            <a:ln w="28575" cap="rnd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0197D776-54A7-AD7E-F90F-3B5F0A03BD4E}"/>
                </a:ext>
              </a:extLst>
            </p:cNvPr>
            <p:cNvSpPr/>
            <p:nvPr/>
          </p:nvSpPr>
          <p:spPr>
            <a:xfrm>
              <a:off x="879477" y="5088468"/>
              <a:ext cx="914400" cy="216000"/>
            </a:xfrm>
            <a:prstGeom prst="rect">
              <a:avLst/>
            </a:prstGeom>
            <a:solidFill>
              <a:srgbClr val="F39800">
                <a:alpha val="15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FD86877-F017-144F-CB0E-56CFF4A109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8710"/>
            <a:stretch/>
          </p:blipFill>
          <p:spPr>
            <a:xfrm>
              <a:off x="4142949" y="4027114"/>
              <a:ext cx="1312413" cy="1440000"/>
            </a:xfrm>
            <a:prstGeom prst="rect">
              <a:avLst/>
            </a:prstGeom>
          </p:spPr>
        </p:pic>
        <p:sp>
          <p:nvSpPr>
            <p:cNvPr id="32" name="Ellipse 25">
              <a:extLst>
                <a:ext uri="{FF2B5EF4-FFF2-40B4-BE49-F238E27FC236}">
                  <a16:creationId xmlns:a16="http://schemas.microsoft.com/office/drawing/2014/main" id="{8E23C852-01D4-FF3C-7C96-04D4B291C836}"/>
                </a:ext>
              </a:extLst>
            </p:cNvPr>
            <p:cNvSpPr/>
            <p:nvPr/>
          </p:nvSpPr>
          <p:spPr>
            <a:xfrm>
              <a:off x="4218062" y="4060782"/>
              <a:ext cx="1162593" cy="299036"/>
            </a:xfrm>
            <a:prstGeom prst="rect">
              <a:avLst/>
            </a:prstGeom>
            <a:solidFill>
              <a:srgbClr val="F39800">
                <a:alpha val="15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0E31800-4D32-D6E4-6368-C730A562DE29}"/>
              </a:ext>
            </a:extLst>
          </p:cNvPr>
          <p:cNvGrpSpPr/>
          <p:nvPr/>
        </p:nvGrpSpPr>
        <p:grpSpPr>
          <a:xfrm>
            <a:off x="10008660" y="2468488"/>
            <a:ext cx="1440000" cy="792000"/>
            <a:chOff x="9935570" y="2429999"/>
            <a:chExt cx="1440000" cy="792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880E2EB-4CFD-D5A8-6E1C-B13588345FA0}"/>
                </a:ext>
              </a:extLst>
            </p:cNvPr>
            <p:cNvSpPr/>
            <p:nvPr/>
          </p:nvSpPr>
          <p:spPr>
            <a:xfrm>
              <a:off x="9935570" y="2429999"/>
              <a:ext cx="1440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8580E33-6148-7528-9E8C-89E58397D6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045" t="20073" r="46617" b="36910"/>
            <a:stretch/>
          </p:blipFill>
          <p:spPr>
            <a:xfrm>
              <a:off x="10043570" y="2537800"/>
              <a:ext cx="1224000" cy="576398"/>
            </a:xfrm>
            <a:prstGeom prst="rect">
              <a:avLst/>
            </a:prstGeom>
          </p:spPr>
        </p:pic>
        <p:sp>
          <p:nvSpPr>
            <p:cNvPr id="38" name="Ellipse 25">
              <a:extLst>
                <a:ext uri="{FF2B5EF4-FFF2-40B4-BE49-F238E27FC236}">
                  <a16:creationId xmlns:a16="http://schemas.microsoft.com/office/drawing/2014/main" id="{23882F23-5786-DCF9-3099-F38F3F63018A}"/>
                </a:ext>
              </a:extLst>
            </p:cNvPr>
            <p:cNvSpPr/>
            <p:nvPr/>
          </p:nvSpPr>
          <p:spPr>
            <a:xfrm>
              <a:off x="10056358" y="2750912"/>
              <a:ext cx="1188000" cy="252000"/>
            </a:xfrm>
            <a:prstGeom prst="rect">
              <a:avLst/>
            </a:prstGeom>
            <a:solidFill>
              <a:srgbClr val="F39800">
                <a:alpha val="15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10B5466-D6DA-68EF-9AC0-A98CBE1DCD43}"/>
              </a:ext>
            </a:extLst>
          </p:cNvPr>
          <p:cNvGrpSpPr/>
          <p:nvPr/>
        </p:nvGrpSpPr>
        <p:grpSpPr>
          <a:xfrm>
            <a:off x="10224660" y="4120516"/>
            <a:ext cx="1224000" cy="540000"/>
            <a:chOff x="10224660" y="4130348"/>
            <a:chExt cx="1224000" cy="540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08EB9D1-3663-A72F-18BB-E836415D159A}"/>
                </a:ext>
              </a:extLst>
            </p:cNvPr>
            <p:cNvSpPr/>
            <p:nvPr/>
          </p:nvSpPr>
          <p:spPr>
            <a:xfrm>
              <a:off x="10224660" y="4130348"/>
              <a:ext cx="1224000" cy="5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C644038-51A6-DCEC-1F09-5CA82C6F4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32660" y="4238348"/>
              <a:ext cx="1008000" cy="32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1950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B4C674D-869D-8F0F-0AD9-DFE4BF1E1B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B4C674D-869D-8F0F-0AD9-DFE4BF1E1B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>
            <a:extLst>
              <a:ext uri="{FF2B5EF4-FFF2-40B4-BE49-F238E27FC236}">
                <a16:creationId xmlns:a16="http://schemas.microsoft.com/office/drawing/2014/main" id="{05A8A77E-9148-3872-0E0C-963DC02F6E44}"/>
              </a:ext>
            </a:extLst>
          </p:cNvPr>
          <p:cNvSpPr/>
          <p:nvPr/>
        </p:nvSpPr>
        <p:spPr>
          <a:xfrm>
            <a:off x="431999" y="3921125"/>
            <a:ext cx="5968799" cy="2506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40977D7-62B4-D1CD-1F9C-CBEE938CDDF8}"/>
              </a:ext>
            </a:extLst>
          </p:cNvPr>
          <p:cNvGrpSpPr/>
          <p:nvPr/>
        </p:nvGrpSpPr>
        <p:grpSpPr>
          <a:xfrm>
            <a:off x="3525621" y="4914289"/>
            <a:ext cx="2160433" cy="1319022"/>
            <a:chOff x="2111317" y="4657623"/>
            <a:chExt cx="2160433" cy="1329497"/>
          </a:xfrm>
        </p:grpSpPr>
        <p:pic>
          <p:nvPicPr>
            <p:cNvPr id="62" name="Picture Placeholder 7">
              <a:extLst>
                <a:ext uri="{FF2B5EF4-FFF2-40B4-BE49-F238E27FC236}">
                  <a16:creationId xmlns:a16="http://schemas.microsoft.com/office/drawing/2014/main" id="{B2AEB8FB-8D76-8D04-D830-3C4B5C77A3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9896" t="5647" r="14925" b="3337"/>
            <a:stretch/>
          </p:blipFill>
          <p:spPr>
            <a:xfrm>
              <a:off x="2111319" y="4657623"/>
              <a:ext cx="2160431" cy="1329496"/>
            </a:xfrm>
            <a:prstGeom prst="rect">
              <a:avLst/>
            </a:prstGeom>
            <a:ln w="19050">
              <a:noFill/>
            </a:ln>
            <a:effectLst>
              <a:outerShdw blurRad="177800" dist="101600" dir="2700000" algn="tl" rotWithShape="0">
                <a:prstClr val="black">
                  <a:alpha val="22000"/>
                </a:prstClr>
              </a:outerShdw>
            </a:effectLst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E9A67F6-0B55-59CD-054D-D1F517A33F0D}"/>
                </a:ext>
              </a:extLst>
            </p:cNvPr>
            <p:cNvSpPr/>
            <p:nvPr/>
          </p:nvSpPr>
          <p:spPr>
            <a:xfrm>
              <a:off x="2111317" y="5866536"/>
              <a:ext cx="2160431" cy="120584"/>
            </a:xfrm>
            <a:prstGeom prst="rect">
              <a:avLst/>
            </a:prstGeom>
            <a:solidFill>
              <a:schemeClr val="tx1">
                <a:alpha val="7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1" name="Rectangle 8">
            <a:extLst>
              <a:ext uri="{FF2B5EF4-FFF2-40B4-BE49-F238E27FC236}">
                <a16:creationId xmlns:a16="http://schemas.microsoft.com/office/drawing/2014/main" id="{9D2991C1-5A52-5A93-69AA-3A6112776AB8}"/>
              </a:ext>
            </a:extLst>
          </p:cNvPr>
          <p:cNvSpPr/>
          <p:nvPr/>
        </p:nvSpPr>
        <p:spPr>
          <a:xfrm>
            <a:off x="432000" y="1520825"/>
            <a:ext cx="5968798" cy="2076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F737176-E122-A404-C048-B1CECC1B342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0263" t="5647" r="9027" b="3337"/>
          <a:stretch/>
        </p:blipFill>
        <p:spPr>
          <a:xfrm>
            <a:off x="628751" y="1753505"/>
            <a:ext cx="2462840" cy="1649160"/>
          </a:xfrm>
          <a:prstGeom prst="rect">
            <a:avLst/>
          </a:prstGeom>
          <a:ln w="19050">
            <a:noFill/>
          </a:ln>
          <a:effectLst>
            <a:outerShdw blurRad="177800" dist="101600" dir="2700000" algn="tl" rotWithShape="0">
              <a:prstClr val="black">
                <a:alpha val="22000"/>
              </a:prst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8E9DAF-3637-DD8C-3DBE-311781B76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>
                <a:cs typeface="Arial" panose="020B0604020202020204" pitchFamily="34" charset="0"/>
              </a:rPr>
              <a:t>Insert image into placeholder</a:t>
            </a:r>
          </a:p>
        </p:txBody>
      </p:sp>
      <p:sp>
        <p:nvSpPr>
          <p:cNvPr id="14" name="Textfeld 46">
            <a:extLst>
              <a:ext uri="{FF2B5EF4-FFF2-40B4-BE49-F238E27FC236}">
                <a16:creationId xmlns:a16="http://schemas.microsoft.com/office/drawing/2014/main" id="{54DF91C2-B49A-AA10-5018-4BB5A3454847}"/>
              </a:ext>
            </a:extLst>
          </p:cNvPr>
          <p:cNvSpPr txBox="1"/>
          <p:nvPr/>
        </p:nvSpPr>
        <p:spPr>
          <a:xfrm>
            <a:off x="7133216" y="1520825"/>
            <a:ext cx="4628572" cy="2146742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defPPr>
              <a:defRPr lang="de-DE"/>
            </a:defPPr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671344"/>
              </a:buClr>
              <a:buSzPct val="100000"/>
              <a:buFont typeface="+mj-lt"/>
              <a:buAutoNum type="arabicPeriod"/>
              <a:defRPr sz="1200">
                <a:cs typeface="Arial" panose="020B0604020202020204" pitchFamily="34" charset="0"/>
              </a:defRPr>
            </a:lvl1pPr>
            <a:lvl2pPr marL="360000" lvl="1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355600" algn="l"/>
              </a:tabLst>
              <a:defRPr sz="1400">
                <a:cs typeface="Arial" panose="020B0604020202020204" pitchFamily="34" charset="0"/>
              </a:defRPr>
            </a:lvl2pPr>
            <a:lvl3pPr marL="540000" lvl="2" indent="-17938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cs typeface="Arial" panose="020B0604020202020204" pitchFamily="34" charset="0"/>
              </a:defRPr>
            </a:lvl3pPr>
            <a:lvl4pPr marL="719138" lvl="3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cs typeface="Arial" panose="020B0604020202020204" pitchFamily="34" charset="0"/>
              </a:defRPr>
            </a:lvl4pPr>
            <a:lvl5pPr marL="180000" lvl="4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tabLst/>
              <a:defRPr sz="1400" b="0">
                <a:cs typeface="Arial" panose="020B0604020202020204" pitchFamily="34" charset="0"/>
              </a:defRPr>
            </a:lvl5pPr>
            <a:lvl6pPr marL="0" lvl="5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defRPr sz="1400" b="1">
                <a:cs typeface="Arial" panose="020B0604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Font typeface="+mj-lt"/>
              <a:buNone/>
              <a:defRPr b="0">
                <a:solidFill>
                  <a:schemeClr val="tx2"/>
                </a:solidFill>
                <a:cs typeface="Arial" panose="020B0604020202020204" pitchFamily="34" charset="0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+mj-lt"/>
              <a:buNone/>
              <a:defRPr sz="1400">
                <a:cs typeface="Arial" panose="020B0604020202020204" pitchFamily="34" charset="0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None/>
              <a:defRPr sz="1400" b="0"/>
            </a:lvl9pPr>
          </a:lstStyle>
          <a:p>
            <a:pPr lvl="5" defTabSz="914377">
              <a:spcAft>
                <a:spcPts val="1067"/>
              </a:spcAft>
              <a:buClr>
                <a:srgbClr val="678FB0"/>
              </a:buClr>
              <a:defRPr/>
            </a:pPr>
            <a:r>
              <a:rPr lang="en-GB" dirty="0">
                <a:sym typeface="Arial" panose="020B0604020202020204" pitchFamily="34" charset="0"/>
              </a:rPr>
              <a:t>Insert image from external source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ym typeface="Arial" panose="020B0604020202020204" pitchFamily="34" charset="0"/>
              </a:rPr>
              <a:t>Click on the image            icon, select image from </a:t>
            </a:r>
            <a:r>
              <a:rPr lang="en-GB" sz="1400" dirty="0" err="1">
                <a:sym typeface="Arial" panose="020B0604020202020204" pitchFamily="34" charset="0"/>
              </a:rPr>
              <a:t>Sharepoint</a:t>
            </a:r>
            <a:r>
              <a:rPr lang="en-GB" sz="1400" dirty="0">
                <a:sym typeface="Arial" panose="020B0604020202020204" pitchFamily="34" charset="0"/>
              </a:rPr>
              <a:t> or other source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ym typeface="Arial" panose="020B0604020202020204" pitchFamily="34" charset="0"/>
              </a:rPr>
              <a:t>The bbv image library is here locally located: </a:t>
            </a:r>
            <a:r>
              <a:rPr lang="en-GB" sz="1400" i="1" dirty="0">
                <a:sym typeface="Arial" panose="020B0604020202020204" pitchFamily="34" charset="0"/>
                <a:hlinkClick r:id="rId7" action="ppaction://hlinkfile"/>
              </a:rPr>
              <a:t>C:\Users\Public\bbv_templates\Marketing\PPT-Bibliotheken\Bilder-Bibliothek</a:t>
            </a:r>
            <a:endParaRPr lang="en-GB" sz="1400" i="1" dirty="0">
              <a:sym typeface="Arial" panose="020B0604020202020204" pitchFamily="34" charset="0"/>
            </a:endParaRP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ym typeface="Arial" panose="020B0604020202020204" pitchFamily="34" charset="0"/>
              </a:rPr>
              <a:t>Or: copy image from external source with </a:t>
            </a:r>
            <a:r>
              <a:rPr lang="en-GB" sz="1400" dirty="0" err="1">
                <a:sym typeface="Arial" panose="020B0604020202020204" pitchFamily="34" charset="0"/>
              </a:rPr>
              <a:t>Ctrl+C</a:t>
            </a:r>
            <a:r>
              <a:rPr lang="en-GB" sz="1400" dirty="0">
                <a:sym typeface="Arial" panose="020B0604020202020204" pitchFamily="34" charset="0"/>
              </a:rPr>
              <a:t>, select the placeholder, then paste with </a:t>
            </a:r>
            <a:r>
              <a:rPr lang="en-GB" sz="1400" dirty="0" err="1">
                <a:sym typeface="Arial" panose="020B0604020202020204" pitchFamily="34" charset="0"/>
              </a:rPr>
              <a:t>Ctrl+V</a:t>
            </a:r>
            <a:endParaRPr lang="en-GB" sz="1400" dirty="0">
              <a:sym typeface="Arial" panose="020B0604020202020204" pitchFamily="34" charset="0"/>
            </a:endParaRPr>
          </a:p>
        </p:txBody>
      </p:sp>
      <p:sp>
        <p:nvSpPr>
          <p:cNvPr id="15" name="Textfeld 46">
            <a:extLst>
              <a:ext uri="{FF2B5EF4-FFF2-40B4-BE49-F238E27FC236}">
                <a16:creationId xmlns:a16="http://schemas.microsoft.com/office/drawing/2014/main" id="{862FDC31-4259-0DB9-F452-0C5EA5FBDC82}"/>
              </a:ext>
            </a:extLst>
          </p:cNvPr>
          <p:cNvSpPr txBox="1"/>
          <p:nvPr/>
        </p:nvSpPr>
        <p:spPr>
          <a:xfrm>
            <a:off x="7135996" y="3921125"/>
            <a:ext cx="4625792" cy="2198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671344"/>
              </a:buClr>
              <a:buSzPct val="100000"/>
              <a:buFont typeface="+mj-lt"/>
              <a:buAutoNum type="arabicPeriod"/>
              <a:defRPr lang="de-DE" sz="1400">
                <a:cs typeface="Arial" panose="020B0604020202020204" pitchFamily="34" charset="0"/>
              </a:defRPr>
            </a:lvl1pPr>
            <a:lvl2pPr marL="360000" lvl="1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355600" algn="l"/>
              </a:tabLst>
              <a:defRPr lang="de-DE" sz="1400">
                <a:cs typeface="Arial" panose="020B0604020202020204" pitchFamily="34" charset="0"/>
              </a:defRPr>
            </a:lvl2pPr>
            <a:lvl3pPr marL="540000" lvl="2" indent="-17938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lang="de-DE" sz="1400">
                <a:cs typeface="Arial" panose="020B0604020202020204" pitchFamily="34" charset="0"/>
              </a:defRPr>
            </a:lvl3pPr>
            <a:lvl4pPr marL="719138" lvl="3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lang="de-DE" sz="1400">
                <a:cs typeface="Arial" panose="020B0604020202020204" pitchFamily="34" charset="0"/>
              </a:defRPr>
            </a:lvl4pPr>
            <a:lvl5pPr marL="180000" lvl="4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tabLst/>
              <a:defRPr lang="de-DE" sz="1400" b="0">
                <a:cs typeface="Arial" panose="020B0604020202020204" pitchFamily="34" charset="0"/>
              </a:defRPr>
            </a:lvl5pPr>
            <a:lvl6pPr marL="0" lvl="5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defRPr lang="de-DE" sz="1400" b="1">
                <a:cs typeface="Arial" panose="020B0604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Font typeface="+mj-lt"/>
              <a:buNone/>
              <a:defRPr lang="de-DE" b="0">
                <a:solidFill>
                  <a:schemeClr val="tx2"/>
                </a:solidFill>
                <a:cs typeface="Arial" panose="020B0604020202020204" pitchFamily="34" charset="0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+mj-lt"/>
              <a:buNone/>
              <a:defRPr lang="de-DE" sz="1400">
                <a:cs typeface="Arial" panose="020B0604020202020204" pitchFamily="34" charset="0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None/>
              <a:defRPr lang="de-DE" sz="1400" b="0" dirty="0"/>
            </a:lvl9pPr>
          </a:lstStyle>
          <a:p>
            <a:pPr marL="0" indent="0" defTabSz="914377">
              <a:spcAft>
                <a:spcPts val="1067"/>
              </a:spcAft>
              <a:buClr>
                <a:srgbClr val="E30613"/>
              </a:buClr>
              <a:buNone/>
              <a:defRPr/>
            </a:pPr>
            <a:r>
              <a:rPr lang="en-GB" b="1">
                <a:sym typeface="Arial" panose="020B0604020202020204" pitchFamily="34" charset="0"/>
              </a:rPr>
              <a:t>Adjust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defRPr/>
            </a:pPr>
            <a:r>
              <a:rPr lang="en-GB">
                <a:sym typeface="Arial" panose="020B0604020202020204" pitchFamily="34" charset="0"/>
              </a:rPr>
              <a:t>Select the image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defRPr/>
            </a:pPr>
            <a:r>
              <a:rPr lang="en-GB">
                <a:sym typeface="Arial" panose="020B0604020202020204" pitchFamily="34" charset="0"/>
              </a:rPr>
              <a:t>Click in the tab «Picture Format» on «Crop»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defRPr/>
            </a:pPr>
            <a:r>
              <a:rPr lang="en-GB">
                <a:sym typeface="Arial" panose="020B0604020202020204" pitchFamily="34" charset="0"/>
              </a:rPr>
              <a:t>Adjust the image composition by moving the image 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defRPr/>
            </a:pPr>
            <a:r>
              <a:rPr lang="en-GB">
                <a:sym typeface="Arial" panose="020B0604020202020204" pitchFamily="34" charset="0"/>
              </a:rPr>
              <a:t>Resize the image by clicking and dragging the outer circles.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defRPr/>
            </a:pPr>
            <a:r>
              <a:rPr lang="en-GB">
                <a:sym typeface="Arial" panose="020B0604020202020204" pitchFamily="34" charset="0"/>
              </a:rPr>
              <a:t>Click again on «Crop» to finish the adjustments</a:t>
            </a:r>
          </a:p>
        </p:txBody>
      </p:sp>
      <p:cxnSp>
        <p:nvCxnSpPr>
          <p:cNvPr id="17" name="Gerade Verbindung mit Pfeil 94">
            <a:extLst>
              <a:ext uri="{FF2B5EF4-FFF2-40B4-BE49-F238E27FC236}">
                <a16:creationId xmlns:a16="http://schemas.microsoft.com/office/drawing/2014/main" id="{A511B286-1545-FD7B-DCB7-8B5442EC52AF}"/>
              </a:ext>
            </a:extLst>
          </p:cNvPr>
          <p:cNvCxnSpPr>
            <a:cxnSpLocks/>
          </p:cNvCxnSpPr>
          <p:nvPr/>
        </p:nvCxnSpPr>
        <p:spPr bwMode="auto">
          <a:xfrm>
            <a:off x="3018503" y="4570185"/>
            <a:ext cx="3195665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41">
            <a:extLst>
              <a:ext uri="{FF2B5EF4-FFF2-40B4-BE49-F238E27FC236}">
                <a16:creationId xmlns:a16="http://schemas.microsoft.com/office/drawing/2014/main" id="{04350079-E221-80CA-4C62-EAC0DE598603}"/>
              </a:ext>
            </a:extLst>
          </p:cNvPr>
          <p:cNvSpPr/>
          <p:nvPr/>
        </p:nvSpPr>
        <p:spPr>
          <a:xfrm>
            <a:off x="5585161" y="6093205"/>
            <a:ext cx="221875" cy="221875"/>
          </a:xfrm>
          <a:prstGeom prst="ellipse">
            <a:avLst/>
          </a:prstGeom>
          <a:solidFill>
            <a:schemeClr val="accent6">
              <a:alpha val="20000"/>
            </a:schemeClr>
          </a:solidFill>
          <a:ln w="28575" cap="rnd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grpSp>
        <p:nvGrpSpPr>
          <p:cNvPr id="21" name="Gruppieren 43">
            <a:extLst>
              <a:ext uri="{FF2B5EF4-FFF2-40B4-BE49-F238E27FC236}">
                <a16:creationId xmlns:a16="http://schemas.microsoft.com/office/drawing/2014/main" id="{FEDD1F48-77E8-24A4-19AC-27B41C28AC56}"/>
              </a:ext>
            </a:extLst>
          </p:cNvPr>
          <p:cNvGrpSpPr/>
          <p:nvPr/>
        </p:nvGrpSpPr>
        <p:grpSpPr>
          <a:xfrm>
            <a:off x="3525807" y="4912400"/>
            <a:ext cx="143313" cy="143313"/>
            <a:chOff x="4070350" y="4368475"/>
            <a:chExt cx="143313" cy="143313"/>
          </a:xfrm>
          <a:solidFill>
            <a:srgbClr val="F39800"/>
          </a:solidFill>
        </p:grpSpPr>
        <p:sp>
          <p:nvSpPr>
            <p:cNvPr id="22" name="Rechteck 41">
              <a:extLst>
                <a:ext uri="{FF2B5EF4-FFF2-40B4-BE49-F238E27FC236}">
                  <a16:creationId xmlns:a16="http://schemas.microsoft.com/office/drawing/2014/main" id="{935C84EF-CCEE-F4E5-D2A8-25D0334B38ED}"/>
                </a:ext>
              </a:extLst>
            </p:cNvPr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3" name="Rechteck 42">
              <a:extLst>
                <a:ext uri="{FF2B5EF4-FFF2-40B4-BE49-F238E27FC236}">
                  <a16:creationId xmlns:a16="http://schemas.microsoft.com/office/drawing/2014/main" id="{C461557E-615C-B030-2D9D-8426B78A7598}"/>
                </a:ext>
              </a:extLst>
            </p:cNvPr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4" name="Gruppieren 44">
            <a:extLst>
              <a:ext uri="{FF2B5EF4-FFF2-40B4-BE49-F238E27FC236}">
                <a16:creationId xmlns:a16="http://schemas.microsoft.com/office/drawing/2014/main" id="{F569182A-8730-F2B4-5E3F-C669F4F2BC26}"/>
              </a:ext>
            </a:extLst>
          </p:cNvPr>
          <p:cNvGrpSpPr/>
          <p:nvPr/>
        </p:nvGrpSpPr>
        <p:grpSpPr>
          <a:xfrm rot="5400000">
            <a:off x="5552787" y="4909457"/>
            <a:ext cx="143313" cy="143313"/>
            <a:chOff x="4070350" y="4368475"/>
            <a:chExt cx="143313" cy="143313"/>
          </a:xfrm>
          <a:solidFill>
            <a:srgbClr val="F39800"/>
          </a:solidFill>
        </p:grpSpPr>
        <p:sp>
          <p:nvSpPr>
            <p:cNvPr id="25" name="Rechteck 45">
              <a:extLst>
                <a:ext uri="{FF2B5EF4-FFF2-40B4-BE49-F238E27FC236}">
                  <a16:creationId xmlns:a16="http://schemas.microsoft.com/office/drawing/2014/main" id="{12A51E69-0BC7-4668-AAA7-5166EBAC8197}"/>
                </a:ext>
              </a:extLst>
            </p:cNvPr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6" name="Rechteck 46">
              <a:extLst>
                <a:ext uri="{FF2B5EF4-FFF2-40B4-BE49-F238E27FC236}">
                  <a16:creationId xmlns:a16="http://schemas.microsoft.com/office/drawing/2014/main" id="{F96A959A-12BF-31B6-7ACA-7F4870A4D216}"/>
                </a:ext>
              </a:extLst>
            </p:cNvPr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7" name="Gruppieren 47">
            <a:extLst>
              <a:ext uri="{FF2B5EF4-FFF2-40B4-BE49-F238E27FC236}">
                <a16:creationId xmlns:a16="http://schemas.microsoft.com/office/drawing/2014/main" id="{4815BCDE-65AD-6865-FB4E-ADB47E589B48}"/>
              </a:ext>
            </a:extLst>
          </p:cNvPr>
          <p:cNvGrpSpPr/>
          <p:nvPr/>
        </p:nvGrpSpPr>
        <p:grpSpPr>
          <a:xfrm rot="10800000">
            <a:off x="5552787" y="5985903"/>
            <a:ext cx="143313" cy="143313"/>
            <a:chOff x="4070350" y="4368475"/>
            <a:chExt cx="143313" cy="143313"/>
          </a:xfrm>
          <a:solidFill>
            <a:srgbClr val="F39800"/>
          </a:solidFill>
        </p:grpSpPr>
        <p:sp>
          <p:nvSpPr>
            <p:cNvPr id="28" name="Rechteck 48">
              <a:extLst>
                <a:ext uri="{FF2B5EF4-FFF2-40B4-BE49-F238E27FC236}">
                  <a16:creationId xmlns:a16="http://schemas.microsoft.com/office/drawing/2014/main" id="{707BA450-EBC4-4895-9A9D-1F9EA6C97350}"/>
                </a:ext>
              </a:extLst>
            </p:cNvPr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9" name="Rechteck 49">
              <a:extLst>
                <a:ext uri="{FF2B5EF4-FFF2-40B4-BE49-F238E27FC236}">
                  <a16:creationId xmlns:a16="http://schemas.microsoft.com/office/drawing/2014/main" id="{5A6B916A-E479-CBC4-072C-709A43DBA3E6}"/>
                </a:ext>
              </a:extLst>
            </p:cNvPr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0" name="Gruppieren 50">
            <a:extLst>
              <a:ext uri="{FF2B5EF4-FFF2-40B4-BE49-F238E27FC236}">
                <a16:creationId xmlns:a16="http://schemas.microsoft.com/office/drawing/2014/main" id="{80E5336F-4351-6773-C4B7-2DE7721227AD}"/>
              </a:ext>
            </a:extLst>
          </p:cNvPr>
          <p:cNvGrpSpPr/>
          <p:nvPr/>
        </p:nvGrpSpPr>
        <p:grpSpPr>
          <a:xfrm rot="16200000">
            <a:off x="3525807" y="5985904"/>
            <a:ext cx="143313" cy="143313"/>
            <a:chOff x="4070350" y="4368475"/>
            <a:chExt cx="143313" cy="143313"/>
          </a:xfrm>
          <a:solidFill>
            <a:srgbClr val="F39800"/>
          </a:solidFill>
        </p:grpSpPr>
        <p:sp>
          <p:nvSpPr>
            <p:cNvPr id="31" name="Rechteck 51">
              <a:extLst>
                <a:ext uri="{FF2B5EF4-FFF2-40B4-BE49-F238E27FC236}">
                  <a16:creationId xmlns:a16="http://schemas.microsoft.com/office/drawing/2014/main" id="{AA8579B9-03EF-D5BA-1458-53519F29CAD6}"/>
                </a:ext>
              </a:extLst>
            </p:cNvPr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2" name="Rechteck 52">
              <a:extLst>
                <a:ext uri="{FF2B5EF4-FFF2-40B4-BE49-F238E27FC236}">
                  <a16:creationId xmlns:a16="http://schemas.microsoft.com/office/drawing/2014/main" id="{47AF9317-ACAA-C1D2-BDBF-D07FB4FF9A41}"/>
                </a:ext>
              </a:extLst>
            </p:cNvPr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3" name="Rechteck 53">
            <a:extLst>
              <a:ext uri="{FF2B5EF4-FFF2-40B4-BE49-F238E27FC236}">
                <a16:creationId xmlns:a16="http://schemas.microsoft.com/office/drawing/2014/main" id="{1DFB1046-F131-09B7-E7D6-2DBCC79E8D5B}"/>
              </a:ext>
            </a:extLst>
          </p:cNvPr>
          <p:cNvSpPr/>
          <p:nvPr/>
        </p:nvSpPr>
        <p:spPr>
          <a:xfrm>
            <a:off x="4538503" y="4918908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4" name="Rechteck 54">
            <a:extLst>
              <a:ext uri="{FF2B5EF4-FFF2-40B4-BE49-F238E27FC236}">
                <a16:creationId xmlns:a16="http://schemas.microsoft.com/office/drawing/2014/main" id="{2DB7FF71-A990-8611-DE16-2E824A3831A3}"/>
              </a:ext>
            </a:extLst>
          </p:cNvPr>
          <p:cNvSpPr/>
          <p:nvPr/>
        </p:nvSpPr>
        <p:spPr>
          <a:xfrm>
            <a:off x="4532240" y="6091591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5" name="Ellipse 55">
            <a:extLst>
              <a:ext uri="{FF2B5EF4-FFF2-40B4-BE49-F238E27FC236}">
                <a16:creationId xmlns:a16="http://schemas.microsoft.com/office/drawing/2014/main" id="{6758CADA-612F-FCC4-2D51-D9F6E95D3209}"/>
              </a:ext>
            </a:extLst>
          </p:cNvPr>
          <p:cNvSpPr/>
          <p:nvPr/>
        </p:nvSpPr>
        <p:spPr>
          <a:xfrm>
            <a:off x="3480982" y="6186373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6" name="Ellipse 56">
            <a:extLst>
              <a:ext uri="{FF2B5EF4-FFF2-40B4-BE49-F238E27FC236}">
                <a16:creationId xmlns:a16="http://schemas.microsoft.com/office/drawing/2014/main" id="{35181343-5E20-8439-5F73-E3545FCF4FA6}"/>
              </a:ext>
            </a:extLst>
          </p:cNvPr>
          <p:cNvSpPr/>
          <p:nvPr/>
        </p:nvSpPr>
        <p:spPr>
          <a:xfrm>
            <a:off x="3486957" y="4880360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7" name="Ellipse 57">
            <a:extLst>
              <a:ext uri="{FF2B5EF4-FFF2-40B4-BE49-F238E27FC236}">
                <a16:creationId xmlns:a16="http://schemas.microsoft.com/office/drawing/2014/main" id="{F50F96A3-5203-0EF1-81E2-F8821B4E8B0E}"/>
              </a:ext>
            </a:extLst>
          </p:cNvPr>
          <p:cNvSpPr/>
          <p:nvPr/>
        </p:nvSpPr>
        <p:spPr>
          <a:xfrm>
            <a:off x="5666615" y="4861688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8" name="Ellipse 58">
            <a:extLst>
              <a:ext uri="{FF2B5EF4-FFF2-40B4-BE49-F238E27FC236}">
                <a16:creationId xmlns:a16="http://schemas.microsoft.com/office/drawing/2014/main" id="{D19F1F1C-F0CC-1C4A-EF90-55EED0CA33F7}"/>
              </a:ext>
            </a:extLst>
          </p:cNvPr>
          <p:cNvSpPr/>
          <p:nvPr/>
        </p:nvSpPr>
        <p:spPr>
          <a:xfrm>
            <a:off x="4562837" y="4874757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9" name="Ellipse 59">
            <a:extLst>
              <a:ext uri="{FF2B5EF4-FFF2-40B4-BE49-F238E27FC236}">
                <a16:creationId xmlns:a16="http://schemas.microsoft.com/office/drawing/2014/main" id="{984794C3-3E3A-DB6C-1AA1-8B51A68BAF5F}"/>
              </a:ext>
            </a:extLst>
          </p:cNvPr>
          <p:cNvSpPr/>
          <p:nvPr/>
        </p:nvSpPr>
        <p:spPr>
          <a:xfrm>
            <a:off x="4569135" y="6186819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40" name="Ellipse 60">
            <a:extLst>
              <a:ext uri="{FF2B5EF4-FFF2-40B4-BE49-F238E27FC236}">
                <a16:creationId xmlns:a16="http://schemas.microsoft.com/office/drawing/2014/main" id="{1CA8CEF2-332A-DB24-B67D-3C35D900A07A}"/>
              </a:ext>
            </a:extLst>
          </p:cNvPr>
          <p:cNvSpPr/>
          <p:nvPr/>
        </p:nvSpPr>
        <p:spPr>
          <a:xfrm>
            <a:off x="5663549" y="6167767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41" name="Rechteck 61">
            <a:extLst>
              <a:ext uri="{FF2B5EF4-FFF2-40B4-BE49-F238E27FC236}">
                <a16:creationId xmlns:a16="http://schemas.microsoft.com/office/drawing/2014/main" id="{F25F55EB-C6D4-0D06-4B99-C911BC3291D1}"/>
              </a:ext>
            </a:extLst>
          </p:cNvPr>
          <p:cNvSpPr/>
          <p:nvPr/>
        </p:nvSpPr>
        <p:spPr>
          <a:xfrm rot="5400000">
            <a:off x="5605433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42" name="Rechteck 62">
            <a:extLst>
              <a:ext uri="{FF2B5EF4-FFF2-40B4-BE49-F238E27FC236}">
                <a16:creationId xmlns:a16="http://schemas.microsoft.com/office/drawing/2014/main" id="{2581ADA8-6413-7BFA-A150-3EE8C6C0EE32}"/>
              </a:ext>
            </a:extLst>
          </p:cNvPr>
          <p:cNvSpPr/>
          <p:nvPr/>
        </p:nvSpPr>
        <p:spPr>
          <a:xfrm rot="5400000">
            <a:off x="3470246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grpSp>
        <p:nvGrpSpPr>
          <p:cNvPr id="43" name="Gruppieren 73">
            <a:extLst>
              <a:ext uri="{FF2B5EF4-FFF2-40B4-BE49-F238E27FC236}">
                <a16:creationId xmlns:a16="http://schemas.microsoft.com/office/drawing/2014/main" id="{68641A5E-BF48-CDFB-8057-9D6A64418F22}"/>
              </a:ext>
            </a:extLst>
          </p:cNvPr>
          <p:cNvGrpSpPr/>
          <p:nvPr/>
        </p:nvGrpSpPr>
        <p:grpSpPr>
          <a:xfrm>
            <a:off x="4478309" y="5060654"/>
            <a:ext cx="248149" cy="248149"/>
            <a:chOff x="5640408" y="2973408"/>
            <a:chExt cx="1212768" cy="1212768"/>
          </a:xfrm>
        </p:grpSpPr>
        <p:grpSp>
          <p:nvGrpSpPr>
            <p:cNvPr id="44" name="Gruppieren 69">
              <a:extLst>
                <a:ext uri="{FF2B5EF4-FFF2-40B4-BE49-F238E27FC236}">
                  <a16:creationId xmlns:a16="http://schemas.microsoft.com/office/drawing/2014/main" id="{2DE4F716-A6CC-5BA0-38FA-493F22C898D6}"/>
                </a:ext>
              </a:extLst>
            </p:cNvPr>
            <p:cNvGrpSpPr/>
            <p:nvPr/>
          </p:nvGrpSpPr>
          <p:grpSpPr>
            <a:xfrm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48" name="Grafik 65" descr="Pfeil nach oben mit einfarbiger Füllung">
                <a:extLst>
                  <a:ext uri="{FF2B5EF4-FFF2-40B4-BE49-F238E27FC236}">
                    <a16:creationId xmlns:a16="http://schemas.microsoft.com/office/drawing/2014/main" id="{6D0CE4AC-3380-3D04-BE05-707788879C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49" name="Grafik 68" descr="Pfeil nach oben mit einfarbiger Füllung">
                <a:extLst>
                  <a:ext uri="{FF2B5EF4-FFF2-40B4-BE49-F238E27FC236}">
                    <a16:creationId xmlns:a16="http://schemas.microsoft.com/office/drawing/2014/main" id="{A3015999-1C81-B164-3439-F7B043FBAC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V="1">
                <a:off x="5638800" y="3270168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45" name="Gruppieren 70">
              <a:extLst>
                <a:ext uri="{FF2B5EF4-FFF2-40B4-BE49-F238E27FC236}">
                  <a16:creationId xmlns:a16="http://schemas.microsoft.com/office/drawing/2014/main" id="{F55D330B-C908-B456-A2E1-2691BDEAC025}"/>
                </a:ext>
              </a:extLst>
            </p:cNvPr>
            <p:cNvGrpSpPr/>
            <p:nvPr/>
          </p:nvGrpSpPr>
          <p:grpSpPr>
            <a:xfrm rot="5400000"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46" name="Grafik 71" descr="Pfeil nach oben mit einfarbiger Füllung">
                <a:extLst>
                  <a:ext uri="{FF2B5EF4-FFF2-40B4-BE49-F238E27FC236}">
                    <a16:creationId xmlns:a16="http://schemas.microsoft.com/office/drawing/2014/main" id="{C218EF49-54D9-4428-FEDC-DC2CC8D0BF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47" name="Grafik 72" descr="Pfeil nach oben mit einfarbiger Füllung">
                <a:extLst>
                  <a:ext uri="{FF2B5EF4-FFF2-40B4-BE49-F238E27FC236}">
                    <a16:creationId xmlns:a16="http://schemas.microsoft.com/office/drawing/2014/main" id="{B5B38DE0-2EC5-29F5-C782-3ABEBD77EE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V="1">
                <a:off x="5638800" y="327016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E16107A-AB1F-D5FC-DA73-54D1223E3EEB}"/>
              </a:ext>
            </a:extLst>
          </p:cNvPr>
          <p:cNvGrpSpPr/>
          <p:nvPr/>
        </p:nvGrpSpPr>
        <p:grpSpPr>
          <a:xfrm>
            <a:off x="628751" y="4120185"/>
            <a:ext cx="2268000" cy="900000"/>
            <a:chOff x="628751" y="4086226"/>
            <a:chExt cx="2268000" cy="900000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44D660B-CE66-7953-8A4A-9820259A1871}"/>
                </a:ext>
              </a:extLst>
            </p:cNvPr>
            <p:cNvSpPr/>
            <p:nvPr/>
          </p:nvSpPr>
          <p:spPr>
            <a:xfrm flipH="1">
              <a:off x="628751" y="4086226"/>
              <a:ext cx="2268000" cy="90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1BA502CB-C617-D999-54FA-FBCEC53FC8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81380"/>
            <a:stretch/>
          </p:blipFill>
          <p:spPr>
            <a:xfrm>
              <a:off x="699133" y="4158226"/>
              <a:ext cx="1066921" cy="756000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94A1E54D-43DC-7E62-44A8-C32086140F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82864"/>
            <a:stretch/>
          </p:blipFill>
          <p:spPr>
            <a:xfrm>
              <a:off x="1838051" y="4158226"/>
              <a:ext cx="981905" cy="756000"/>
            </a:xfrm>
            <a:prstGeom prst="rect">
              <a:avLst/>
            </a:prstGeom>
          </p:spPr>
        </p:pic>
        <p:sp>
          <p:nvSpPr>
            <p:cNvPr id="13" name="Ellipse 25">
              <a:extLst>
                <a:ext uri="{FF2B5EF4-FFF2-40B4-BE49-F238E27FC236}">
                  <a16:creationId xmlns:a16="http://schemas.microsoft.com/office/drawing/2014/main" id="{0E5EF97D-4433-BBB2-4F42-4BF2F509E68A}"/>
                </a:ext>
              </a:extLst>
            </p:cNvPr>
            <p:cNvSpPr/>
            <p:nvPr/>
          </p:nvSpPr>
          <p:spPr>
            <a:xfrm>
              <a:off x="895612" y="4161992"/>
              <a:ext cx="684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0" name="Ellipse 25">
              <a:extLst>
                <a:ext uri="{FF2B5EF4-FFF2-40B4-BE49-F238E27FC236}">
                  <a16:creationId xmlns:a16="http://schemas.microsoft.com/office/drawing/2014/main" id="{0CECC691-DF93-B1BE-EFF2-FB3CE6DEAEDD}"/>
                </a:ext>
              </a:extLst>
            </p:cNvPr>
            <p:cNvSpPr/>
            <p:nvPr/>
          </p:nvSpPr>
          <p:spPr>
            <a:xfrm>
              <a:off x="2318368" y="4332225"/>
              <a:ext cx="288000" cy="468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8447CBC-A276-12AE-E95A-A3DE5A077712}"/>
              </a:ext>
            </a:extLst>
          </p:cNvPr>
          <p:cNvGrpSpPr/>
          <p:nvPr/>
        </p:nvGrpSpPr>
        <p:grpSpPr>
          <a:xfrm>
            <a:off x="6597549" y="1520825"/>
            <a:ext cx="197613" cy="2076725"/>
            <a:chOff x="6597549" y="1520825"/>
            <a:chExt cx="197613" cy="2076725"/>
          </a:xfrm>
        </p:grpSpPr>
        <p:cxnSp>
          <p:nvCxnSpPr>
            <p:cNvPr id="52" name="Gerader Verbinder 50">
              <a:extLst>
                <a:ext uri="{FF2B5EF4-FFF2-40B4-BE49-F238E27FC236}">
                  <a16:creationId xmlns:a16="http://schemas.microsoft.com/office/drawing/2014/main" id="{05DED289-B22E-3812-15EE-13B8A5A37A5D}"/>
                </a:ext>
              </a:extLst>
            </p:cNvPr>
            <p:cNvCxnSpPr>
              <a:cxnSpLocks/>
            </p:cNvCxnSpPr>
            <p:nvPr/>
          </p:nvCxnSpPr>
          <p:spPr>
            <a:xfrm>
              <a:off x="6597549" y="2559187"/>
              <a:ext cx="197613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5">
              <a:extLst>
                <a:ext uri="{FF2B5EF4-FFF2-40B4-BE49-F238E27FC236}">
                  <a16:creationId xmlns:a16="http://schemas.microsoft.com/office/drawing/2014/main" id="{7CAE5EC2-6414-BB77-749B-F5F2167EF77C}"/>
                </a:ext>
              </a:extLst>
            </p:cNvPr>
            <p:cNvCxnSpPr>
              <a:cxnSpLocks/>
            </p:cNvCxnSpPr>
            <p:nvPr/>
          </p:nvCxnSpPr>
          <p:spPr>
            <a:xfrm>
              <a:off x="6597549" y="1520825"/>
              <a:ext cx="0" cy="207672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Gerade Verbindung mit Pfeil 94">
            <a:extLst>
              <a:ext uri="{FF2B5EF4-FFF2-40B4-BE49-F238E27FC236}">
                <a16:creationId xmlns:a16="http://schemas.microsoft.com/office/drawing/2014/main" id="{E84C9C02-2A67-B6DE-89BE-4378EBE1A5F6}"/>
              </a:ext>
            </a:extLst>
          </p:cNvPr>
          <p:cNvCxnSpPr>
            <a:cxnSpLocks/>
          </p:cNvCxnSpPr>
          <p:nvPr/>
        </p:nvCxnSpPr>
        <p:spPr bwMode="auto">
          <a:xfrm>
            <a:off x="4919271" y="5222470"/>
            <a:ext cx="1294897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Grafik 67" descr="Cursor mit einfarbiger Füllung">
            <a:extLst>
              <a:ext uri="{FF2B5EF4-FFF2-40B4-BE49-F238E27FC236}">
                <a16:creationId xmlns:a16="http://schemas.microsoft.com/office/drawing/2014/main" id="{CFC45C61-2C44-130D-242A-860DC8CA6C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81579" y="5159510"/>
            <a:ext cx="367089" cy="367089"/>
          </a:xfrm>
          <a:prstGeom prst="rect">
            <a:avLst/>
          </a:prstGeom>
        </p:spPr>
      </p:pic>
      <p:cxnSp>
        <p:nvCxnSpPr>
          <p:cNvPr id="61" name="Gerade Verbindung mit Pfeil 94">
            <a:extLst>
              <a:ext uri="{FF2B5EF4-FFF2-40B4-BE49-F238E27FC236}">
                <a16:creationId xmlns:a16="http://schemas.microsoft.com/office/drawing/2014/main" id="{C5A53C75-E973-47F2-4776-C367C93DC9C9}"/>
              </a:ext>
            </a:extLst>
          </p:cNvPr>
          <p:cNvCxnSpPr>
            <a:cxnSpLocks/>
          </p:cNvCxnSpPr>
          <p:nvPr/>
        </p:nvCxnSpPr>
        <p:spPr bwMode="auto">
          <a:xfrm>
            <a:off x="5860347" y="6204204"/>
            <a:ext cx="353821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CFBDA76-6F55-0D0E-5B71-9DF2680561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342" y="1756560"/>
            <a:ext cx="2925826" cy="1643050"/>
          </a:xfrm>
          <a:prstGeom prst="rect">
            <a:avLst/>
          </a:prstGeom>
          <a:ln w="19050">
            <a:noFill/>
          </a:ln>
          <a:effectLst>
            <a:outerShdw blurRad="177800" dist="101600" dir="2700000" algn="tl" rotWithShape="0">
              <a:prstClr val="black">
                <a:alpha val="22000"/>
              </a:prstClr>
            </a:outerShdw>
          </a:effectLst>
        </p:spPr>
      </p:pic>
      <p:pic>
        <p:nvPicPr>
          <p:cNvPr id="18" name="Grafik 12">
            <a:extLst>
              <a:ext uri="{FF2B5EF4-FFF2-40B4-BE49-F238E27FC236}">
                <a16:creationId xmlns:a16="http://schemas.microsoft.com/office/drawing/2014/main" id="{6C1F0F9D-5AB0-57CB-AFDB-64856AE00006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8215" r="18215"/>
          <a:stretch/>
        </p:blipFill>
        <p:spPr>
          <a:xfrm>
            <a:off x="4980229" y="2146294"/>
            <a:ext cx="404399" cy="294277"/>
          </a:xfrm>
          <a:prstGeom prst="rect">
            <a:avLst/>
          </a:prstGeom>
          <a:solidFill>
            <a:schemeClr val="accent6">
              <a:alpha val="20000"/>
            </a:schemeClr>
          </a:solidFill>
          <a:ln w="28575" cap="rnd">
            <a:noFill/>
          </a:ln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A092A50-B800-4274-8F7B-39A891B73BF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80016" y="1752100"/>
            <a:ext cx="447566" cy="344281"/>
          </a:xfrm>
          <a:prstGeom prst="rect">
            <a:avLst/>
          </a:prstGeom>
        </p:spPr>
      </p:pic>
      <p:cxnSp>
        <p:nvCxnSpPr>
          <p:cNvPr id="16" name="Gerade Verbindung mit Pfeil 94">
            <a:extLst>
              <a:ext uri="{FF2B5EF4-FFF2-40B4-BE49-F238E27FC236}">
                <a16:creationId xmlns:a16="http://schemas.microsoft.com/office/drawing/2014/main" id="{4DFA2879-8341-D21D-04E0-E40198CB47C8}"/>
              </a:ext>
            </a:extLst>
          </p:cNvPr>
          <p:cNvCxnSpPr>
            <a:cxnSpLocks/>
          </p:cNvCxnSpPr>
          <p:nvPr/>
        </p:nvCxnSpPr>
        <p:spPr bwMode="auto">
          <a:xfrm>
            <a:off x="6214168" y="4740558"/>
            <a:ext cx="580994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94">
            <a:extLst>
              <a:ext uri="{FF2B5EF4-FFF2-40B4-BE49-F238E27FC236}">
                <a16:creationId xmlns:a16="http://schemas.microsoft.com/office/drawing/2014/main" id="{EEE38C49-BAD9-EDDA-E4E9-52698530CED0}"/>
              </a:ext>
            </a:extLst>
          </p:cNvPr>
          <p:cNvCxnSpPr>
            <a:cxnSpLocks/>
          </p:cNvCxnSpPr>
          <p:nvPr/>
        </p:nvCxnSpPr>
        <p:spPr bwMode="auto">
          <a:xfrm flipV="1">
            <a:off x="6214168" y="4570185"/>
            <a:ext cx="0" cy="170373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94">
            <a:extLst>
              <a:ext uri="{FF2B5EF4-FFF2-40B4-BE49-F238E27FC236}">
                <a16:creationId xmlns:a16="http://schemas.microsoft.com/office/drawing/2014/main" id="{3CC64D5E-349E-8240-9DE4-89257631F9B1}"/>
              </a:ext>
            </a:extLst>
          </p:cNvPr>
          <p:cNvCxnSpPr>
            <a:cxnSpLocks/>
          </p:cNvCxnSpPr>
          <p:nvPr/>
        </p:nvCxnSpPr>
        <p:spPr bwMode="auto">
          <a:xfrm>
            <a:off x="6214168" y="5087702"/>
            <a:ext cx="580994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94">
            <a:extLst>
              <a:ext uri="{FF2B5EF4-FFF2-40B4-BE49-F238E27FC236}">
                <a16:creationId xmlns:a16="http://schemas.microsoft.com/office/drawing/2014/main" id="{1DE7FC3F-DB0D-D9D7-F5C4-172B9B3C8545}"/>
              </a:ext>
            </a:extLst>
          </p:cNvPr>
          <p:cNvCxnSpPr>
            <a:cxnSpLocks/>
          </p:cNvCxnSpPr>
          <p:nvPr/>
        </p:nvCxnSpPr>
        <p:spPr bwMode="auto">
          <a:xfrm flipV="1">
            <a:off x="6214168" y="5087702"/>
            <a:ext cx="0" cy="134768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94">
            <a:extLst>
              <a:ext uri="{FF2B5EF4-FFF2-40B4-BE49-F238E27FC236}">
                <a16:creationId xmlns:a16="http://schemas.microsoft.com/office/drawing/2014/main" id="{82F0081C-8F76-53D9-6F86-2C6265B86B07}"/>
              </a:ext>
            </a:extLst>
          </p:cNvPr>
          <p:cNvCxnSpPr>
            <a:cxnSpLocks/>
          </p:cNvCxnSpPr>
          <p:nvPr/>
        </p:nvCxnSpPr>
        <p:spPr bwMode="auto">
          <a:xfrm>
            <a:off x="6214168" y="5450499"/>
            <a:ext cx="580994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94">
            <a:extLst>
              <a:ext uri="{FF2B5EF4-FFF2-40B4-BE49-F238E27FC236}">
                <a16:creationId xmlns:a16="http://schemas.microsoft.com/office/drawing/2014/main" id="{A36229C4-290B-51BE-6390-F3F2E02E4051}"/>
              </a:ext>
            </a:extLst>
          </p:cNvPr>
          <p:cNvCxnSpPr>
            <a:cxnSpLocks/>
          </p:cNvCxnSpPr>
          <p:nvPr/>
        </p:nvCxnSpPr>
        <p:spPr bwMode="auto">
          <a:xfrm flipV="1">
            <a:off x="6214168" y="5450499"/>
            <a:ext cx="0" cy="753705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040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46326DB-CB54-095D-4F7D-8B5DF9F93CA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121154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46326DB-CB54-095D-4F7D-8B5DF9F93C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BB7ABEA0-18EA-BDCC-D69D-B79E72C79A4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447" t="8409" r="21861" b="23177"/>
          <a:stretch/>
        </p:blipFill>
        <p:spPr>
          <a:xfrm>
            <a:off x="9504266" y="2448728"/>
            <a:ext cx="2257522" cy="864000"/>
          </a:xfrm>
          <a:prstGeom prst="rect">
            <a:avLst/>
          </a:prstGeom>
          <a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76F46B4C-6949-6A6E-AE55-128D6E9FBE2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447" t="8409" r="21861" b="23177"/>
          <a:stretch/>
        </p:blipFill>
        <p:spPr>
          <a:xfrm>
            <a:off x="9880518" y="1533833"/>
            <a:ext cx="1881270" cy="720000"/>
          </a:xfrm>
          <a:prstGeom prst="rect">
            <a:avLst/>
          </a:prstGeom>
          <a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A379D13-300E-63A0-C653-764779FB6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</p:spPr>
        <p:txBody>
          <a:bodyPr vert="horz"/>
          <a:lstStyle/>
          <a:p>
            <a:r>
              <a:rPr lang="en-GB" noProof="0" dirty="0">
                <a:cs typeface="Arial" panose="020B0604020202020204" pitchFamily="34" charset="0"/>
              </a:rPr>
              <a:t>Insert image </a:t>
            </a:r>
            <a:r>
              <a:rPr lang="en-GB" noProof="0">
                <a:cs typeface="Arial" panose="020B0604020202020204" pitchFamily="34" charset="0"/>
              </a:rPr>
              <a:t>into mock-up </a:t>
            </a:r>
            <a:r>
              <a:rPr lang="en-GB" noProof="0" dirty="0">
                <a:cs typeface="Arial" panose="020B0604020202020204" pitchFamily="34" charset="0"/>
              </a:rPr>
              <a:t>screen (mobile/laptop)</a:t>
            </a:r>
          </a:p>
        </p:txBody>
      </p:sp>
      <p:cxnSp>
        <p:nvCxnSpPr>
          <p:cNvPr id="26" name="Straight Connector 16">
            <a:extLst>
              <a:ext uri="{FF2B5EF4-FFF2-40B4-BE49-F238E27FC236}">
                <a16:creationId xmlns:a16="http://schemas.microsoft.com/office/drawing/2014/main" id="{D505FFF4-7756-027E-1274-55D8A1319E8E}"/>
              </a:ext>
            </a:extLst>
          </p:cNvPr>
          <p:cNvCxnSpPr>
            <a:cxnSpLocks/>
          </p:cNvCxnSpPr>
          <p:nvPr/>
        </p:nvCxnSpPr>
        <p:spPr>
          <a:xfrm flipH="1">
            <a:off x="5291999" y="2348442"/>
            <a:ext cx="64697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</a:ln>
          <a:effectLst/>
        </p:spPr>
      </p:cxnSp>
      <p:cxnSp>
        <p:nvCxnSpPr>
          <p:cNvPr id="27" name="Straight Connector 17">
            <a:extLst>
              <a:ext uri="{FF2B5EF4-FFF2-40B4-BE49-F238E27FC236}">
                <a16:creationId xmlns:a16="http://schemas.microsoft.com/office/drawing/2014/main" id="{058EB6A9-37D2-7E0C-59D8-7D82E1E7E1F7}"/>
              </a:ext>
            </a:extLst>
          </p:cNvPr>
          <p:cNvCxnSpPr>
            <a:cxnSpLocks/>
          </p:cNvCxnSpPr>
          <p:nvPr/>
        </p:nvCxnSpPr>
        <p:spPr>
          <a:xfrm flipH="1">
            <a:off x="5291999" y="3416482"/>
            <a:ext cx="64697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</a:ln>
          <a:effectLst/>
        </p:spPr>
      </p:cxnSp>
      <p:cxnSp>
        <p:nvCxnSpPr>
          <p:cNvPr id="29" name="Straight Connector 19">
            <a:extLst>
              <a:ext uri="{FF2B5EF4-FFF2-40B4-BE49-F238E27FC236}">
                <a16:creationId xmlns:a16="http://schemas.microsoft.com/office/drawing/2014/main" id="{2CDC70A0-9D97-B34B-3630-D0F42DE3791F}"/>
              </a:ext>
            </a:extLst>
          </p:cNvPr>
          <p:cNvCxnSpPr>
            <a:cxnSpLocks/>
          </p:cNvCxnSpPr>
          <p:nvPr/>
        </p:nvCxnSpPr>
        <p:spPr>
          <a:xfrm flipH="1">
            <a:off x="5291999" y="4980217"/>
            <a:ext cx="64697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</a:ln>
          <a:effectLst/>
        </p:spPr>
      </p:cxnSp>
      <p:sp>
        <p:nvSpPr>
          <p:cNvPr id="36" name="Rectangle 9">
            <a:extLst>
              <a:ext uri="{FF2B5EF4-FFF2-40B4-BE49-F238E27FC236}">
                <a16:creationId xmlns:a16="http://schemas.microsoft.com/office/drawing/2014/main" id="{396153C2-9CFF-7084-0017-FC7314F24827}"/>
              </a:ext>
            </a:extLst>
          </p:cNvPr>
          <p:cNvSpPr/>
          <p:nvPr/>
        </p:nvSpPr>
        <p:spPr>
          <a:xfrm>
            <a:off x="5328000" y="1616850"/>
            <a:ext cx="4169678" cy="64633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marR="0" lvl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536961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Paste image</a:t>
            </a:r>
            <a:endParaRPr lang="en-GB" sz="1400" dirty="0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536961" algn="l"/>
              </a:tabLst>
              <a:defRPr/>
            </a:pPr>
            <a:r>
              <a:rPr lang="en-GB" sz="1400" dirty="0">
                <a:sym typeface="Arial" panose="020B0604020202020204" pitchFamily="34" charset="0"/>
              </a:rPr>
              <a:t>Copy image from external source with </a:t>
            </a:r>
            <a:r>
              <a:rPr lang="en-GB" sz="1400" dirty="0" err="1">
                <a:sym typeface="Arial" panose="020B0604020202020204" pitchFamily="34" charset="0"/>
              </a:rPr>
              <a:t>Ctrl+C</a:t>
            </a:r>
            <a:r>
              <a:rPr lang="en-GB" sz="1400" dirty="0">
                <a:sym typeface="Arial" panose="020B0604020202020204" pitchFamily="34" charset="0"/>
              </a:rPr>
              <a:t> and paste with </a:t>
            </a:r>
            <a:r>
              <a:rPr lang="en-GB" sz="1400" dirty="0" err="1">
                <a:sym typeface="Arial" panose="020B0604020202020204" pitchFamily="34" charset="0"/>
              </a:rPr>
              <a:t>Ctrl+V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8E2A294D-7376-56FC-81C4-07DAEAEC2652}"/>
              </a:ext>
            </a:extLst>
          </p:cNvPr>
          <p:cNvSpPr/>
          <p:nvPr/>
        </p:nvSpPr>
        <p:spPr>
          <a:xfrm>
            <a:off x="5328000" y="2448728"/>
            <a:ext cx="4169679" cy="64633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marR="0" lvl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536961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Adjust size &amp; determine image area:</a:t>
            </a:r>
            <a:endParaRPr lang="en-GB" sz="1400" dirty="0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36961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Place image behind image mask</a:t>
            </a: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36961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Adjust image size and determine image area</a:t>
            </a:r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2368E7CE-E972-8CD8-6BF8-D06F6F14C013}"/>
              </a:ext>
            </a:extLst>
          </p:cNvPr>
          <p:cNvSpPr/>
          <p:nvPr/>
        </p:nvSpPr>
        <p:spPr>
          <a:xfrm>
            <a:off x="5328000" y="3529683"/>
            <a:ext cx="2808000" cy="107721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marR="0" lvl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536961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Crop image to image mask</a:t>
            </a:r>
            <a:endParaRPr lang="en-GB" sz="1400" b="1" dirty="0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36961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Select image</a:t>
            </a: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36961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Select image mask</a:t>
            </a: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36961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Click in the tab «Shape Format / 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Merge Shapes» on «Intersect»</a:t>
            </a:r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F0EDA22B-8E7D-E351-F670-CD080A61EAE7}"/>
              </a:ext>
            </a:extLst>
          </p:cNvPr>
          <p:cNvSpPr/>
          <p:nvPr/>
        </p:nvSpPr>
        <p:spPr>
          <a:xfrm>
            <a:off x="5328000" y="5095788"/>
            <a:ext cx="3276000" cy="129266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marR="0" lvl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547533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Combine image with mock-up</a:t>
            </a:r>
            <a:endParaRPr lang="en-GB" sz="1400" b="1" dirty="0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47533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Place image behind mock-up</a:t>
            </a: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47533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Activate image and mock-up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and align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both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horizontally (Align Center) and vertically (Align Middle)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47533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Group image and mock-up with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Ctrl+G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Rechteck 7">
            <a:extLst>
              <a:ext uri="{FF2B5EF4-FFF2-40B4-BE49-F238E27FC236}">
                <a16:creationId xmlns:a16="http://schemas.microsoft.com/office/drawing/2014/main" id="{D24EEAA8-773C-A8FE-249D-B39010194D79}"/>
              </a:ext>
            </a:extLst>
          </p:cNvPr>
          <p:cNvSpPr>
            <a:spLocks noChangeAspect="1"/>
          </p:cNvSpPr>
          <p:nvPr/>
        </p:nvSpPr>
        <p:spPr>
          <a:xfrm>
            <a:off x="10443538" y="2486085"/>
            <a:ext cx="370891" cy="792000"/>
          </a:xfrm>
          <a:prstGeom prst="roundRect">
            <a:avLst/>
          </a:prstGeom>
          <a:solidFill>
            <a:schemeClr val="accent1">
              <a:alpha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95883" rIns="0" bIns="958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Image mask</a:t>
            </a:r>
          </a:p>
        </p:txBody>
      </p:sp>
      <p:sp>
        <p:nvSpPr>
          <p:cNvPr id="18" name="Rechteck 7">
            <a:extLst>
              <a:ext uri="{FF2B5EF4-FFF2-40B4-BE49-F238E27FC236}">
                <a16:creationId xmlns:a16="http://schemas.microsoft.com/office/drawing/2014/main" id="{2DE11960-C79E-3D98-1C2D-9570CE33478F}"/>
              </a:ext>
            </a:extLst>
          </p:cNvPr>
          <p:cNvSpPr/>
          <p:nvPr/>
        </p:nvSpPr>
        <p:spPr>
          <a:xfrm>
            <a:off x="645891" y="1901419"/>
            <a:ext cx="1106662" cy="2373969"/>
          </a:xfrm>
          <a:prstGeom prst="roundRect">
            <a:avLst/>
          </a:prstGeom>
          <a:solidFill>
            <a:schemeClr val="accent1">
              <a:alpha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43823" tIns="95883" rIns="143823" bIns="958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Image mask</a:t>
            </a:r>
          </a:p>
        </p:txBody>
      </p:sp>
      <p:pic>
        <p:nvPicPr>
          <p:cNvPr id="15" name="Grafik 6">
            <a:extLst>
              <a:ext uri="{FF2B5EF4-FFF2-40B4-BE49-F238E27FC236}">
                <a16:creationId xmlns:a16="http://schemas.microsoft.com/office/drawing/2014/main" id="{D8D979F6-F045-5158-1F9A-D91FE91F40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999" y="1533833"/>
            <a:ext cx="1198365" cy="242650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F7B04AB5-A7EC-B759-4884-AB565B1EA59B}"/>
              </a:ext>
            </a:extLst>
          </p:cNvPr>
          <p:cNvGrpSpPr>
            <a:grpSpLocks noChangeAspect="1"/>
          </p:cNvGrpSpPr>
          <p:nvPr/>
        </p:nvGrpSpPr>
        <p:grpSpPr>
          <a:xfrm>
            <a:off x="11103958" y="5082272"/>
            <a:ext cx="657830" cy="1332000"/>
            <a:chOff x="4126180" y="387649"/>
            <a:chExt cx="2056248" cy="4163583"/>
          </a:xfrm>
        </p:grpSpPr>
        <p:pic>
          <p:nvPicPr>
            <p:cNvPr id="12" name="Picture Placeholder 7">
              <a:extLst>
                <a:ext uri="{FF2B5EF4-FFF2-40B4-BE49-F238E27FC236}">
                  <a16:creationId xmlns:a16="http://schemas.microsoft.com/office/drawing/2014/main" id="{BE709E8D-C0D8-2B6E-8381-BEBBE915C1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42681" t="4272" r="41574" b="5574"/>
            <a:stretch/>
          </p:blipFill>
          <p:spPr>
            <a:xfrm>
              <a:off x="4220185" y="462052"/>
              <a:ext cx="1868241" cy="4014777"/>
            </a:xfrm>
            <a:prstGeom prst="roundRect">
              <a:avLst/>
            </a:prstGeom>
          </p:spPr>
        </p:pic>
        <p:pic>
          <p:nvPicPr>
            <p:cNvPr id="16" name="Grafik 6">
              <a:extLst>
                <a:ext uri="{FF2B5EF4-FFF2-40B4-BE49-F238E27FC236}">
                  <a16:creationId xmlns:a16="http://schemas.microsoft.com/office/drawing/2014/main" id="{A4FDA358-1780-99E0-2737-E56C3A579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126180" y="387649"/>
              <a:ext cx="2056248" cy="4163583"/>
            </a:xfrm>
            <a:prstGeom prst="rect">
              <a:avLst/>
            </a:prstGeom>
          </p:spPr>
        </p:pic>
      </p:grpSp>
      <p:pic>
        <p:nvPicPr>
          <p:cNvPr id="32" name="Picture Placeholder 7">
            <a:extLst>
              <a:ext uri="{FF2B5EF4-FFF2-40B4-BE49-F238E27FC236}">
                <a16:creationId xmlns:a16="http://schemas.microsoft.com/office/drawing/2014/main" id="{9043C4E1-3D68-81E2-E1BD-7517666D04C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2681" t="4272" r="41574" b="5574"/>
          <a:stretch/>
        </p:blipFill>
        <p:spPr>
          <a:xfrm>
            <a:off x="11141953" y="3534075"/>
            <a:ext cx="619835" cy="1332000"/>
          </a:xfrm>
          <a:prstGeom prst="roundRect">
            <a:avLst/>
          </a:prstGeom>
        </p:spPr>
      </p:pic>
      <p:cxnSp>
        <p:nvCxnSpPr>
          <p:cNvPr id="51" name="Gerade Verbindung mit Pfeil 94">
            <a:extLst>
              <a:ext uri="{FF2B5EF4-FFF2-40B4-BE49-F238E27FC236}">
                <a16:creationId xmlns:a16="http://schemas.microsoft.com/office/drawing/2014/main" id="{83C441EF-8FC1-8E1C-3378-18F028D8DD6C}"/>
              </a:ext>
            </a:extLst>
          </p:cNvPr>
          <p:cNvCxnSpPr>
            <a:cxnSpLocks/>
          </p:cNvCxnSpPr>
          <p:nvPr/>
        </p:nvCxnSpPr>
        <p:spPr bwMode="auto">
          <a:xfrm>
            <a:off x="1630364" y="1747178"/>
            <a:ext cx="346110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E077136-A359-6834-4D96-10A159D068E2}"/>
              </a:ext>
            </a:extLst>
          </p:cNvPr>
          <p:cNvSpPr txBox="1"/>
          <p:nvPr/>
        </p:nvSpPr>
        <p:spPr>
          <a:xfrm>
            <a:off x="1976474" y="1593290"/>
            <a:ext cx="9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>
                <a:cs typeface="Arial" panose="020B0604020202020204" pitchFamily="34" charset="0"/>
                <a:sym typeface="Arial" panose="020B0604020202020204" pitchFamily="34" charset="0"/>
              </a:rPr>
              <a:t>Mock-up</a:t>
            </a:r>
            <a:endParaRPr lang="en-GB" sz="1400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A1B78AA-B442-4E80-D98B-0E25A8166C8D}"/>
              </a:ext>
            </a:extLst>
          </p:cNvPr>
          <p:cNvGrpSpPr>
            <a:grpSpLocks noChangeAspect="1"/>
          </p:cNvGrpSpPr>
          <p:nvPr/>
        </p:nvGrpSpPr>
        <p:grpSpPr>
          <a:xfrm>
            <a:off x="2532954" y="2348442"/>
            <a:ext cx="2014645" cy="4079346"/>
            <a:chOff x="3124086" y="2147025"/>
            <a:chExt cx="2124148" cy="4301072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81DEFC94-AAB5-D9D2-60CE-3FBE823E7F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41395" t="925" r="41381" b="545"/>
            <a:stretch/>
          </p:blipFill>
          <p:spPr>
            <a:xfrm>
              <a:off x="3205360" y="2193586"/>
              <a:ext cx="1961601" cy="4207952"/>
            </a:xfrm>
            <a:custGeom>
              <a:avLst/>
              <a:gdLst>
                <a:gd name="connsiteX0" fmla="*/ 326940 w 1961601"/>
                <a:gd name="connsiteY0" fmla="*/ 0 h 4207952"/>
                <a:gd name="connsiteX1" fmla="*/ 1634661 w 1961601"/>
                <a:gd name="connsiteY1" fmla="*/ 0 h 4207952"/>
                <a:gd name="connsiteX2" fmla="*/ 1961601 w 1961601"/>
                <a:gd name="connsiteY2" fmla="*/ 326940 h 4207952"/>
                <a:gd name="connsiteX3" fmla="*/ 1961601 w 1961601"/>
                <a:gd name="connsiteY3" fmla="*/ 3881012 h 4207952"/>
                <a:gd name="connsiteX4" fmla="*/ 1634661 w 1961601"/>
                <a:gd name="connsiteY4" fmla="*/ 4207952 h 4207952"/>
                <a:gd name="connsiteX5" fmla="*/ 326940 w 1961601"/>
                <a:gd name="connsiteY5" fmla="*/ 4207952 h 4207952"/>
                <a:gd name="connsiteX6" fmla="*/ 0 w 1961601"/>
                <a:gd name="connsiteY6" fmla="*/ 3881012 h 4207952"/>
                <a:gd name="connsiteX7" fmla="*/ 0 w 1961601"/>
                <a:gd name="connsiteY7" fmla="*/ 326940 h 4207952"/>
                <a:gd name="connsiteX8" fmla="*/ 326940 w 1961601"/>
                <a:gd name="connsiteY8" fmla="*/ 0 h 420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61601" h="4207952">
                  <a:moveTo>
                    <a:pt x="326940" y="0"/>
                  </a:moveTo>
                  <a:lnTo>
                    <a:pt x="1634661" y="0"/>
                  </a:lnTo>
                  <a:cubicBezTo>
                    <a:pt x="1815225" y="0"/>
                    <a:pt x="1961601" y="146376"/>
                    <a:pt x="1961601" y="326940"/>
                  </a:cubicBezTo>
                  <a:lnTo>
                    <a:pt x="1961601" y="3881012"/>
                  </a:lnTo>
                  <a:cubicBezTo>
                    <a:pt x="1961601" y="4061576"/>
                    <a:pt x="1815225" y="4207952"/>
                    <a:pt x="1634661" y="4207952"/>
                  </a:cubicBezTo>
                  <a:lnTo>
                    <a:pt x="326940" y="4207952"/>
                  </a:lnTo>
                  <a:cubicBezTo>
                    <a:pt x="146376" y="4207952"/>
                    <a:pt x="0" y="4061576"/>
                    <a:pt x="0" y="3881012"/>
                  </a:cubicBezTo>
                  <a:lnTo>
                    <a:pt x="0" y="326940"/>
                  </a:lnTo>
                  <a:cubicBezTo>
                    <a:pt x="0" y="146376"/>
                    <a:pt x="146376" y="0"/>
                    <a:pt x="326940" y="0"/>
                  </a:cubicBezTo>
                  <a:close/>
                </a:path>
              </a:pathLst>
            </a:custGeom>
          </p:spPr>
        </p:pic>
        <p:pic>
          <p:nvPicPr>
            <p:cNvPr id="56" name="Grafik 6">
              <a:extLst>
                <a:ext uri="{FF2B5EF4-FFF2-40B4-BE49-F238E27FC236}">
                  <a16:creationId xmlns:a16="http://schemas.microsoft.com/office/drawing/2014/main" id="{2C9FC6E7-1D13-39D2-84C4-550EE3AD7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24086" y="2147025"/>
              <a:ext cx="2124148" cy="4301072"/>
            </a:xfrm>
            <a:prstGeom prst="rect">
              <a:avLst/>
            </a:prstGeom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5C1531B-FCF3-8E1D-042D-E9954237695D}"/>
              </a:ext>
            </a:extLst>
          </p:cNvPr>
          <p:cNvGrpSpPr/>
          <p:nvPr/>
        </p:nvGrpSpPr>
        <p:grpSpPr>
          <a:xfrm>
            <a:off x="1199222" y="4392591"/>
            <a:ext cx="1140370" cy="622662"/>
            <a:chOff x="1199222" y="4392591"/>
            <a:chExt cx="1140370" cy="622662"/>
          </a:xfrm>
        </p:grpSpPr>
        <p:cxnSp>
          <p:nvCxnSpPr>
            <p:cNvPr id="83" name="Gerade Verbindung mit Pfeil 94">
              <a:extLst>
                <a:ext uri="{FF2B5EF4-FFF2-40B4-BE49-F238E27FC236}">
                  <a16:creationId xmlns:a16="http://schemas.microsoft.com/office/drawing/2014/main" id="{26F29021-FD09-B4A8-3ACD-8752751386F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199222" y="5015253"/>
              <a:ext cx="1140370" cy="0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mit Pfeil 94">
              <a:extLst>
                <a:ext uri="{FF2B5EF4-FFF2-40B4-BE49-F238E27FC236}">
                  <a16:creationId xmlns:a16="http://schemas.microsoft.com/office/drawing/2014/main" id="{27A77CE4-F956-1E37-E57F-8438430DC90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99222" y="4392591"/>
              <a:ext cx="0" cy="622662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950D15-1331-B991-B353-3483937BEA99}"/>
              </a:ext>
            </a:extLst>
          </p:cNvPr>
          <p:cNvGrpSpPr/>
          <p:nvPr/>
        </p:nvGrpSpPr>
        <p:grpSpPr>
          <a:xfrm>
            <a:off x="9094355" y="3529683"/>
            <a:ext cx="1872501" cy="1331619"/>
            <a:chOff x="9092844" y="3529683"/>
            <a:chExt cx="1872501" cy="1331619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A50ACF0-5087-7B3C-B1C4-5E284080521D}"/>
                </a:ext>
              </a:extLst>
            </p:cNvPr>
            <p:cNvSpPr/>
            <p:nvPr/>
          </p:nvSpPr>
          <p:spPr>
            <a:xfrm flipH="1">
              <a:off x="9092844" y="3529683"/>
              <a:ext cx="1872501" cy="13316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C50CE52-03F9-1A9E-66AC-3D2069DE1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162214" y="3617845"/>
              <a:ext cx="715035" cy="11520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7BED565-EB24-F063-AA98-86FCE2BFC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178865" y="3617845"/>
              <a:ext cx="872000" cy="288000"/>
            </a:xfrm>
            <a:prstGeom prst="rect">
              <a:avLst/>
            </a:prstGeom>
          </p:spPr>
        </p:pic>
        <p:sp>
          <p:nvSpPr>
            <p:cNvPr id="35" name="Rechteck 38">
              <a:extLst>
                <a:ext uri="{FF2B5EF4-FFF2-40B4-BE49-F238E27FC236}">
                  <a16:creationId xmlns:a16="http://schemas.microsoft.com/office/drawing/2014/main" id="{B11CA7EB-EB7B-E08E-AB44-522BF86322D6}"/>
                </a:ext>
              </a:extLst>
            </p:cNvPr>
            <p:cNvSpPr/>
            <p:nvPr/>
          </p:nvSpPr>
          <p:spPr>
            <a:xfrm>
              <a:off x="10189485" y="4518391"/>
              <a:ext cx="553272" cy="173844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4F2FEB1-9330-2349-1331-9186C63905F0}"/>
              </a:ext>
            </a:extLst>
          </p:cNvPr>
          <p:cNvGrpSpPr/>
          <p:nvPr/>
        </p:nvGrpSpPr>
        <p:grpSpPr>
          <a:xfrm>
            <a:off x="8914856" y="5082272"/>
            <a:ext cx="2052000" cy="1332000"/>
            <a:chOff x="8914856" y="5082272"/>
            <a:chExt cx="2052000" cy="133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EEBA11-B7F1-E763-C457-2B7D23AE0062}"/>
                </a:ext>
              </a:extLst>
            </p:cNvPr>
            <p:cNvSpPr/>
            <p:nvPr/>
          </p:nvSpPr>
          <p:spPr>
            <a:xfrm flipH="1">
              <a:off x="8914856" y="5082272"/>
              <a:ext cx="2052000" cy="13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6C68DA2-ECEC-B04C-6E86-A17C7B784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000519" y="5172272"/>
              <a:ext cx="879999" cy="28800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B6FE052-9742-C43F-AF83-14C3AD8CF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968777" y="5172272"/>
              <a:ext cx="909983" cy="1152000"/>
            </a:xfrm>
            <a:prstGeom prst="rect">
              <a:avLst/>
            </a:prstGeom>
          </p:spPr>
        </p:pic>
        <p:sp>
          <p:nvSpPr>
            <p:cNvPr id="23" name="Rechteck 38">
              <a:extLst>
                <a:ext uri="{FF2B5EF4-FFF2-40B4-BE49-F238E27FC236}">
                  <a16:creationId xmlns:a16="http://schemas.microsoft.com/office/drawing/2014/main" id="{816BE51F-3CE6-E987-40F9-82C2B96B43EE}"/>
                </a:ext>
              </a:extLst>
            </p:cNvPr>
            <p:cNvSpPr/>
            <p:nvPr/>
          </p:nvSpPr>
          <p:spPr>
            <a:xfrm>
              <a:off x="9971164" y="5175576"/>
              <a:ext cx="252000" cy="39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Rechteck 38">
              <a:extLst>
                <a:ext uri="{FF2B5EF4-FFF2-40B4-BE49-F238E27FC236}">
                  <a16:creationId xmlns:a16="http://schemas.microsoft.com/office/drawing/2014/main" id="{EA17F711-3B1B-E9E5-4EBB-63A779C85849}"/>
                </a:ext>
              </a:extLst>
            </p:cNvPr>
            <p:cNvSpPr/>
            <p:nvPr/>
          </p:nvSpPr>
          <p:spPr>
            <a:xfrm>
              <a:off x="10014804" y="5670125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" name="Rechteck 38">
              <a:extLst>
                <a:ext uri="{FF2B5EF4-FFF2-40B4-BE49-F238E27FC236}">
                  <a16:creationId xmlns:a16="http://schemas.microsoft.com/office/drawing/2014/main" id="{DD7A323E-BF63-ACC2-3AEE-D936348AAC22}"/>
                </a:ext>
              </a:extLst>
            </p:cNvPr>
            <p:cNvSpPr/>
            <p:nvPr/>
          </p:nvSpPr>
          <p:spPr>
            <a:xfrm>
              <a:off x="10014804" y="6089998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9883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D83385-DD69-B7BD-E2B6-0A242990CC3A}"/>
              </a:ext>
            </a:extLst>
          </p:cNvPr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CC62CD-ACBD-AFB8-0A0A-39B03DAA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bbv template EN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E9EDA6E7-CE36-4AD9-EDBC-9B63C56CC212}"/>
              </a:ext>
            </a:extLst>
          </p:cNvPr>
          <p:cNvSpPr txBox="1">
            <a:spLocks/>
          </p:cNvSpPr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>
                <a:solidFill>
                  <a:schemeClr val="tx1"/>
                </a:solidFill>
              </a:rPr>
              <a:t>Style guide</a:t>
            </a:r>
          </a:p>
        </p:txBody>
      </p:sp>
    </p:spTree>
    <p:extLst>
      <p:ext uri="{BB962C8B-B14F-4D97-AF65-F5344CB8AC3E}">
        <p14:creationId xmlns:p14="http://schemas.microsoft.com/office/powerpoint/2010/main" val="929431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5C9D08D-C681-621B-6D02-D7C86EB2F5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574407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5C9D08D-C681-621B-6D02-D7C86EB2F5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21FF8F91-8C3E-7BFB-9163-B0E6EABC4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noProof="0" dirty="0"/>
              <a:t>Working area</a:t>
            </a:r>
            <a:r>
              <a:rPr lang="en-GB" noProof="0"/>
              <a:t>, </a:t>
            </a:r>
            <a:r>
              <a:rPr lang="en-GB"/>
              <a:t>g</a:t>
            </a:r>
            <a:r>
              <a:rPr lang="en-GB" noProof="0"/>
              <a:t>uides &amp; ruler</a:t>
            </a:r>
            <a:endParaRPr lang="en-GB" noProof="0" dirty="0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A859A658-FA2C-441F-9AC0-F0763B21CF9F}"/>
              </a:ext>
            </a:extLst>
          </p:cNvPr>
          <p:cNvSpPr txBox="1">
            <a:spLocks/>
          </p:cNvSpPr>
          <p:nvPr/>
        </p:nvSpPr>
        <p:spPr>
          <a:xfrm>
            <a:off x="428626" y="1530000"/>
            <a:ext cx="2316966" cy="4897788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144000" tIns="144000" rIns="96000" bIns="192000" rtlCol="0" anchor="t" anchorCtr="0">
            <a:noAutofit/>
          </a:bodyPr>
          <a:lstStyle>
            <a:lvl1pPr marL="269081" indent="-26908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Char char="&gt;"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972" indent="-26789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&gt;"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272" indent="-27027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50000"/>
              <a:buFontTx/>
              <a:buBlip>
                <a:blip r:embed="rId6"/>
              </a:buBlip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b="1" kern="600" cap="none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kern="600" spc="3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defTabSz="914377">
              <a:spcAft>
                <a:spcPts val="1600"/>
              </a:spcAft>
            </a:pPr>
            <a:r>
              <a:rPr lang="en-GB" sz="2133" b="1" kern="1200" spc="40">
                <a:solidFill>
                  <a:schemeClr val="bg1"/>
                </a:solidFill>
                <a:cs typeface="Arial" panose="020B0604020202020204" pitchFamily="34" charset="0"/>
              </a:rPr>
              <a:t>Working area</a:t>
            </a:r>
          </a:p>
          <a:p>
            <a:pPr lvl="3" defTabSz="914377">
              <a:spcAft>
                <a:spcPts val="1600"/>
              </a:spcAft>
            </a:pPr>
            <a:r>
              <a:rPr lang="en-GB" sz="1600" spc="0">
                <a:solidFill>
                  <a:schemeClr val="bg1"/>
                </a:solidFill>
                <a:cs typeface="Arial" panose="020B0604020202020204" pitchFamily="34" charset="0"/>
              </a:rPr>
              <a:t>Depending </a:t>
            </a:r>
            <a:r>
              <a:rPr lang="en-GB" sz="1600" spc="0" dirty="0">
                <a:solidFill>
                  <a:schemeClr val="bg1"/>
                </a:solidFill>
                <a:cs typeface="Arial" panose="020B0604020202020204" pitchFamily="34" charset="0"/>
              </a:rPr>
              <a:t>on the slide, a single-column layout, a 2-column or </a:t>
            </a:r>
            <a:r>
              <a:rPr lang="en-GB" sz="1600" spc="0">
                <a:solidFill>
                  <a:schemeClr val="bg1"/>
                </a:solidFill>
                <a:cs typeface="Arial" panose="020B0604020202020204" pitchFamily="34" charset="0"/>
              </a:rPr>
              <a:t>3-column layout </a:t>
            </a:r>
            <a:r>
              <a:rPr lang="en-GB" sz="1600" spc="0" dirty="0">
                <a:solidFill>
                  <a:schemeClr val="bg1"/>
                </a:solidFill>
                <a:cs typeface="Arial" panose="020B0604020202020204" pitchFamily="34" charset="0"/>
              </a:rPr>
              <a:t>is </a:t>
            </a:r>
            <a:r>
              <a:rPr lang="en-GB" sz="1600" spc="0">
                <a:solidFill>
                  <a:schemeClr val="bg1"/>
                </a:solidFill>
                <a:cs typeface="Arial" panose="020B0604020202020204" pitchFamily="34" charset="0"/>
              </a:rPr>
              <a:t>used.</a:t>
            </a:r>
          </a:p>
          <a:p>
            <a:pPr lvl="3" defTabSz="914377">
              <a:spcAft>
                <a:spcPts val="1600"/>
              </a:spcAft>
            </a:pPr>
            <a:r>
              <a:rPr lang="en-GB" sz="1600" spc="0">
                <a:solidFill>
                  <a:schemeClr val="bg1"/>
                </a:solidFill>
                <a:cs typeface="Arial" panose="020B0604020202020204" pitchFamily="34" charset="0"/>
              </a:rPr>
              <a:t>Display </a:t>
            </a:r>
            <a:r>
              <a:rPr lang="en-GB" sz="1600" spc="0" dirty="0">
                <a:solidFill>
                  <a:schemeClr val="bg1"/>
                </a:solidFill>
                <a:cs typeface="Arial" panose="020B0604020202020204" pitchFamily="34" charset="0"/>
              </a:rPr>
              <a:t>the ruler </a:t>
            </a:r>
            <a:r>
              <a:rPr lang="en-GB" sz="1600" spc="0">
                <a:solidFill>
                  <a:schemeClr val="bg1"/>
                </a:solidFill>
                <a:cs typeface="Arial" panose="020B0604020202020204" pitchFamily="34" charset="0"/>
              </a:rPr>
              <a:t>and guides in the «View» tab.</a:t>
            </a:r>
            <a:endParaRPr lang="en-GB" sz="1600" spc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3EB0714-12EE-D97E-695E-BE2966E5ABE5}"/>
              </a:ext>
            </a:extLst>
          </p:cNvPr>
          <p:cNvGrpSpPr/>
          <p:nvPr/>
        </p:nvGrpSpPr>
        <p:grpSpPr>
          <a:xfrm>
            <a:off x="3114844" y="4119731"/>
            <a:ext cx="4003530" cy="2218887"/>
            <a:chOff x="3114844" y="4107426"/>
            <a:chExt cx="4003530" cy="221888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3A2537B-5236-BFB7-524B-3DD23CA1D74E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4845" y="4107426"/>
              <a:ext cx="4003529" cy="22188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C549111-AD4A-25EE-FEA6-1D3C1F65BD7A}"/>
                </a:ext>
              </a:extLst>
            </p:cNvPr>
            <p:cNvGrpSpPr/>
            <p:nvPr/>
          </p:nvGrpSpPr>
          <p:grpSpPr>
            <a:xfrm>
              <a:off x="3114844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F1C3658-97D3-6C00-6DC2-87EDE705B797}"/>
                  </a:ext>
                </a:extLst>
              </p:cNvPr>
              <p:cNvCxnSpPr/>
              <p:nvPr/>
            </p:nvCxnSpPr>
            <p:spPr>
              <a:xfrm flipH="1">
                <a:off x="541598" y="3710609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3821C4F-C692-C769-6EE4-AD9813E0348E}"/>
                  </a:ext>
                </a:extLst>
              </p:cNvPr>
              <p:cNvCxnSpPr/>
              <p:nvPr/>
            </p:nvCxnSpPr>
            <p:spPr>
              <a:xfrm flipH="1">
                <a:off x="541598" y="5314122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240FAE6-6894-6C69-99D2-BDAC4339C6F3}"/>
                  </a:ext>
                </a:extLst>
              </p:cNvPr>
              <p:cNvCxnSpPr/>
              <p:nvPr/>
            </p:nvCxnSpPr>
            <p:spPr>
              <a:xfrm flipH="1">
                <a:off x="541598" y="3829879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86DBA0B-E746-CAE6-975E-43D1E6235A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0868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F2D66D57-D844-B480-F979-237BC7823C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40172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62FD7F-DADE-BEC2-CD6B-ED07736397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58128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E5E1F5C-E147-8C16-63FD-670A0D26408C}"/>
              </a:ext>
            </a:extLst>
          </p:cNvPr>
          <p:cNvGrpSpPr/>
          <p:nvPr/>
        </p:nvGrpSpPr>
        <p:grpSpPr>
          <a:xfrm>
            <a:off x="7758258" y="4107426"/>
            <a:ext cx="4003530" cy="2231192"/>
            <a:chOff x="7758258" y="4107426"/>
            <a:chExt cx="4003530" cy="223119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4EB346B-274E-5F9D-8604-2205CD31C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70071" y="4107426"/>
              <a:ext cx="3966563" cy="2231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C0BD55B-7C6D-BB9B-5A38-A4296BBB37DC}"/>
                </a:ext>
              </a:extLst>
            </p:cNvPr>
            <p:cNvGrpSpPr/>
            <p:nvPr/>
          </p:nvGrpSpPr>
          <p:grpSpPr>
            <a:xfrm>
              <a:off x="7758258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D61FFEA-F3D5-1807-0602-F9F910FB12AE}"/>
                  </a:ext>
                </a:extLst>
              </p:cNvPr>
              <p:cNvCxnSpPr/>
              <p:nvPr/>
            </p:nvCxnSpPr>
            <p:spPr>
              <a:xfrm flipH="1">
                <a:off x="541598" y="3710609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CF7231E-26CA-B590-5767-023691840C6D}"/>
                  </a:ext>
                </a:extLst>
              </p:cNvPr>
              <p:cNvCxnSpPr/>
              <p:nvPr/>
            </p:nvCxnSpPr>
            <p:spPr>
              <a:xfrm flipH="1">
                <a:off x="541598" y="5314122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C365974E-EBB9-DAC7-C321-409C3A45B35B}"/>
                  </a:ext>
                </a:extLst>
              </p:cNvPr>
              <p:cNvCxnSpPr/>
              <p:nvPr/>
            </p:nvCxnSpPr>
            <p:spPr>
              <a:xfrm flipH="1">
                <a:off x="541598" y="3829879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B1F6BEA7-3B6E-D548-FF6A-DBB5B30598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0868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4D7ED54-7F91-5F11-03C3-C75492403F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40172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92ABAD1-3281-E374-C681-8A6448CCE9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14045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589A4CA-E388-F4FA-481A-2E910C5909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69463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5080682-2C00-78A6-D1AA-AEC9A8A74F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75078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A9BEFB6-752E-7370-27FD-8C26383E19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43261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EB26F25-DCAD-B756-ABB6-72F3DFC98C38}"/>
              </a:ext>
            </a:extLst>
          </p:cNvPr>
          <p:cNvGrpSpPr/>
          <p:nvPr/>
        </p:nvGrpSpPr>
        <p:grpSpPr>
          <a:xfrm>
            <a:off x="5095554" y="2157413"/>
            <a:ext cx="4608000" cy="1404000"/>
            <a:chOff x="5778424" y="2265151"/>
            <a:chExt cx="4608000" cy="140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F54B766-9C28-2E6D-19EE-02A2A80C12A8}"/>
                </a:ext>
              </a:extLst>
            </p:cNvPr>
            <p:cNvSpPr/>
            <p:nvPr/>
          </p:nvSpPr>
          <p:spPr>
            <a:xfrm>
              <a:off x="5778424" y="2265151"/>
              <a:ext cx="4608000" cy="140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1000" sy="101000" algn="ctr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 dirty="0">
                <a:solidFill>
                  <a:schemeClr val="bg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EBB7C30-08ED-50E3-7360-901FFA152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10997" y="2391151"/>
              <a:ext cx="4342855" cy="1152000"/>
            </a:xfrm>
            <a:prstGeom prst="rect">
              <a:avLst/>
            </a:prstGeom>
          </p:spPr>
        </p:pic>
        <p:sp>
          <p:nvSpPr>
            <p:cNvPr id="37" name="Rechteck 39">
              <a:extLst>
                <a:ext uri="{FF2B5EF4-FFF2-40B4-BE49-F238E27FC236}">
                  <a16:creationId xmlns:a16="http://schemas.microsoft.com/office/drawing/2014/main" id="{B151FE23-F8EB-4345-9784-8F88742DF4F8}"/>
                </a:ext>
              </a:extLst>
            </p:cNvPr>
            <p:cNvSpPr/>
            <p:nvPr/>
          </p:nvSpPr>
          <p:spPr>
            <a:xfrm>
              <a:off x="9288585" y="2416151"/>
              <a:ext cx="467530" cy="303877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21" name="Rechteck 38">
              <a:extLst>
                <a:ext uri="{FF2B5EF4-FFF2-40B4-BE49-F238E27FC236}">
                  <a16:creationId xmlns:a16="http://schemas.microsoft.com/office/drawing/2014/main" id="{622FA0D9-AA97-D2D3-0906-B31FB1D2BC0C}"/>
                </a:ext>
              </a:extLst>
            </p:cNvPr>
            <p:cNvSpPr/>
            <p:nvPr/>
          </p:nvSpPr>
          <p:spPr>
            <a:xfrm>
              <a:off x="6252738" y="2692301"/>
              <a:ext cx="540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18" name="Rechteck 38">
              <a:extLst>
                <a:ext uri="{FF2B5EF4-FFF2-40B4-BE49-F238E27FC236}">
                  <a16:creationId xmlns:a16="http://schemas.microsoft.com/office/drawing/2014/main" id="{663C73C9-21C2-3246-C3C8-54C015D2FCC1}"/>
                </a:ext>
              </a:extLst>
            </p:cNvPr>
            <p:cNvSpPr/>
            <p:nvPr/>
          </p:nvSpPr>
          <p:spPr>
            <a:xfrm>
              <a:off x="6252738" y="3109001"/>
              <a:ext cx="612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2546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A5D1D3E-5F5F-6A74-49D1-7A46D47281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A5D1D3E-5F5F-6A74-49D1-7A46D47281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12ACD15-79D2-1E7F-AC15-4CCE7313B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10143236" cy="1098000"/>
          </a:xfrm>
        </p:spPr>
        <p:txBody>
          <a:bodyPr vert="horz"/>
          <a:lstStyle/>
          <a:p>
            <a:r>
              <a:rPr lang="en-GB">
                <a:cs typeface="Arial" panose="020B0604020202020204" pitchFamily="34" charset="0"/>
              </a:rPr>
              <a:t>bbv colour theme</a:t>
            </a:r>
          </a:p>
        </p:txBody>
      </p:sp>
      <p:cxnSp>
        <p:nvCxnSpPr>
          <p:cNvPr id="24" name="Straight Connector 26">
            <a:extLst>
              <a:ext uri="{FF2B5EF4-FFF2-40B4-BE49-F238E27FC236}">
                <a16:creationId xmlns:a16="http://schemas.microsoft.com/office/drawing/2014/main" id="{3502B8B4-5563-855A-290D-8B551332CFF4}"/>
              </a:ext>
            </a:extLst>
          </p:cNvPr>
          <p:cNvCxnSpPr>
            <a:cxnSpLocks/>
          </p:cNvCxnSpPr>
          <p:nvPr/>
        </p:nvCxnSpPr>
        <p:spPr>
          <a:xfrm>
            <a:off x="4456762" y="2173030"/>
            <a:ext cx="0" cy="4254758"/>
          </a:xfrm>
          <a:prstGeom prst="line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51070854-6963-DEFB-F539-1E959A27C1EE}"/>
              </a:ext>
            </a:extLst>
          </p:cNvPr>
          <p:cNvSpPr txBox="1">
            <a:spLocks/>
          </p:cNvSpPr>
          <p:nvPr/>
        </p:nvSpPr>
        <p:spPr>
          <a:xfrm>
            <a:off x="6500129" y="3218607"/>
            <a:ext cx="1334619" cy="430887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>
            <a:defPPr>
              <a:defRPr lang="de-DE"/>
            </a:defPPr>
            <a:lvl1pPr indent="0" algn="ctr" defTabSz="68580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Main </a:t>
            </a:r>
            <a:b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</a:b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accent</a:t>
            </a:r>
          </a:p>
        </p:txBody>
      </p:sp>
      <p:sp>
        <p:nvSpPr>
          <p:cNvPr id="37" name="Rectangle 10">
            <a:extLst>
              <a:ext uri="{FF2B5EF4-FFF2-40B4-BE49-F238E27FC236}">
                <a16:creationId xmlns:a16="http://schemas.microsoft.com/office/drawing/2014/main" id="{BF297A7F-6349-4515-A106-11D80EA77376}"/>
              </a:ext>
            </a:extLst>
          </p:cNvPr>
          <p:cNvSpPr/>
          <p:nvPr/>
        </p:nvSpPr>
        <p:spPr>
          <a:xfrm>
            <a:off x="6872824" y="2173030"/>
            <a:ext cx="602773" cy="5458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bg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Rectangle 11">
            <a:extLst>
              <a:ext uri="{FF2B5EF4-FFF2-40B4-BE49-F238E27FC236}">
                <a16:creationId xmlns:a16="http://schemas.microsoft.com/office/drawing/2014/main" id="{542073DE-1986-A9FF-D88E-7B72D00769F0}"/>
              </a:ext>
            </a:extLst>
          </p:cNvPr>
          <p:cNvSpPr>
            <a:spLocks/>
          </p:cNvSpPr>
          <p:nvPr/>
        </p:nvSpPr>
        <p:spPr>
          <a:xfrm>
            <a:off x="9021671" y="2173030"/>
            <a:ext cx="602773" cy="5458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white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Rectangle 12">
            <a:extLst>
              <a:ext uri="{FF2B5EF4-FFF2-40B4-BE49-F238E27FC236}">
                <a16:creationId xmlns:a16="http://schemas.microsoft.com/office/drawing/2014/main" id="{6267D1A1-B1A6-8DFE-0C1F-9FADCE012A0B}"/>
              </a:ext>
            </a:extLst>
          </p:cNvPr>
          <p:cNvSpPr>
            <a:spLocks/>
          </p:cNvSpPr>
          <p:nvPr/>
        </p:nvSpPr>
        <p:spPr>
          <a:xfrm>
            <a:off x="9736741" y="2173030"/>
            <a:ext cx="602773" cy="5458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tx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Rectangle 13">
            <a:extLst>
              <a:ext uri="{FF2B5EF4-FFF2-40B4-BE49-F238E27FC236}">
                <a16:creationId xmlns:a16="http://schemas.microsoft.com/office/drawing/2014/main" id="{B6B698BE-5FFE-365B-EE0B-61C783F93716}"/>
              </a:ext>
            </a:extLst>
          </p:cNvPr>
          <p:cNvSpPr/>
          <p:nvPr/>
        </p:nvSpPr>
        <p:spPr>
          <a:xfrm>
            <a:off x="5440259" y="2173030"/>
            <a:ext cx="602773" cy="5458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white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Rectangle 15">
            <a:extLst>
              <a:ext uri="{FF2B5EF4-FFF2-40B4-BE49-F238E27FC236}">
                <a16:creationId xmlns:a16="http://schemas.microsoft.com/office/drawing/2014/main" id="{B4482B20-22EB-AFBD-A517-E90318FF330F}"/>
              </a:ext>
            </a:extLst>
          </p:cNvPr>
          <p:cNvSpPr>
            <a:spLocks/>
          </p:cNvSpPr>
          <p:nvPr/>
        </p:nvSpPr>
        <p:spPr>
          <a:xfrm>
            <a:off x="8305389" y="2173030"/>
            <a:ext cx="602773" cy="5458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bg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Rectangle 16">
            <a:extLst>
              <a:ext uri="{FF2B5EF4-FFF2-40B4-BE49-F238E27FC236}">
                <a16:creationId xmlns:a16="http://schemas.microsoft.com/office/drawing/2014/main" id="{3FCA52B9-2683-2430-5EAE-7CBE386D5ECF}"/>
              </a:ext>
            </a:extLst>
          </p:cNvPr>
          <p:cNvSpPr>
            <a:spLocks/>
          </p:cNvSpPr>
          <p:nvPr/>
        </p:nvSpPr>
        <p:spPr>
          <a:xfrm>
            <a:off x="11169312" y="2173030"/>
            <a:ext cx="602773" cy="5458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tx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Rectangle 23">
            <a:extLst>
              <a:ext uri="{FF2B5EF4-FFF2-40B4-BE49-F238E27FC236}">
                <a16:creationId xmlns:a16="http://schemas.microsoft.com/office/drawing/2014/main" id="{6FC59556-31EC-322A-94B7-01F06801B3BE}"/>
              </a:ext>
            </a:extLst>
          </p:cNvPr>
          <p:cNvSpPr>
            <a:spLocks/>
          </p:cNvSpPr>
          <p:nvPr/>
        </p:nvSpPr>
        <p:spPr>
          <a:xfrm>
            <a:off x="10453025" y="2172971"/>
            <a:ext cx="602773" cy="5451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tx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2D82BD4E-4B06-B5BD-7E1B-F8065FC0B380}"/>
              </a:ext>
            </a:extLst>
          </p:cNvPr>
          <p:cNvSpPr/>
          <p:nvPr/>
        </p:nvSpPr>
        <p:spPr>
          <a:xfrm>
            <a:off x="7589112" y="2173030"/>
            <a:ext cx="602773" cy="5458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bg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Rectangle 13">
            <a:extLst>
              <a:ext uri="{FF2B5EF4-FFF2-40B4-BE49-F238E27FC236}">
                <a16:creationId xmlns:a16="http://schemas.microsoft.com/office/drawing/2014/main" id="{BDD07FB3-1A6F-4329-4EEB-51F3AF841F8B}"/>
              </a:ext>
            </a:extLst>
          </p:cNvPr>
          <p:cNvSpPr/>
          <p:nvPr/>
        </p:nvSpPr>
        <p:spPr>
          <a:xfrm>
            <a:off x="4723977" y="2173030"/>
            <a:ext cx="602773" cy="5458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Rectangle 13">
            <a:extLst>
              <a:ext uri="{FF2B5EF4-FFF2-40B4-BE49-F238E27FC236}">
                <a16:creationId xmlns:a16="http://schemas.microsoft.com/office/drawing/2014/main" id="{3037C319-F1F5-AA2C-867D-9EDCED62CE4E}"/>
              </a:ext>
            </a:extLst>
          </p:cNvPr>
          <p:cNvSpPr/>
          <p:nvPr/>
        </p:nvSpPr>
        <p:spPr>
          <a:xfrm>
            <a:off x="6151988" y="2173030"/>
            <a:ext cx="602773" cy="545895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bg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6CB15D7-FCA5-7B38-1136-3C6AAE9D6BCA}"/>
              </a:ext>
            </a:extLst>
          </p:cNvPr>
          <p:cNvGrpSpPr/>
          <p:nvPr/>
        </p:nvGrpSpPr>
        <p:grpSpPr>
          <a:xfrm>
            <a:off x="6869090" y="2885608"/>
            <a:ext cx="602764" cy="217375"/>
            <a:chOff x="4697470" y="3209372"/>
            <a:chExt cx="433615" cy="163031"/>
          </a:xfrm>
        </p:grpSpPr>
        <p:cxnSp>
          <p:nvCxnSpPr>
            <p:cNvPr id="63" name="Gerader Verbinder 50">
              <a:extLst>
                <a:ext uri="{FF2B5EF4-FFF2-40B4-BE49-F238E27FC236}">
                  <a16:creationId xmlns:a16="http://schemas.microsoft.com/office/drawing/2014/main" id="{30147869-7ACF-36DB-4F1A-F1241569DD6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32764" y="3290888"/>
              <a:ext cx="16303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55">
              <a:extLst>
                <a:ext uri="{FF2B5EF4-FFF2-40B4-BE49-F238E27FC236}">
                  <a16:creationId xmlns:a16="http://schemas.microsoft.com/office/drawing/2014/main" id="{D27EBFFB-9E9E-055D-004F-E654BC243CE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14278" y="2992565"/>
              <a:ext cx="0" cy="4336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68457190-0A22-6AE7-0613-EAFB0E4EDA7A}"/>
              </a:ext>
            </a:extLst>
          </p:cNvPr>
          <p:cNvSpPr txBox="1">
            <a:spLocks/>
          </p:cNvSpPr>
          <p:nvPr/>
        </p:nvSpPr>
        <p:spPr>
          <a:xfrm>
            <a:off x="428625" y="2157413"/>
            <a:ext cx="2124000" cy="4270367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226714" sx="101000" sy="101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00" tIns="96000" rIns="96000" bIns="96000" rtlCol="0" anchor="t"/>
          <a:lstStyle>
            <a:defPPr>
              <a:defRPr lang="en-US"/>
            </a:defPPr>
            <a:lvl1pPr marR="0" lvl="0" indent="0" defTabSz="914354" fontAlgn="auto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 kumimoji="0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5"/>
            <a:endParaRPr lang="en-GB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DDF9E67B-364E-CE6C-EB0C-B76C55340C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10" y="2406096"/>
            <a:ext cx="1966241" cy="141323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CCE4E69-5EEE-9D0E-B04E-7285D2BB550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547"/>
          <a:stretch/>
        </p:blipFill>
        <p:spPr>
          <a:xfrm>
            <a:off x="511071" y="4046276"/>
            <a:ext cx="1972780" cy="6871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BFAB6F1-F8A0-F09B-1743-2517E56AFDB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35"/>
          <a:stretch/>
        </p:blipFill>
        <p:spPr>
          <a:xfrm>
            <a:off x="511071" y="5694748"/>
            <a:ext cx="1972780" cy="542576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45661B9B-D5E3-182F-E947-D0128C0AA7E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500" b="29135"/>
          <a:stretch/>
        </p:blipFill>
        <p:spPr>
          <a:xfrm>
            <a:off x="511071" y="4936926"/>
            <a:ext cx="1972780" cy="542576"/>
          </a:xfrm>
          <a:prstGeom prst="rect">
            <a:avLst/>
          </a:prstGeom>
        </p:spPr>
      </p:pic>
      <p:grpSp>
        <p:nvGrpSpPr>
          <p:cNvPr id="88" name="Group 87">
            <a:extLst>
              <a:ext uri="{FF2B5EF4-FFF2-40B4-BE49-F238E27FC236}">
                <a16:creationId xmlns:a16="http://schemas.microsoft.com/office/drawing/2014/main" id="{71BB6457-5525-9629-8AB0-65A18A235CBC}"/>
              </a:ext>
            </a:extLst>
          </p:cNvPr>
          <p:cNvGrpSpPr/>
          <p:nvPr/>
        </p:nvGrpSpPr>
        <p:grpSpPr>
          <a:xfrm>
            <a:off x="524672" y="4936926"/>
            <a:ext cx="1959179" cy="1300399"/>
            <a:chOff x="497501" y="3256429"/>
            <a:chExt cx="1873031" cy="1211928"/>
          </a:xfrm>
        </p:grpSpPr>
        <p:sp>
          <p:nvSpPr>
            <p:cNvPr id="85" name="Freihandform: Form 52">
              <a:extLst>
                <a:ext uri="{FF2B5EF4-FFF2-40B4-BE49-F238E27FC236}">
                  <a16:creationId xmlns:a16="http://schemas.microsoft.com/office/drawing/2014/main" id="{A25499F5-432B-5786-1DDB-D6E7665566EA}"/>
                </a:ext>
              </a:extLst>
            </p:cNvPr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219170">
                <a:defRPr/>
              </a:pPr>
              <a:endParaRPr lang="en-GB" sz="1467">
                <a:solidFill>
                  <a:prstClr val="black"/>
                </a:solidFill>
                <a:sym typeface="Arial" panose="020B0604020202020204" pitchFamily="34" charset="0"/>
              </a:endParaRPr>
            </a:p>
          </p:txBody>
        </p:sp>
        <p:cxnSp>
          <p:nvCxnSpPr>
            <p:cNvPr id="86" name="Straight Connector 83">
              <a:extLst>
                <a:ext uri="{FF2B5EF4-FFF2-40B4-BE49-F238E27FC236}">
                  <a16:creationId xmlns:a16="http://schemas.microsoft.com/office/drawing/2014/main" id="{8F2EF6F2-A981-4FA6-9F40-1344865D464D}"/>
                </a:ext>
              </a:extLst>
            </p:cNvPr>
            <p:cNvCxnSpPr>
              <a:cxnSpLocks/>
            </p:cNvCxnSpPr>
            <p:nvPr/>
          </p:nvCxnSpPr>
          <p:spPr>
            <a:xfrm>
              <a:off x="504098" y="3281637"/>
              <a:ext cx="1866433" cy="1186720"/>
            </a:xfrm>
            <a:prstGeom prst="line">
              <a:avLst/>
            </a:prstGeom>
            <a:solidFill>
              <a:schemeClr val="accent6">
                <a:alpha val="20000"/>
              </a:scheme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Straight Connector 84">
              <a:extLst>
                <a:ext uri="{FF2B5EF4-FFF2-40B4-BE49-F238E27FC236}">
                  <a16:creationId xmlns:a16="http://schemas.microsoft.com/office/drawing/2014/main" id="{7AED2BEF-C789-80A3-D9F1-69583B999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242" y="3281637"/>
              <a:ext cx="1832279" cy="1186720"/>
            </a:xfrm>
            <a:prstGeom prst="line">
              <a:avLst/>
            </a:prstGeom>
            <a:solidFill>
              <a:schemeClr val="accent6">
                <a:alpha val="20000"/>
              </a:scheme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76210D49-14BB-7F13-F155-DA8F8436C939}"/>
              </a:ext>
            </a:extLst>
          </p:cNvPr>
          <p:cNvSpPr txBox="1">
            <a:spLocks/>
          </p:cNvSpPr>
          <p:nvPr/>
        </p:nvSpPr>
        <p:spPr>
          <a:xfrm>
            <a:off x="3094780" y="2533796"/>
            <a:ext cx="1326145" cy="424777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39">
              <a:lnSpc>
                <a:spcPct val="100000"/>
              </a:lnSpc>
              <a:spcBef>
                <a:spcPts val="1333"/>
              </a:spcBef>
              <a:buNone/>
              <a:defRPr/>
            </a:pPr>
            <a:r>
              <a:rPr lang="en-GB" sz="1200">
                <a:cs typeface="Arial" panose="020B0604020202020204" pitchFamily="34" charset="0"/>
                <a:sym typeface="Arial" panose="020B0604020202020204" pitchFamily="34" charset="0"/>
              </a:rPr>
              <a:t>Always OK!</a:t>
            </a:r>
          </a:p>
        </p:txBody>
      </p:sp>
      <p:sp>
        <p:nvSpPr>
          <p:cNvPr id="90" name="Content Placeholder 2">
            <a:extLst>
              <a:ext uri="{FF2B5EF4-FFF2-40B4-BE49-F238E27FC236}">
                <a16:creationId xmlns:a16="http://schemas.microsoft.com/office/drawing/2014/main" id="{0F98E6AA-04F9-D5A2-B375-3E8470C5243D}"/>
              </a:ext>
            </a:extLst>
          </p:cNvPr>
          <p:cNvSpPr txBox="1">
            <a:spLocks/>
          </p:cNvSpPr>
          <p:nvPr/>
        </p:nvSpPr>
        <p:spPr>
          <a:xfrm>
            <a:off x="3094781" y="3162271"/>
            <a:ext cx="1109834" cy="424777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39">
              <a:lnSpc>
                <a:spcPct val="100000"/>
              </a:lnSpc>
              <a:spcBef>
                <a:spcPts val="1333"/>
              </a:spcBef>
              <a:buNone/>
              <a:defRPr/>
            </a:pPr>
            <a:r>
              <a:rPr lang="en-GB" sz="1200">
                <a:solidFill>
                  <a:schemeClr val="tx2"/>
                </a:solidFill>
                <a:cs typeface="Arial" panose="020B0604020202020204" pitchFamily="34" charset="0"/>
                <a:sym typeface="Arial" panose="020B0604020202020204" pitchFamily="34" charset="0"/>
              </a:rPr>
              <a:t>Never, please!</a:t>
            </a: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ECE9CF5B-EFB5-798A-FA72-10A3A4BB1176}"/>
              </a:ext>
            </a:extLst>
          </p:cNvPr>
          <p:cNvSpPr txBox="1">
            <a:spLocks/>
          </p:cNvSpPr>
          <p:nvPr/>
        </p:nvSpPr>
        <p:spPr>
          <a:xfrm>
            <a:off x="3094775" y="5362856"/>
            <a:ext cx="1109837" cy="424777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39">
              <a:lnSpc>
                <a:spcPct val="100000"/>
              </a:lnSpc>
              <a:spcBef>
                <a:spcPts val="1333"/>
              </a:spcBef>
              <a:buNone/>
              <a:defRPr/>
            </a:pPr>
            <a:r>
              <a:rPr lang="en-GB" sz="1200">
                <a:solidFill>
                  <a:srgbClr val="E30613"/>
                </a:solidFill>
                <a:cs typeface="Arial" panose="020B0604020202020204" pitchFamily="34" charset="0"/>
                <a:sym typeface="Arial" panose="020B0604020202020204" pitchFamily="34" charset="0"/>
              </a:rPr>
              <a:t>Never, please!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8ECAFE4-B27A-4EB0-98FD-87F06435B6D5}"/>
              </a:ext>
            </a:extLst>
          </p:cNvPr>
          <p:cNvGrpSpPr/>
          <p:nvPr/>
        </p:nvGrpSpPr>
        <p:grpSpPr>
          <a:xfrm>
            <a:off x="2709977" y="2656723"/>
            <a:ext cx="217375" cy="189729"/>
            <a:chOff x="5954751" y="2230813"/>
            <a:chExt cx="356839" cy="232815"/>
          </a:xfrm>
        </p:grpSpPr>
        <p:cxnSp>
          <p:nvCxnSpPr>
            <p:cNvPr id="93" name="Gerader Verbinder 50">
              <a:extLst>
                <a:ext uri="{FF2B5EF4-FFF2-40B4-BE49-F238E27FC236}">
                  <a16:creationId xmlns:a16="http://schemas.microsoft.com/office/drawing/2014/main" id="{EDE750EE-4DE6-2F33-2CC5-A01970DC65A6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347220"/>
              <a:ext cx="356839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r Verbinder 55">
              <a:extLst>
                <a:ext uri="{FF2B5EF4-FFF2-40B4-BE49-F238E27FC236}">
                  <a16:creationId xmlns:a16="http://schemas.microsoft.com/office/drawing/2014/main" id="{31572E6B-0791-A08D-8B8C-A17A1B26264E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230813"/>
              <a:ext cx="0" cy="2328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9E5EEA2-546B-1754-01C2-57FB7D291A62}"/>
              </a:ext>
            </a:extLst>
          </p:cNvPr>
          <p:cNvGrpSpPr/>
          <p:nvPr/>
        </p:nvGrpSpPr>
        <p:grpSpPr>
          <a:xfrm>
            <a:off x="2709977" y="2931578"/>
            <a:ext cx="217375" cy="887752"/>
            <a:chOff x="5954751" y="2230813"/>
            <a:chExt cx="356839" cy="232815"/>
          </a:xfrm>
        </p:grpSpPr>
        <p:cxnSp>
          <p:nvCxnSpPr>
            <p:cNvPr id="96" name="Gerader Verbinder 50">
              <a:extLst>
                <a:ext uri="{FF2B5EF4-FFF2-40B4-BE49-F238E27FC236}">
                  <a16:creationId xmlns:a16="http://schemas.microsoft.com/office/drawing/2014/main" id="{74BDB173-1196-C9FB-BCF7-4B86D4738F96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347220"/>
              <a:ext cx="356839" cy="0"/>
            </a:xfrm>
            <a:prstGeom prst="line">
              <a:avLst/>
            </a:prstGeom>
            <a:ln w="6350">
              <a:solidFill>
                <a:schemeClr val="tx2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r Verbinder 55">
              <a:extLst>
                <a:ext uri="{FF2B5EF4-FFF2-40B4-BE49-F238E27FC236}">
                  <a16:creationId xmlns:a16="http://schemas.microsoft.com/office/drawing/2014/main" id="{3808B50C-4300-D802-95A5-A5810673A490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230813"/>
              <a:ext cx="0" cy="232815"/>
            </a:xfrm>
            <a:prstGeom prst="line">
              <a:avLst/>
            </a:prstGeom>
            <a:ln w="6350">
              <a:solidFill>
                <a:schemeClr val="tx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66822E5-DF56-E7DE-D31C-B43518D4FABA}"/>
              </a:ext>
            </a:extLst>
          </p:cNvPr>
          <p:cNvGrpSpPr/>
          <p:nvPr/>
        </p:nvGrpSpPr>
        <p:grpSpPr>
          <a:xfrm>
            <a:off x="2709977" y="4936926"/>
            <a:ext cx="217375" cy="1313642"/>
            <a:chOff x="5954751" y="2230813"/>
            <a:chExt cx="356839" cy="232815"/>
          </a:xfrm>
        </p:grpSpPr>
        <p:cxnSp>
          <p:nvCxnSpPr>
            <p:cNvPr id="99" name="Gerader Verbinder 50">
              <a:extLst>
                <a:ext uri="{FF2B5EF4-FFF2-40B4-BE49-F238E27FC236}">
                  <a16:creationId xmlns:a16="http://schemas.microsoft.com/office/drawing/2014/main" id="{485F3C5D-B2EA-4B74-1C8A-06496510119F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347220"/>
              <a:ext cx="356839" cy="0"/>
            </a:xfrm>
            <a:prstGeom prst="line">
              <a:avLst/>
            </a:prstGeom>
            <a:ln w="6350">
              <a:solidFill>
                <a:schemeClr val="tx2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r Verbinder 55">
              <a:extLst>
                <a:ext uri="{FF2B5EF4-FFF2-40B4-BE49-F238E27FC236}">
                  <a16:creationId xmlns:a16="http://schemas.microsoft.com/office/drawing/2014/main" id="{530E4814-67A8-7DA0-7DB5-C01459CD64FF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230813"/>
              <a:ext cx="0" cy="232815"/>
            </a:xfrm>
            <a:prstGeom prst="line">
              <a:avLst/>
            </a:prstGeom>
            <a:ln w="6350">
              <a:solidFill>
                <a:schemeClr val="tx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Content Placeholder 2">
            <a:extLst>
              <a:ext uri="{FF2B5EF4-FFF2-40B4-BE49-F238E27FC236}">
                <a16:creationId xmlns:a16="http://schemas.microsoft.com/office/drawing/2014/main" id="{51012E29-560A-2C9A-86C0-7A82533C9733}"/>
              </a:ext>
            </a:extLst>
          </p:cNvPr>
          <p:cNvSpPr txBox="1">
            <a:spLocks/>
          </p:cNvSpPr>
          <p:nvPr/>
        </p:nvSpPr>
        <p:spPr>
          <a:xfrm>
            <a:off x="3094781" y="4179356"/>
            <a:ext cx="1109834" cy="424777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39">
              <a:lnSpc>
                <a:spcPct val="100000"/>
              </a:lnSpc>
              <a:spcBef>
                <a:spcPts val="1333"/>
              </a:spcBef>
              <a:buNone/>
              <a:defRPr/>
            </a:pPr>
            <a:r>
              <a:rPr lang="en-GB" sz="1200">
                <a:cs typeface="Arial" panose="020B0604020202020204" pitchFamily="34" charset="0"/>
                <a:sym typeface="Arial" panose="020B0604020202020204" pitchFamily="34" charset="0"/>
              </a:rPr>
              <a:t>Use selectively and sparingly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8F7C882-5ABD-34C2-BC1F-56F5B5EB2173}"/>
              </a:ext>
            </a:extLst>
          </p:cNvPr>
          <p:cNvGrpSpPr/>
          <p:nvPr/>
        </p:nvGrpSpPr>
        <p:grpSpPr>
          <a:xfrm>
            <a:off x="2709977" y="4014659"/>
            <a:ext cx="217375" cy="746773"/>
            <a:chOff x="5954751" y="2230813"/>
            <a:chExt cx="356839" cy="232815"/>
          </a:xfrm>
        </p:grpSpPr>
        <p:cxnSp>
          <p:nvCxnSpPr>
            <p:cNvPr id="103" name="Gerader Verbinder 50">
              <a:extLst>
                <a:ext uri="{FF2B5EF4-FFF2-40B4-BE49-F238E27FC236}">
                  <a16:creationId xmlns:a16="http://schemas.microsoft.com/office/drawing/2014/main" id="{FAD3B513-9C70-4309-DDAB-97AEA5664F2B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347220"/>
              <a:ext cx="356839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r Verbinder 55">
              <a:extLst>
                <a:ext uri="{FF2B5EF4-FFF2-40B4-BE49-F238E27FC236}">
                  <a16:creationId xmlns:a16="http://schemas.microsoft.com/office/drawing/2014/main" id="{6514E2ED-EE9C-DEA0-8858-8FF7A4F20EA0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230813"/>
              <a:ext cx="0" cy="2328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Rectangle 13">
            <a:extLst>
              <a:ext uri="{FF2B5EF4-FFF2-40B4-BE49-F238E27FC236}">
                <a16:creationId xmlns:a16="http://schemas.microsoft.com/office/drawing/2014/main" id="{51FD5E8D-50C8-0214-07C0-E88F5193972D}"/>
              </a:ext>
            </a:extLst>
          </p:cNvPr>
          <p:cNvSpPr/>
          <p:nvPr/>
        </p:nvSpPr>
        <p:spPr>
          <a:xfrm>
            <a:off x="4737229" y="4268539"/>
            <a:ext cx="602773" cy="545895"/>
          </a:xfrm>
          <a:prstGeom prst="rect">
            <a:avLst/>
          </a:prstGeom>
          <a:solidFill>
            <a:srgbClr val="005194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7" name="Rectangle 13">
            <a:extLst>
              <a:ext uri="{FF2B5EF4-FFF2-40B4-BE49-F238E27FC236}">
                <a16:creationId xmlns:a16="http://schemas.microsoft.com/office/drawing/2014/main" id="{B910C4A2-8082-C66C-B60B-356C1B3BA384}"/>
              </a:ext>
            </a:extLst>
          </p:cNvPr>
          <p:cNvSpPr/>
          <p:nvPr/>
        </p:nvSpPr>
        <p:spPr>
          <a:xfrm>
            <a:off x="6886076" y="4268539"/>
            <a:ext cx="602773" cy="545895"/>
          </a:xfrm>
          <a:prstGeom prst="rect">
            <a:avLst/>
          </a:prstGeom>
          <a:solidFill>
            <a:srgbClr val="99B9D4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Rectangle 13">
            <a:extLst>
              <a:ext uri="{FF2B5EF4-FFF2-40B4-BE49-F238E27FC236}">
                <a16:creationId xmlns:a16="http://schemas.microsoft.com/office/drawing/2014/main" id="{150547F5-511E-6DEB-C27B-1C31F97F7F1E}"/>
              </a:ext>
            </a:extLst>
          </p:cNvPr>
          <p:cNvSpPr/>
          <p:nvPr/>
        </p:nvSpPr>
        <p:spPr>
          <a:xfrm>
            <a:off x="6169793" y="4268539"/>
            <a:ext cx="602773" cy="545895"/>
          </a:xfrm>
          <a:prstGeom prst="rect">
            <a:avLst/>
          </a:prstGeom>
          <a:solidFill>
            <a:srgbClr val="6697BF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9" name="Rectangle 13">
            <a:extLst>
              <a:ext uri="{FF2B5EF4-FFF2-40B4-BE49-F238E27FC236}">
                <a16:creationId xmlns:a16="http://schemas.microsoft.com/office/drawing/2014/main" id="{EBACE547-7889-B6F1-D9BA-137E4A5EF8FD}"/>
              </a:ext>
            </a:extLst>
          </p:cNvPr>
          <p:cNvSpPr/>
          <p:nvPr/>
        </p:nvSpPr>
        <p:spPr>
          <a:xfrm>
            <a:off x="5453511" y="4268539"/>
            <a:ext cx="602773" cy="545895"/>
          </a:xfrm>
          <a:prstGeom prst="rect">
            <a:avLst/>
          </a:prstGeom>
          <a:solidFill>
            <a:srgbClr val="3374A9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0" name="Rectangle 13">
            <a:extLst>
              <a:ext uri="{FF2B5EF4-FFF2-40B4-BE49-F238E27FC236}">
                <a16:creationId xmlns:a16="http://schemas.microsoft.com/office/drawing/2014/main" id="{8B43B5C9-F01E-FEBE-FDF0-D982DE368DB1}"/>
              </a:ext>
            </a:extLst>
          </p:cNvPr>
          <p:cNvSpPr/>
          <p:nvPr/>
        </p:nvSpPr>
        <p:spPr>
          <a:xfrm>
            <a:off x="9034923" y="4268539"/>
            <a:ext cx="602773" cy="545895"/>
          </a:xfrm>
          <a:prstGeom prst="rect">
            <a:avLst/>
          </a:prstGeom>
          <a:solidFill>
            <a:srgbClr val="F39800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1" name="Rectangle 13">
            <a:extLst>
              <a:ext uri="{FF2B5EF4-FFF2-40B4-BE49-F238E27FC236}">
                <a16:creationId xmlns:a16="http://schemas.microsoft.com/office/drawing/2014/main" id="{D1378E0E-9B46-AEBD-C505-68933B206E88}"/>
              </a:ext>
            </a:extLst>
          </p:cNvPr>
          <p:cNvSpPr/>
          <p:nvPr/>
        </p:nvSpPr>
        <p:spPr>
          <a:xfrm>
            <a:off x="9749993" y="4268539"/>
            <a:ext cx="602773" cy="545895"/>
          </a:xfrm>
          <a:prstGeom prst="rect">
            <a:avLst/>
          </a:prstGeom>
          <a:solidFill>
            <a:srgbClr val="F5AD33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2" name="Rectangle 13">
            <a:extLst>
              <a:ext uri="{FF2B5EF4-FFF2-40B4-BE49-F238E27FC236}">
                <a16:creationId xmlns:a16="http://schemas.microsoft.com/office/drawing/2014/main" id="{451F5D7D-B94C-FD58-88F8-2DBD6FC14579}"/>
              </a:ext>
            </a:extLst>
          </p:cNvPr>
          <p:cNvSpPr/>
          <p:nvPr/>
        </p:nvSpPr>
        <p:spPr>
          <a:xfrm>
            <a:off x="10466277" y="4268539"/>
            <a:ext cx="602773" cy="545895"/>
          </a:xfrm>
          <a:prstGeom prst="rect">
            <a:avLst/>
          </a:prstGeom>
          <a:solidFill>
            <a:srgbClr val="F8C166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3" name="Rectangle 13">
            <a:extLst>
              <a:ext uri="{FF2B5EF4-FFF2-40B4-BE49-F238E27FC236}">
                <a16:creationId xmlns:a16="http://schemas.microsoft.com/office/drawing/2014/main" id="{4192DD3D-9D20-33DD-EF53-671B1D4FD254}"/>
              </a:ext>
            </a:extLst>
          </p:cNvPr>
          <p:cNvSpPr/>
          <p:nvPr/>
        </p:nvSpPr>
        <p:spPr>
          <a:xfrm>
            <a:off x="11182564" y="4268539"/>
            <a:ext cx="602773" cy="545895"/>
          </a:xfrm>
          <a:prstGeom prst="rect">
            <a:avLst/>
          </a:prstGeom>
          <a:solidFill>
            <a:srgbClr val="FAD699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4" name="Rectangle 13">
            <a:extLst>
              <a:ext uri="{FF2B5EF4-FFF2-40B4-BE49-F238E27FC236}">
                <a16:creationId xmlns:a16="http://schemas.microsoft.com/office/drawing/2014/main" id="{1D30DE6E-5812-98E8-D99D-9648BADD237B}"/>
              </a:ext>
            </a:extLst>
          </p:cNvPr>
          <p:cNvSpPr/>
          <p:nvPr/>
        </p:nvSpPr>
        <p:spPr>
          <a:xfrm>
            <a:off x="4737229" y="4931149"/>
            <a:ext cx="602773" cy="545895"/>
          </a:xfrm>
          <a:prstGeom prst="rect">
            <a:avLst/>
          </a:prstGeom>
          <a:solidFill>
            <a:srgbClr val="005D39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5" name="Rectangle 13">
            <a:extLst>
              <a:ext uri="{FF2B5EF4-FFF2-40B4-BE49-F238E27FC236}">
                <a16:creationId xmlns:a16="http://schemas.microsoft.com/office/drawing/2014/main" id="{FA7B3943-F038-CA00-3C53-733F000A9E23}"/>
              </a:ext>
            </a:extLst>
          </p:cNvPr>
          <p:cNvSpPr/>
          <p:nvPr/>
        </p:nvSpPr>
        <p:spPr>
          <a:xfrm>
            <a:off x="6886076" y="4931149"/>
            <a:ext cx="602773" cy="545895"/>
          </a:xfrm>
          <a:prstGeom prst="rect">
            <a:avLst/>
          </a:prstGeom>
          <a:solidFill>
            <a:srgbClr val="99BEB0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6" name="Rectangle 13">
            <a:extLst>
              <a:ext uri="{FF2B5EF4-FFF2-40B4-BE49-F238E27FC236}">
                <a16:creationId xmlns:a16="http://schemas.microsoft.com/office/drawing/2014/main" id="{3309A3D7-1AB6-8320-7E8A-569550981B18}"/>
              </a:ext>
            </a:extLst>
          </p:cNvPr>
          <p:cNvSpPr/>
          <p:nvPr/>
        </p:nvSpPr>
        <p:spPr>
          <a:xfrm>
            <a:off x="6169793" y="4931149"/>
            <a:ext cx="602773" cy="545895"/>
          </a:xfrm>
          <a:prstGeom prst="rect">
            <a:avLst/>
          </a:prstGeom>
          <a:solidFill>
            <a:srgbClr val="669E88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7" name="Rectangle 13">
            <a:extLst>
              <a:ext uri="{FF2B5EF4-FFF2-40B4-BE49-F238E27FC236}">
                <a16:creationId xmlns:a16="http://schemas.microsoft.com/office/drawing/2014/main" id="{9F9F5759-61B0-D2B5-7320-4F312FC09F2D}"/>
              </a:ext>
            </a:extLst>
          </p:cNvPr>
          <p:cNvSpPr/>
          <p:nvPr/>
        </p:nvSpPr>
        <p:spPr>
          <a:xfrm>
            <a:off x="5453511" y="4931149"/>
            <a:ext cx="602773" cy="545895"/>
          </a:xfrm>
          <a:prstGeom prst="rect">
            <a:avLst/>
          </a:prstGeom>
          <a:solidFill>
            <a:srgbClr val="337D6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8" name="Rectangle 13">
            <a:extLst>
              <a:ext uri="{FF2B5EF4-FFF2-40B4-BE49-F238E27FC236}">
                <a16:creationId xmlns:a16="http://schemas.microsoft.com/office/drawing/2014/main" id="{5EB4BF0A-245A-5F4A-3355-3FCA4900372F}"/>
              </a:ext>
            </a:extLst>
          </p:cNvPr>
          <p:cNvSpPr/>
          <p:nvPr/>
        </p:nvSpPr>
        <p:spPr>
          <a:xfrm>
            <a:off x="9034923" y="4931149"/>
            <a:ext cx="602773" cy="545895"/>
          </a:xfrm>
          <a:prstGeom prst="rect">
            <a:avLst/>
          </a:prstGeom>
          <a:solidFill>
            <a:srgbClr val="5C154F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9" name="Rectangle 13">
            <a:extLst>
              <a:ext uri="{FF2B5EF4-FFF2-40B4-BE49-F238E27FC236}">
                <a16:creationId xmlns:a16="http://schemas.microsoft.com/office/drawing/2014/main" id="{C73A4148-9091-3925-BE1D-CD8A6103DEA6}"/>
              </a:ext>
            </a:extLst>
          </p:cNvPr>
          <p:cNvSpPr/>
          <p:nvPr/>
        </p:nvSpPr>
        <p:spPr>
          <a:xfrm>
            <a:off x="9749993" y="4931149"/>
            <a:ext cx="602773" cy="545895"/>
          </a:xfrm>
          <a:prstGeom prst="rect">
            <a:avLst/>
          </a:prstGeom>
          <a:solidFill>
            <a:srgbClr val="7D4472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0" name="Rectangle 13">
            <a:extLst>
              <a:ext uri="{FF2B5EF4-FFF2-40B4-BE49-F238E27FC236}">
                <a16:creationId xmlns:a16="http://schemas.microsoft.com/office/drawing/2014/main" id="{2B1FDD87-ECDA-8D57-EBCC-D6FAF2A4D1C9}"/>
              </a:ext>
            </a:extLst>
          </p:cNvPr>
          <p:cNvSpPr/>
          <p:nvPr/>
        </p:nvSpPr>
        <p:spPr>
          <a:xfrm>
            <a:off x="10466277" y="4931149"/>
            <a:ext cx="602773" cy="545895"/>
          </a:xfrm>
          <a:prstGeom prst="rect">
            <a:avLst/>
          </a:prstGeom>
          <a:solidFill>
            <a:srgbClr val="9D7395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1" name="Rectangle 13">
            <a:extLst>
              <a:ext uri="{FF2B5EF4-FFF2-40B4-BE49-F238E27FC236}">
                <a16:creationId xmlns:a16="http://schemas.microsoft.com/office/drawing/2014/main" id="{25705B44-E0B5-9879-B387-03B2BE3102D7}"/>
              </a:ext>
            </a:extLst>
          </p:cNvPr>
          <p:cNvSpPr/>
          <p:nvPr/>
        </p:nvSpPr>
        <p:spPr>
          <a:xfrm>
            <a:off x="11182564" y="4931149"/>
            <a:ext cx="602773" cy="545895"/>
          </a:xfrm>
          <a:prstGeom prst="rect">
            <a:avLst/>
          </a:prstGeom>
          <a:solidFill>
            <a:srgbClr val="BEA1B9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23" name="Gerader Verbinder 55">
            <a:extLst>
              <a:ext uri="{FF2B5EF4-FFF2-40B4-BE49-F238E27FC236}">
                <a16:creationId xmlns:a16="http://schemas.microsoft.com/office/drawing/2014/main" id="{CFCBA94C-FC38-CE9C-41A0-C5908E2D9655}"/>
              </a:ext>
            </a:extLst>
          </p:cNvPr>
          <p:cNvCxnSpPr>
            <a:cxnSpLocks/>
          </p:cNvCxnSpPr>
          <p:nvPr/>
        </p:nvCxnSpPr>
        <p:spPr>
          <a:xfrm>
            <a:off x="4761918" y="3930778"/>
            <a:ext cx="7001457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0FEE6A52-F216-23C3-6AFD-971FCA933401}"/>
              </a:ext>
            </a:extLst>
          </p:cNvPr>
          <p:cNvGrpSpPr/>
          <p:nvPr/>
        </p:nvGrpSpPr>
        <p:grpSpPr>
          <a:xfrm>
            <a:off x="553276" y="2905313"/>
            <a:ext cx="1873031" cy="853200"/>
            <a:chOff x="497501" y="3256429"/>
            <a:chExt cx="1873031" cy="1211928"/>
          </a:xfrm>
        </p:grpSpPr>
        <p:sp>
          <p:nvSpPr>
            <p:cNvPr id="6" name="Freihandform: Form 52">
              <a:extLst>
                <a:ext uri="{FF2B5EF4-FFF2-40B4-BE49-F238E27FC236}">
                  <a16:creationId xmlns:a16="http://schemas.microsoft.com/office/drawing/2014/main" id="{4585181C-31FD-09CE-D61E-75D1706C9A89}"/>
                </a:ext>
              </a:extLst>
            </p:cNvPr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219170">
                <a:defRPr/>
              </a:pPr>
              <a:endParaRPr lang="en-GB" sz="1467">
                <a:solidFill>
                  <a:prstClr val="black"/>
                </a:solidFill>
                <a:sym typeface="Arial" panose="020B0604020202020204" pitchFamily="34" charset="0"/>
              </a:endParaRPr>
            </a:p>
          </p:txBody>
        </p:sp>
        <p:cxnSp>
          <p:nvCxnSpPr>
            <p:cNvPr id="7" name="Straight Connector 83">
              <a:extLst>
                <a:ext uri="{FF2B5EF4-FFF2-40B4-BE49-F238E27FC236}">
                  <a16:creationId xmlns:a16="http://schemas.microsoft.com/office/drawing/2014/main" id="{EDC2B575-4830-8434-3905-E0F5DB1DC31C}"/>
                </a:ext>
              </a:extLst>
            </p:cNvPr>
            <p:cNvCxnSpPr>
              <a:cxnSpLocks/>
            </p:cNvCxnSpPr>
            <p:nvPr/>
          </p:nvCxnSpPr>
          <p:spPr>
            <a:xfrm>
              <a:off x="504098" y="3281637"/>
              <a:ext cx="1866433" cy="1186720"/>
            </a:xfrm>
            <a:prstGeom prst="line">
              <a:avLst/>
            </a:prstGeom>
            <a:solidFill>
              <a:schemeClr val="accent6">
                <a:alpha val="20000"/>
              </a:scheme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Straight Connector 84">
              <a:extLst>
                <a:ext uri="{FF2B5EF4-FFF2-40B4-BE49-F238E27FC236}">
                  <a16:creationId xmlns:a16="http://schemas.microsoft.com/office/drawing/2014/main" id="{A191FEA9-4A0A-0CE5-7391-BE35A4EEB2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242" y="3281637"/>
              <a:ext cx="1832279" cy="1186720"/>
            </a:xfrm>
            <a:prstGeom prst="line">
              <a:avLst/>
            </a:prstGeom>
            <a:solidFill>
              <a:schemeClr val="accent6">
                <a:alpha val="20000"/>
              </a:scheme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223DC09-F700-31E4-06C5-E25DF1816809}"/>
              </a:ext>
            </a:extLst>
          </p:cNvPr>
          <p:cNvGrpSpPr/>
          <p:nvPr/>
        </p:nvGrpSpPr>
        <p:grpSpPr>
          <a:xfrm>
            <a:off x="4718717" y="2885608"/>
            <a:ext cx="1324291" cy="217375"/>
            <a:chOff x="4697470" y="3209372"/>
            <a:chExt cx="433615" cy="163031"/>
          </a:xfrm>
        </p:grpSpPr>
        <p:cxnSp>
          <p:nvCxnSpPr>
            <p:cNvPr id="10" name="Gerader Verbinder 50">
              <a:extLst>
                <a:ext uri="{FF2B5EF4-FFF2-40B4-BE49-F238E27FC236}">
                  <a16:creationId xmlns:a16="http://schemas.microsoft.com/office/drawing/2014/main" id="{56A5A444-97CF-7F26-68EA-2459C575EF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32764" y="3290888"/>
              <a:ext cx="16303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55">
              <a:extLst>
                <a:ext uri="{FF2B5EF4-FFF2-40B4-BE49-F238E27FC236}">
                  <a16:creationId xmlns:a16="http://schemas.microsoft.com/office/drawing/2014/main" id="{05C42648-B69A-9C8C-4AB3-59DA8E276C5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14278" y="2992565"/>
              <a:ext cx="0" cy="4336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8F4B848-7960-23D8-0ABB-BBFAA9B958C3}"/>
              </a:ext>
            </a:extLst>
          </p:cNvPr>
          <p:cNvSpPr txBox="1">
            <a:spLocks/>
          </p:cNvSpPr>
          <p:nvPr/>
        </p:nvSpPr>
        <p:spPr>
          <a:xfrm>
            <a:off x="4723977" y="3218607"/>
            <a:ext cx="1319033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defPPr>
              <a:defRPr lang="de-DE"/>
            </a:defPPr>
            <a:lvl1pPr indent="0" algn="ctr" defTabSz="68580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Default </a:t>
            </a:r>
            <a:b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</a:b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text colours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6F9FB28-DD36-CD66-4F6C-6ECF5833CF06}"/>
              </a:ext>
            </a:extLst>
          </p:cNvPr>
          <p:cNvSpPr txBox="1">
            <a:spLocks/>
          </p:cNvSpPr>
          <p:nvPr/>
        </p:nvSpPr>
        <p:spPr>
          <a:xfrm>
            <a:off x="8406381" y="3218607"/>
            <a:ext cx="2520000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defPPr>
              <a:defRPr lang="de-DE"/>
            </a:defPPr>
            <a:lvl1pPr indent="0" algn="ctr" defTabSz="68580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Colours for diagrams, </a:t>
            </a:r>
            <a:b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</a:b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charts, graphs etc.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145AFD1-1A2B-BDBA-675C-C4E2E0D0C654}"/>
              </a:ext>
            </a:extLst>
          </p:cNvPr>
          <p:cNvGrpSpPr/>
          <p:nvPr/>
        </p:nvGrpSpPr>
        <p:grpSpPr>
          <a:xfrm>
            <a:off x="7589112" y="2885608"/>
            <a:ext cx="4159413" cy="217375"/>
            <a:chOff x="4697470" y="3209372"/>
            <a:chExt cx="433615" cy="163031"/>
          </a:xfrm>
        </p:grpSpPr>
        <p:cxnSp>
          <p:nvCxnSpPr>
            <p:cNvPr id="16" name="Gerader Verbinder 50">
              <a:extLst>
                <a:ext uri="{FF2B5EF4-FFF2-40B4-BE49-F238E27FC236}">
                  <a16:creationId xmlns:a16="http://schemas.microsoft.com/office/drawing/2014/main" id="{B5796AB1-0417-5A31-3E74-378D8F723F3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32764" y="3290888"/>
              <a:ext cx="16303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55">
              <a:extLst>
                <a:ext uri="{FF2B5EF4-FFF2-40B4-BE49-F238E27FC236}">
                  <a16:creationId xmlns:a16="http://schemas.microsoft.com/office/drawing/2014/main" id="{62367B8C-6F81-F970-D1D7-9026EE55C27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14278" y="2992565"/>
              <a:ext cx="0" cy="4336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036F5C-40DF-245B-2FCD-CDDC9AD1326A}"/>
              </a:ext>
            </a:extLst>
          </p:cNvPr>
          <p:cNvGrpSpPr/>
          <p:nvPr/>
        </p:nvGrpSpPr>
        <p:grpSpPr>
          <a:xfrm>
            <a:off x="4718717" y="5661456"/>
            <a:ext cx="2770131" cy="217375"/>
            <a:chOff x="4697470" y="3209372"/>
            <a:chExt cx="433615" cy="163031"/>
          </a:xfrm>
        </p:grpSpPr>
        <p:cxnSp>
          <p:nvCxnSpPr>
            <p:cNvPr id="21" name="Gerader Verbinder 50">
              <a:extLst>
                <a:ext uri="{FF2B5EF4-FFF2-40B4-BE49-F238E27FC236}">
                  <a16:creationId xmlns:a16="http://schemas.microsoft.com/office/drawing/2014/main" id="{27EE15C5-866E-FEA7-BBB4-8262523843D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32764" y="3290888"/>
              <a:ext cx="16303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55">
              <a:extLst>
                <a:ext uri="{FF2B5EF4-FFF2-40B4-BE49-F238E27FC236}">
                  <a16:creationId xmlns:a16="http://schemas.microsoft.com/office/drawing/2014/main" id="{EF5CBFAA-4917-9B46-C074-3E9F2A7CB69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14278" y="2992565"/>
              <a:ext cx="0" cy="4336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C202630-7313-0A0D-AA0A-44CAB0F617DB}"/>
              </a:ext>
            </a:extLst>
          </p:cNvPr>
          <p:cNvSpPr txBox="1">
            <a:spLocks/>
          </p:cNvSpPr>
          <p:nvPr/>
        </p:nvSpPr>
        <p:spPr>
          <a:xfrm>
            <a:off x="4737229" y="5994455"/>
            <a:ext cx="2751623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defPPr>
              <a:defRPr lang="de-DE"/>
            </a:defPPr>
            <a:lvl1pPr indent="0" algn="ctr" defTabSz="68580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Colours for diagrams, </a:t>
            </a:r>
            <a:b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</a:b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charts, graphs etc.</a:t>
            </a: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410D9C1D-EE54-587E-C248-FFD4768EC955}"/>
              </a:ext>
            </a:extLst>
          </p:cNvPr>
          <p:cNvSpPr/>
          <p:nvPr/>
        </p:nvSpPr>
        <p:spPr>
          <a:xfrm>
            <a:off x="8305389" y="4268539"/>
            <a:ext cx="602773" cy="5458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61434C17-6C71-1C53-AF95-ED465F241650}"/>
              </a:ext>
            </a:extLst>
          </p:cNvPr>
          <p:cNvSpPr/>
          <p:nvPr/>
        </p:nvSpPr>
        <p:spPr>
          <a:xfrm>
            <a:off x="7589106" y="4268539"/>
            <a:ext cx="602773" cy="5458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305855F0-B05A-C770-32B9-EEA1771CCE59}"/>
              </a:ext>
            </a:extLst>
          </p:cNvPr>
          <p:cNvSpPr/>
          <p:nvPr/>
        </p:nvSpPr>
        <p:spPr>
          <a:xfrm>
            <a:off x="8305389" y="4931149"/>
            <a:ext cx="602773" cy="5458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Rectangle 13">
            <a:extLst>
              <a:ext uri="{FF2B5EF4-FFF2-40B4-BE49-F238E27FC236}">
                <a16:creationId xmlns:a16="http://schemas.microsoft.com/office/drawing/2014/main" id="{2D6057A9-B527-AC86-688D-F5142D6AC99E}"/>
              </a:ext>
            </a:extLst>
          </p:cNvPr>
          <p:cNvSpPr/>
          <p:nvPr/>
        </p:nvSpPr>
        <p:spPr>
          <a:xfrm>
            <a:off x="7589106" y="4931149"/>
            <a:ext cx="602773" cy="5458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F47FB4-78BD-7901-6A97-EF2C8E1600AE}"/>
              </a:ext>
            </a:extLst>
          </p:cNvPr>
          <p:cNvGrpSpPr/>
          <p:nvPr/>
        </p:nvGrpSpPr>
        <p:grpSpPr>
          <a:xfrm>
            <a:off x="9015202" y="5661456"/>
            <a:ext cx="2770131" cy="217375"/>
            <a:chOff x="4697470" y="3209372"/>
            <a:chExt cx="433615" cy="163031"/>
          </a:xfrm>
        </p:grpSpPr>
        <p:cxnSp>
          <p:nvCxnSpPr>
            <p:cNvPr id="31" name="Gerader Verbinder 50">
              <a:extLst>
                <a:ext uri="{FF2B5EF4-FFF2-40B4-BE49-F238E27FC236}">
                  <a16:creationId xmlns:a16="http://schemas.microsoft.com/office/drawing/2014/main" id="{77A85FCE-E228-EDBF-29D6-6EBD87604CD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32764" y="3290888"/>
              <a:ext cx="16303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55">
              <a:extLst>
                <a:ext uri="{FF2B5EF4-FFF2-40B4-BE49-F238E27FC236}">
                  <a16:creationId xmlns:a16="http://schemas.microsoft.com/office/drawing/2014/main" id="{849A3294-B797-74D1-3EAB-2E19DFB6B10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14278" y="2992565"/>
              <a:ext cx="0" cy="4336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58D97B61-61BB-F277-80B9-35F247DDB62B}"/>
              </a:ext>
            </a:extLst>
          </p:cNvPr>
          <p:cNvSpPr txBox="1">
            <a:spLocks/>
          </p:cNvSpPr>
          <p:nvPr/>
        </p:nvSpPr>
        <p:spPr>
          <a:xfrm>
            <a:off x="9033714" y="5994455"/>
            <a:ext cx="2751623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defPPr>
              <a:defRPr lang="de-DE"/>
            </a:defPPr>
            <a:lvl1pPr indent="0" algn="ctr" defTabSz="68580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Colours for diagrams, </a:t>
            </a:r>
            <a:b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</a:b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charts, graphs etc.</a:t>
            </a:r>
          </a:p>
        </p:txBody>
      </p:sp>
    </p:spTree>
    <p:extLst>
      <p:ext uri="{BB962C8B-B14F-4D97-AF65-F5344CB8AC3E}">
        <p14:creationId xmlns:p14="http://schemas.microsoft.com/office/powerpoint/2010/main" val="4055775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bv template EN">
  <a:themeElements>
    <a:clrScheme name="Custom 418">
      <a:dk1>
        <a:srgbClr val="333333"/>
      </a:dk1>
      <a:lt1>
        <a:srgbClr val="FFFFFF"/>
      </a:lt1>
      <a:dk2>
        <a:srgbClr val="CC071E"/>
      </a:dk2>
      <a:lt2>
        <a:srgbClr val="707173"/>
      </a:lt2>
      <a:accent1>
        <a:srgbClr val="707173"/>
      </a:accent1>
      <a:accent2>
        <a:srgbClr val="9C9E9F"/>
      </a:accent2>
      <a:accent3>
        <a:srgbClr val="B1B2B4"/>
      </a:accent3>
      <a:accent4>
        <a:srgbClr val="C6C7C8"/>
      </a:accent4>
      <a:accent5>
        <a:srgbClr val="D9DADB"/>
      </a:accent5>
      <a:accent6>
        <a:srgbClr val="ECECED"/>
      </a:accent6>
      <a:hlink>
        <a:srgbClr val="333333"/>
      </a:hlink>
      <a:folHlink>
        <a:srgbClr val="333333"/>
      </a:folHlink>
    </a:clrScheme>
    <a:fontScheme name="PTW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l" rtl="0">
          <a:spcAft>
            <a:spcPts val="600"/>
          </a:spcAft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noAutofit/>
      </a:bodyPr>
      <a:lstStyle>
        <a:defPPr marL="285750" indent="-285750" algn="l" rtl="0">
          <a:lnSpc>
            <a:spcPct val="120000"/>
          </a:lnSpc>
          <a:spcAft>
            <a:spcPts val="600"/>
          </a:spcAft>
          <a:buClr>
            <a:schemeClr val="tx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 name="Custom Color 1">
      <a:srgbClr val="005194"/>
    </a:custClr>
    <a:custClr name="Custom Color 2">
      <a:srgbClr val="3374A9"/>
    </a:custClr>
    <a:custClr name="Custom Color 3">
      <a:srgbClr val="6697BF"/>
    </a:custClr>
    <a:custClr name="Custom Color 4">
      <a:srgbClr val="99B9D4"/>
    </a:custClr>
    <a:custClr name="BLANK">
      <a:srgbClr val="FFFFFF"/>
    </a:custClr>
    <a:custClr name="BLANK">
      <a:srgbClr val="FFFFFF"/>
    </a:custClr>
    <a:custClr name="Custom Color 7">
      <a:srgbClr val="F39800"/>
    </a:custClr>
    <a:custClr name="Custom Color 8">
      <a:srgbClr val="F5AD33"/>
    </a:custClr>
    <a:custClr name="Custom Color 9">
      <a:srgbClr val="F8C166"/>
    </a:custClr>
    <a:custClr name="Custom Color 10">
      <a:srgbClr val="FAD699"/>
    </a:custClr>
    <a:custClr name="Custom Color 11">
      <a:srgbClr val="005D39"/>
    </a:custClr>
    <a:custClr name="Custom Color 12">
      <a:srgbClr val="337D61"/>
    </a:custClr>
    <a:custClr name="Custom Color 13">
      <a:srgbClr val="669E88"/>
    </a:custClr>
    <a:custClr name="Custom Color 14">
      <a:srgbClr val="99BEB0"/>
    </a:custClr>
    <a:custClr name="BLANK">
      <a:srgbClr val="FFFFFF"/>
    </a:custClr>
    <a:custClr name="BLANK">
      <a:srgbClr val="FFFFFF"/>
    </a:custClr>
    <a:custClr name="Custom Color 17">
      <a:srgbClr val="5C154F"/>
    </a:custClr>
    <a:custClr name="Custom Color 18">
      <a:srgbClr val="7D4472"/>
    </a:custClr>
    <a:custClr name="Custom Color 19">
      <a:srgbClr val="9D7395"/>
    </a:custClr>
    <a:custClr name="Custom Color 20">
      <a:srgbClr val="BEA1B9"/>
    </a:custClr>
  </a:custClrLst>
  <a:extLst>
    <a:ext uri="{05A4C25C-085E-4340-85A3-A5531E510DB2}">
      <thm15:themeFamily xmlns:thm15="http://schemas.microsoft.com/office/thememl/2012/main" name="bbv Template EN.potx" id="{62510A1F-2EA7-4EA2-AAB4-F1C7937D1124}" vid="{EAF1E2DA-C1F8-46A6-B21C-C2C8E7E0A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CA5C03B5B3648A59C327F9B592BCA" ma:contentTypeVersion="18" ma:contentTypeDescription="Create a new document." ma:contentTypeScope="" ma:versionID="6c18a499376fe99d18d064f593f17266">
  <xsd:schema xmlns:xsd="http://www.w3.org/2001/XMLSchema" xmlns:xs="http://www.w3.org/2001/XMLSchema" xmlns:p="http://schemas.microsoft.com/office/2006/metadata/properties" xmlns:ns2="ab110e31-9a28-463c-b599-9105678ef09e" xmlns:ns3="b416dfb7-f3da-461d-9305-4b76a01efcc1" targetNamespace="http://schemas.microsoft.com/office/2006/metadata/properties" ma:root="true" ma:fieldsID="c0ea90f0bc4730787fb2734bd82545d6" ns2:_="" ns3:_="">
    <xsd:import namespace="ab110e31-9a28-463c-b599-9105678ef09e"/>
    <xsd:import namespace="b416dfb7-f3da-461d-9305-4b76a01efc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110e31-9a28-463c-b599-9105678ef0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c9124cb-9502-46c0-8e39-0e7eaae655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6dfb7-f3da-461d-9305-4b76a01efcc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b86b37b-a08c-44d0-9ed8-25de7933685a}" ma:internalName="TaxCatchAll" ma:showField="CatchAllData" ma:web="b416dfb7-f3da-461d-9305-4b76a01efc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CB484D-016C-43DE-886B-249507DD65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C702D9-9E55-4D09-9269-3B464CFDB0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110e31-9a28-463c-b599-9105678ef09e"/>
    <ds:schemaRef ds:uri="b416dfb7-f3da-461d-9305-4b76a01efc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bbv template EN</Template>
  <TotalTime>2323</TotalTime>
  <Words>1120</Words>
  <Application>Microsoft Office PowerPoint</Application>
  <PresentationFormat>Widescreen</PresentationFormat>
  <Paragraphs>400</Paragraphs>
  <Slides>51</Slides>
  <Notes>29</Notes>
  <HiddenSlides>9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Courier New</vt:lpstr>
      <vt:lpstr>bbv template EN</vt:lpstr>
      <vt:lpstr>think-cell Slide</vt:lpstr>
      <vt:lpstr>PowerPoint Presentation</vt:lpstr>
      <vt:lpstr>YPP 4th</vt:lpstr>
      <vt:lpstr>Presentation on Trello Functionalities</vt:lpstr>
      <vt:lpstr>Agenda</vt:lpstr>
      <vt:lpstr>INTRODUCTION</vt:lpstr>
      <vt:lpstr>INTRODUCTION</vt:lpstr>
      <vt:lpstr>Key Functionalities</vt:lpstr>
      <vt:lpstr>Key Functionalities of Trello</vt:lpstr>
      <vt:lpstr>Dashboard Screen</vt:lpstr>
      <vt:lpstr>User Screen</vt:lpstr>
      <vt:lpstr>Workspace Creation</vt:lpstr>
      <vt:lpstr>Workspace Screen</vt:lpstr>
      <vt:lpstr>Board Creation</vt:lpstr>
      <vt:lpstr>Workspace, Board, User Relationship </vt:lpstr>
      <vt:lpstr>Board Screen</vt:lpstr>
      <vt:lpstr>Workspace, Board, Card, Member Relationship</vt:lpstr>
      <vt:lpstr>Card Screen</vt:lpstr>
      <vt:lpstr>Card and Card Detail Relationship</vt:lpstr>
      <vt:lpstr>Card Screen</vt:lpstr>
      <vt:lpstr>CustomField,  FieldValue, FieldItem Relationship</vt:lpstr>
      <vt:lpstr>Card Screen</vt:lpstr>
      <vt:lpstr>Attachment Relationship</vt:lpstr>
      <vt:lpstr>Card Screen</vt:lpstr>
      <vt:lpstr>CheckList and CheckListItem Relationship</vt:lpstr>
      <vt:lpstr>Workspace Member</vt:lpstr>
      <vt:lpstr>Board Member</vt:lpstr>
      <vt:lpstr>Card Member</vt:lpstr>
      <vt:lpstr>Member, RolePermission, ShareLink Relationship</vt:lpstr>
      <vt:lpstr>Workspace Setting Screen </vt:lpstr>
      <vt:lpstr>Board and User Setting Screen </vt:lpstr>
      <vt:lpstr>Setting Relationship</vt:lpstr>
      <vt:lpstr>Template Category Screen</vt:lpstr>
      <vt:lpstr>Template Screen</vt:lpstr>
      <vt:lpstr>Template Relationship</vt:lpstr>
      <vt:lpstr>Collection and Board Screen</vt:lpstr>
      <vt:lpstr>Board and Collection Relationship</vt:lpstr>
      <vt:lpstr>Card Sticker Screen</vt:lpstr>
      <vt:lpstr>Card and Sticker Relationship</vt:lpstr>
      <vt:lpstr>Notification and Activity Screen</vt:lpstr>
      <vt:lpstr>Notification and Activity Relationship</vt:lpstr>
      <vt:lpstr>Q&amp;A</vt:lpstr>
      <vt:lpstr>PowerPoint Presentation</vt:lpstr>
      <vt:lpstr>bbv template EN</vt:lpstr>
      <vt:lpstr>bbv Master layouts &amp; slide library</vt:lpstr>
      <vt:lpstr>Transfer of existing slides into the new Master</vt:lpstr>
      <vt:lpstr>Change icon colour</vt:lpstr>
      <vt:lpstr>Insert image into placeholder</vt:lpstr>
      <vt:lpstr>Insert image into mock-up screen (mobile/laptop)</vt:lpstr>
      <vt:lpstr>bbv template EN</vt:lpstr>
      <vt:lpstr>Working area, guides &amp; ruler</vt:lpstr>
      <vt:lpstr>bbv colour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Dao Trong Vo</dc:creator>
  <cp:lastModifiedBy>Dang Khoa Do</cp:lastModifiedBy>
  <cp:revision>504</cp:revision>
  <dcterms:created xsi:type="dcterms:W3CDTF">2025-07-10T03:51:23Z</dcterms:created>
  <dcterms:modified xsi:type="dcterms:W3CDTF">2025-08-10T17:14:05Z</dcterms:modified>
</cp:coreProperties>
</file>