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33.xml" ContentType="application/vnd.openxmlformats-officedocument.presentationml.tags+xml"/>
  <Override PartName="/ppt/notesSlides/notesSlide16.xml" ContentType="application/vnd.openxmlformats-officedocument.presentationml.notesSlide+xml"/>
  <Override PartName="/ppt/tags/tag34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35.xml" ContentType="application/vnd.openxmlformats-officedocument.presentationml.tags+xml"/>
  <Override PartName="/ppt/notesSlides/notesSlide19.xml" ContentType="application/vnd.openxmlformats-officedocument.presentationml.notesSlide+xml"/>
  <Override PartName="/ppt/tags/tag36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37.xml" ContentType="application/vnd.openxmlformats-officedocument.presentationml.tags+xml"/>
  <Override PartName="/ppt/notesSlides/notesSlide22.xml" ContentType="application/vnd.openxmlformats-officedocument.presentationml.notesSlide+xml"/>
  <Override PartName="/ppt/tags/tag38.xml" ContentType="application/vnd.openxmlformats-officedocument.presentationml.tags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7"/>
  </p:notesMasterIdLst>
  <p:handoutMasterIdLst>
    <p:handoutMasterId r:id="rId28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315" r:id="rId16"/>
    <p:sldId id="2145705823" r:id="rId17"/>
    <p:sldId id="2145705933" r:id="rId18"/>
    <p:sldId id="2145705739" r:id="rId19"/>
    <p:sldId id="2145705913" r:id="rId20"/>
    <p:sldId id="2145705949" r:id="rId21"/>
    <p:sldId id="2145705749" r:id="rId22"/>
    <p:sldId id="2145705911" r:id="rId23"/>
    <p:sldId id="2145705934" r:id="rId24"/>
    <p:sldId id="2145705791" r:id="rId25"/>
    <p:sldId id="2145705742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0291" autoAdjust="0"/>
  </p:normalViewPr>
  <p:slideViewPr>
    <p:cSldViewPr snapToGrid="0" snapToObjects="1" showGuides="1">
      <p:cViewPr>
        <p:scale>
          <a:sx n="100" d="100"/>
          <a:sy n="100" d="100"/>
        </p:scale>
        <p:origin x="1074" y="72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07/08/2025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07.08.2025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33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2.png"/><Relationship Id="rId5" Type="http://schemas.openxmlformats.org/officeDocument/2006/relationships/image" Target="../media/image31.emf"/><Relationship Id="rId4" Type="http://schemas.openxmlformats.org/officeDocument/2006/relationships/oleObject" Target="../embeddings/oleObject31.bin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6.png"/><Relationship Id="rId5" Type="http://schemas.openxmlformats.org/officeDocument/2006/relationships/image" Target="../media/image35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3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notesSlide" Target="../notesSlides/notesSlide19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47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6.png"/><Relationship Id="rId5" Type="http://schemas.openxmlformats.org/officeDocument/2006/relationships/image" Target="../media/image42.emf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4.svg"/><Relationship Id="rId1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6.png"/><Relationship Id="rId5" Type="http://schemas.openxmlformats.org/officeDocument/2006/relationships/image" Target="../media/image51.emf"/><Relationship Id="rId10" Type="http://schemas.openxmlformats.org/officeDocument/2006/relationships/image" Target="../media/image55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emf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5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3.png"/><Relationship Id="rId5" Type="http://schemas.openxmlformats.org/officeDocument/2006/relationships/image" Target="../media/image58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64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3.png"/><Relationship Id="rId5" Type="http://schemas.openxmlformats.org/officeDocument/2006/relationships/image" Target="../media/image62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UserViewHistory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UserStarredBoard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9525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BoardStatus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1"/>
          </p:cNvCxnSpPr>
          <p:nvPr/>
        </p:nvCxnSpPr>
        <p:spPr>
          <a:xfrm flipH="1">
            <a:off x="571356" y="4162425"/>
            <a:ext cx="1420490" cy="71315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SettingKey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chemeClr val="tx2">
                    <a:lumMod val="75000"/>
                  </a:schemeClr>
                </a:solidFill>
              </a:rPr>
              <a:t>SettingKey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9525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chemeClr val="tx2">
                    <a:lumMod val="75000"/>
                  </a:schemeClr>
                </a:solidFill>
              </a:rPr>
              <a:t>SettingValue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27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chemeClr val="tx2">
                    <a:lumMod val="75000"/>
                  </a:schemeClr>
                </a:solidFill>
              </a:rPr>
              <a:t>Member</a:t>
            </a:r>
            <a:endParaRPr lang="en-US" sz="1200" dirty="0">
              <a:solidFill>
                <a:schemeClr val="tx2">
                  <a:lumMod val="75000"/>
                </a:schemeClr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75000"/>
                  </a:schemeClr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9525" cap="flat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9525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4839D6-9D8A-4E6C-183E-488BA1B23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8000"/>
            <a:ext cx="12192000" cy="6960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631</TotalTime>
  <Words>812</Words>
  <Application>Microsoft Office PowerPoint</Application>
  <PresentationFormat>Widescreen</PresentationFormat>
  <Paragraphs>177</Paragraphs>
  <Slides>23</Slides>
  <Notes>23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Dashboard Screen</vt:lpstr>
      <vt:lpstr>Dashboard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41</cp:revision>
  <dcterms:created xsi:type="dcterms:W3CDTF">2025-07-10T03:51:23Z</dcterms:created>
  <dcterms:modified xsi:type="dcterms:W3CDTF">2025-08-07T10:36:56Z</dcterms:modified>
</cp:coreProperties>
</file>