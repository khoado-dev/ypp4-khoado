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tags/tag32.xml" ContentType="application/vnd.openxmlformats-officedocument.presentationml.tag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ags/tag33.xml" ContentType="application/vnd.openxmlformats-officedocument.presentationml.tags+xml"/>
  <Override PartName="/ppt/notesSlides/notesSlide16.xml" ContentType="application/vnd.openxmlformats-officedocument.presentationml.notesSlide+xml"/>
  <Override PartName="/ppt/tags/tag34.xml" ContentType="application/vnd.openxmlformats-officedocument.presentationml.tag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35.xml" ContentType="application/vnd.openxmlformats-officedocument.presentationml.tags+xml"/>
  <Override PartName="/ppt/notesSlides/notesSlide19.xml" ContentType="application/vnd.openxmlformats-officedocument.presentationml.notesSlide+xml"/>
  <Override PartName="/ppt/tags/tag36.xml" ContentType="application/vnd.openxmlformats-officedocument.presentationml.tags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tags/tag37.xml" ContentType="application/vnd.openxmlformats-officedocument.presentationml.tags+xml"/>
  <Override PartName="/ppt/notesSlides/notesSlide22.xml" ContentType="application/vnd.openxmlformats-officedocument.presentationml.notesSlide+xml"/>
  <Override PartName="/ppt/tags/tag38.xml" ContentType="application/vnd.openxmlformats-officedocument.presentationml.tags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28"/>
  </p:notesMasterIdLst>
  <p:handoutMasterIdLst>
    <p:handoutMasterId r:id="rId29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54" r:id="rId14"/>
    <p:sldId id="2145705955" r:id="rId15"/>
    <p:sldId id="2145705956" r:id="rId16"/>
    <p:sldId id="315" r:id="rId17"/>
    <p:sldId id="2145705823" r:id="rId18"/>
    <p:sldId id="2145705933" r:id="rId19"/>
    <p:sldId id="2145705739" r:id="rId20"/>
    <p:sldId id="2145705913" r:id="rId21"/>
    <p:sldId id="2145705949" r:id="rId22"/>
    <p:sldId id="2145705749" r:id="rId23"/>
    <p:sldId id="2145705911" r:id="rId24"/>
    <p:sldId id="2145705934" r:id="rId25"/>
    <p:sldId id="2145705791" r:id="rId26"/>
    <p:sldId id="2145705742" r:id="rId27"/>
  </p:sldIdLst>
  <p:sldSz cx="12192000" cy="6858000"/>
  <p:notesSz cx="6858000" cy="9144000"/>
  <p:custDataLst>
    <p:tags r:id="rId30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54"/>
            <p14:sldId id="2145705955"/>
            <p14:sldId id="2145705956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E33"/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86" autoAdjust="0"/>
    <p:restoredTop sz="90291" autoAdjust="0"/>
  </p:normalViewPr>
  <p:slideViewPr>
    <p:cSldViewPr snapToGrid="0" snapToObjects="1" showGuides="1">
      <p:cViewPr>
        <p:scale>
          <a:sx n="150" d="100"/>
          <a:sy n="150" d="100"/>
        </p:scale>
        <p:origin x="-450" y="-173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8.xml"/><Relationship Id="rId34" Type="http://schemas.openxmlformats.org/officeDocument/2006/relationships/tableStyles" Target="tableStyle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viewProps" Target="view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tags" Target="tags/tag1.xml"/><Relationship Id="rId8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08.08.2025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32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notesSlide" Target="../notesSlides/notesSlide16.xml"/><Relationship Id="rId7" Type="http://schemas.openxmlformats.org/officeDocument/2006/relationships/image" Target="../media/image35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34.png"/><Relationship Id="rId5" Type="http://schemas.openxmlformats.org/officeDocument/2006/relationships/image" Target="../media/image33.emf"/><Relationship Id="rId4" Type="http://schemas.openxmlformats.org/officeDocument/2006/relationships/oleObject" Target="../embeddings/oleObject31.bin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notesSlide" Target="../notesSlides/notesSlide17.xml"/><Relationship Id="rId7" Type="http://schemas.openxmlformats.org/officeDocument/2006/relationships/image" Target="../media/image3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38.png"/><Relationship Id="rId5" Type="http://schemas.openxmlformats.org/officeDocument/2006/relationships/image" Target="../media/image37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4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3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notesSlide" Target="../notesSlides/notesSlide19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49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48.png"/><Relationship Id="rId5" Type="http://schemas.openxmlformats.org/officeDocument/2006/relationships/image" Target="../media/image44.emf"/><Relationship Id="rId15" Type="http://schemas.openxmlformats.org/officeDocument/2006/relationships/image" Target="../media/image52.png"/><Relationship Id="rId10" Type="http://schemas.openxmlformats.org/officeDocument/2006/relationships/image" Target="../media/image47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46.svg"/><Relationship Id="rId14" Type="http://schemas.openxmlformats.org/officeDocument/2006/relationships/image" Target="../media/image51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notesSlide" Target="../notesSlides/notesSlide20.xml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58.png"/><Relationship Id="rId5" Type="http://schemas.openxmlformats.org/officeDocument/2006/relationships/image" Target="../media/image53.emf"/><Relationship Id="rId10" Type="http://schemas.openxmlformats.org/officeDocument/2006/relationships/image" Target="../media/image57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5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emf"/><Relationship Id="rId3" Type="http://schemas.openxmlformats.org/officeDocument/2006/relationships/notesSlide" Target="../notesSlides/notesSlide22.xml"/><Relationship Id="rId7" Type="http://schemas.openxmlformats.org/officeDocument/2006/relationships/image" Target="../media/image6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35.png"/><Relationship Id="rId5" Type="http://schemas.openxmlformats.org/officeDocument/2006/relationships/image" Target="../media/image60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6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3.xml"/><Relationship Id="rId7" Type="http://schemas.openxmlformats.org/officeDocument/2006/relationships/image" Target="../media/image6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65.png"/><Relationship Id="rId5" Type="http://schemas.openxmlformats.org/officeDocument/2006/relationships/image" Target="../media/image64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 w="19050"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19050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0"/>
          </p:cNvCxnSpPr>
          <p:nvPr/>
        </p:nvCxnSpPr>
        <p:spPr>
          <a:xfrm flipH="1">
            <a:off x="946078" y="4162425"/>
            <a:ext cx="1045768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2FCB8B4-21DA-8C11-21E7-50EA45D815AF}"/>
              </a:ext>
            </a:extLst>
          </p:cNvPr>
          <p:cNvSpPr/>
          <p:nvPr/>
        </p:nvSpPr>
        <p:spPr>
          <a:xfrm>
            <a:off x="8694434" y="5094288"/>
            <a:ext cx="744842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8ACBEA2E-204D-B68B-D2EC-DAB0CE3AE6EF}"/>
              </a:ext>
            </a:extLst>
          </p:cNvPr>
          <p:cNvCxnSpPr>
            <a:cxnSpLocks/>
            <a:stCxn id="193" idx="0"/>
            <a:endCxn id="195" idx="2"/>
          </p:cNvCxnSpPr>
          <p:nvPr/>
        </p:nvCxnSpPr>
        <p:spPr>
          <a:xfrm flipV="1">
            <a:off x="9066855" y="4728758"/>
            <a:ext cx="529872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: Rounded Corners 194">
            <a:extLst>
              <a:ext uri="{FF2B5EF4-FFF2-40B4-BE49-F238E27FC236}">
                <a16:creationId xmlns:a16="http://schemas.microsoft.com/office/drawing/2014/main" id="{5089106E-848E-D991-A0E8-8061FE2D0269}"/>
              </a:ext>
            </a:extLst>
          </p:cNvPr>
          <p:cNvSpPr/>
          <p:nvPr/>
        </p:nvSpPr>
        <p:spPr>
          <a:xfrm>
            <a:off x="9066855" y="4400207"/>
            <a:ext cx="1059744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A91C19-D5CD-1F70-8009-5A8B8D3F5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6048"/>
            <a:ext cx="12201529" cy="6984116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9812594" y="1454150"/>
            <a:ext cx="2379406" cy="140703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8724900" y="1587085"/>
            <a:ext cx="1087694" cy="161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8141110" y="1492799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9096851" y="2062301"/>
            <a:ext cx="868680" cy="25812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141110" y="2209969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10342485" y="1931194"/>
            <a:ext cx="693598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9965531" y="1893370"/>
            <a:ext cx="354808" cy="337861"/>
          </a:xfrm>
          <a:prstGeom prst="ellipse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2101E092-6666-8DB3-DCCE-19C3F4995FE2}"/>
              </a:ext>
            </a:extLst>
          </p:cNvPr>
          <p:cNvSpPr/>
          <p:nvPr/>
        </p:nvSpPr>
        <p:spPr>
          <a:xfrm>
            <a:off x="8141110" y="185141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10342484" y="2092979"/>
            <a:ext cx="1132759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9096848" y="2231231"/>
            <a:ext cx="1812016" cy="443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8141107" y="256446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32648B45-400D-E03F-C5EA-231D9BEC9B8D}"/>
              </a:ext>
            </a:extLst>
          </p:cNvPr>
          <p:cNvSpPr/>
          <p:nvPr/>
        </p:nvSpPr>
        <p:spPr>
          <a:xfrm>
            <a:off x="9964994" y="3487558"/>
            <a:ext cx="412494" cy="20961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0A1E8F89-83E9-590E-1CCA-1681B80E1FBE}"/>
              </a:ext>
            </a:extLst>
          </p:cNvPr>
          <p:cNvCxnSpPr>
            <a:cxnSpLocks/>
            <a:stCxn id="100" idx="3"/>
          </p:cNvCxnSpPr>
          <p:nvPr/>
        </p:nvCxnSpPr>
        <p:spPr>
          <a:xfrm flipV="1">
            <a:off x="10377488" y="3586719"/>
            <a:ext cx="1007681" cy="564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6404143C-3FEE-CD00-77C7-FADD0BE27F90}"/>
              </a:ext>
            </a:extLst>
          </p:cNvPr>
          <p:cNvSpPr/>
          <p:nvPr/>
        </p:nvSpPr>
        <p:spPr>
          <a:xfrm>
            <a:off x="11385169" y="3476266"/>
            <a:ext cx="707293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CB0897B-0E0B-17CB-6A5F-9EB86067A6BF}"/>
              </a:ext>
            </a:extLst>
          </p:cNvPr>
          <p:cNvSpPr/>
          <p:nvPr/>
        </p:nvSpPr>
        <p:spPr>
          <a:xfrm>
            <a:off x="9964994" y="3774161"/>
            <a:ext cx="412494" cy="20961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B8BD88B-C188-979C-8A84-09E12D47B441}"/>
              </a:ext>
            </a:extLst>
          </p:cNvPr>
          <p:cNvCxnSpPr>
            <a:cxnSpLocks/>
            <a:stCxn id="110" idx="3"/>
          </p:cNvCxnSpPr>
          <p:nvPr/>
        </p:nvCxnSpPr>
        <p:spPr>
          <a:xfrm flipV="1">
            <a:off x="10377488" y="3873322"/>
            <a:ext cx="1007681" cy="564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F6B0B40B-E3FF-280B-9B19-A48738FA64EC}"/>
              </a:ext>
            </a:extLst>
          </p:cNvPr>
          <p:cNvSpPr/>
          <p:nvPr/>
        </p:nvSpPr>
        <p:spPr>
          <a:xfrm>
            <a:off x="11385169" y="3762869"/>
            <a:ext cx="707293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E8D0A32-16DB-945E-F8A6-6B3B2FDBB28E}"/>
              </a:ext>
            </a:extLst>
          </p:cNvPr>
          <p:cNvSpPr/>
          <p:nvPr/>
        </p:nvSpPr>
        <p:spPr>
          <a:xfrm>
            <a:off x="9964994" y="4053367"/>
            <a:ext cx="412494" cy="20961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EABD976-8548-A679-391B-89B7CA09023B}"/>
              </a:ext>
            </a:extLst>
          </p:cNvPr>
          <p:cNvCxnSpPr>
            <a:cxnSpLocks/>
            <a:stCxn id="113" idx="3"/>
            <a:endCxn id="115" idx="1"/>
          </p:cNvCxnSpPr>
          <p:nvPr/>
        </p:nvCxnSpPr>
        <p:spPr>
          <a:xfrm flipV="1">
            <a:off x="10377488" y="4152528"/>
            <a:ext cx="759233" cy="564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B9EB3A54-1C07-C73E-93C4-C696550EEAEE}"/>
              </a:ext>
            </a:extLst>
          </p:cNvPr>
          <p:cNvSpPr/>
          <p:nvPr/>
        </p:nvSpPr>
        <p:spPr>
          <a:xfrm>
            <a:off x="11136721" y="4042075"/>
            <a:ext cx="955741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27" name="Connector: Curved 126">
            <a:extLst>
              <a:ext uri="{FF2B5EF4-FFF2-40B4-BE49-F238E27FC236}">
                <a16:creationId xmlns:a16="http://schemas.microsoft.com/office/drawing/2014/main" id="{E94216F4-0935-4143-B3DF-E1C5E0AD5361}"/>
              </a:ext>
            </a:extLst>
          </p:cNvPr>
          <p:cNvCxnSpPr>
            <a:stCxn id="25" idx="0"/>
          </p:cNvCxnSpPr>
          <p:nvPr/>
        </p:nvCxnSpPr>
        <p:spPr>
          <a:xfrm rot="16200000" flipV="1">
            <a:off x="9840372" y="1082281"/>
            <a:ext cx="105392" cy="1592433"/>
          </a:xfrm>
          <a:prstGeom prst="curvedConnector2">
            <a:avLst/>
          </a:prstGeom>
          <a:ln w="19050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301" y="109855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557" y="109800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2932498" y="2072323"/>
            <a:ext cx="145327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318487-E602-2D18-D75F-F368DEDBCEC6}"/>
              </a:ext>
            </a:extLst>
          </p:cNvPr>
          <p:cNvSpPr/>
          <p:nvPr/>
        </p:nvSpPr>
        <p:spPr>
          <a:xfrm>
            <a:off x="2968706" y="2262011"/>
            <a:ext cx="376950" cy="11682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428877" y="1995487"/>
            <a:ext cx="436122" cy="4306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901777" y="210154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901776" y="2597944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901775" y="309433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901774" y="3590733"/>
            <a:ext cx="1861473" cy="5574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326481" y="323107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326480" y="4651059"/>
            <a:ext cx="3250407" cy="7853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050631" y="4971859"/>
            <a:ext cx="461963" cy="1406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321361" y="4343260"/>
            <a:ext cx="1772008" cy="1615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659136" y="1736051"/>
            <a:ext cx="0" cy="3362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415348" y="151514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243479" y="209951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082439" y="2209968"/>
            <a:ext cx="346438" cy="84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B23861C-4655-78E0-0E30-52B3BEB0DAF5}"/>
              </a:ext>
            </a:extLst>
          </p:cNvPr>
          <p:cNvSpPr/>
          <p:nvPr/>
        </p:nvSpPr>
        <p:spPr>
          <a:xfrm>
            <a:off x="2415348" y="2559602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BillingPlan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494275" y="250507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57A9692-3DB2-538D-5D05-1C276AB1855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157181" y="2378832"/>
            <a:ext cx="0" cy="1807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3826670" y="2321668"/>
            <a:ext cx="667605" cy="29386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395664" y="2267043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326480" y="2926755"/>
            <a:ext cx="918370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494275" y="289101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244850" y="3001470"/>
            <a:ext cx="1249425" cy="907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929784" y="511254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042496" y="4424037"/>
            <a:ext cx="278865" cy="688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464175" y="576434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3951684" y="5436395"/>
            <a:ext cx="512491" cy="43839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345782" y="2147041"/>
            <a:ext cx="4340488" cy="9593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188852" y="2072323"/>
            <a:ext cx="156930" cy="149435"/>
          </a:xfrm>
          <a:prstGeom prst="ellipse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686271" y="1995487"/>
            <a:ext cx="2197630" cy="2666161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699749" y="162559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832514" y="1727230"/>
            <a:ext cx="867235" cy="37431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1095037" y="223256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763249" y="2343020"/>
            <a:ext cx="331788" cy="456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1095037" y="275648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763248" y="2866939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1103146" y="335830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771357" y="3468756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494275" y="415749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955709" y="4367236"/>
            <a:ext cx="325904" cy="60462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4F1D7532-571C-609F-181C-20E3D766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0" y="1097999"/>
            <a:ext cx="12197400" cy="730585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EC26-6AFC-217C-BFC9-58232F0D645A}"/>
              </a:ext>
            </a:extLst>
          </p:cNvPr>
          <p:cNvSpPr/>
          <p:nvPr/>
        </p:nvSpPr>
        <p:spPr>
          <a:xfrm>
            <a:off x="190165" y="1635221"/>
            <a:ext cx="730585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483D0B-1238-41FB-1906-76427DC229A5}"/>
              </a:ext>
            </a:extLst>
          </p:cNvPr>
          <p:cNvSpPr/>
          <p:nvPr/>
        </p:nvSpPr>
        <p:spPr>
          <a:xfrm>
            <a:off x="1147428" y="118179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A00AE2-6B7B-CEDD-767C-A5121F2D702F}"/>
              </a:ext>
            </a:extLst>
          </p:cNvPr>
          <p:cNvCxnSpPr>
            <a:cxnSpLocks/>
            <a:stCxn id="8" idx="0"/>
            <a:endCxn id="9" idx="1"/>
          </p:cNvCxnSpPr>
          <p:nvPr/>
        </p:nvCxnSpPr>
        <p:spPr>
          <a:xfrm flipV="1">
            <a:off x="555458" y="1292246"/>
            <a:ext cx="591970" cy="3429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2ECD5F-08EF-0A27-4778-615BD0B9A971}"/>
              </a:ext>
            </a:extLst>
          </p:cNvPr>
          <p:cNvSpPr/>
          <p:nvPr/>
        </p:nvSpPr>
        <p:spPr>
          <a:xfrm>
            <a:off x="7079186" y="1603558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DA3E5C-9D43-9D6A-8808-89A4CB8E6743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7389511" y="1824465"/>
            <a:ext cx="95960" cy="1781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6EA32-CE74-D689-28D9-0056225E1D1F}"/>
              </a:ext>
            </a:extLst>
          </p:cNvPr>
          <p:cNvSpPr/>
          <p:nvPr/>
        </p:nvSpPr>
        <p:spPr>
          <a:xfrm>
            <a:off x="6765134" y="2014688"/>
            <a:ext cx="4417216" cy="176344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34874A-2A4E-96CE-0EF0-355B82AFB441}"/>
              </a:ext>
            </a:extLst>
          </p:cNvPr>
          <p:cNvSpPr/>
          <p:nvPr/>
        </p:nvSpPr>
        <p:spPr>
          <a:xfrm>
            <a:off x="247173" y="2121893"/>
            <a:ext cx="714852" cy="14170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8D58DA-2850-1FAE-7FA4-7B4C03ED3A5B}"/>
              </a:ext>
            </a:extLst>
          </p:cNvPr>
          <p:cNvSpPr/>
          <p:nvPr/>
        </p:nvSpPr>
        <p:spPr>
          <a:xfrm>
            <a:off x="1147428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Stage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BA09B7-FC76-6546-893E-E104BEC168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962025" y="1802150"/>
            <a:ext cx="689310" cy="3905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CC482-21F2-8E7B-DD54-CB7AED891B30}"/>
              </a:ext>
            </a:extLst>
          </p:cNvPr>
          <p:cNvSpPr/>
          <p:nvPr/>
        </p:nvSpPr>
        <p:spPr>
          <a:xfrm>
            <a:off x="274063" y="2447647"/>
            <a:ext cx="1714281" cy="9664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2D51F72-DB0C-51DB-4E66-A086D15A057A}"/>
              </a:ext>
            </a:extLst>
          </p:cNvPr>
          <p:cNvSpPr/>
          <p:nvPr/>
        </p:nvSpPr>
        <p:spPr>
          <a:xfrm>
            <a:off x="3351912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CBC9D1E-8D27-F3F7-FEF5-B466B78B8F61}"/>
              </a:ext>
            </a:extLst>
          </p:cNvPr>
          <p:cNvCxnSpPr>
            <a:cxnSpLocks/>
            <a:endCxn id="36" idx="3"/>
          </p:cNvCxnSpPr>
          <p:nvPr/>
        </p:nvCxnSpPr>
        <p:spPr>
          <a:xfrm flipH="1">
            <a:off x="1988344" y="1847870"/>
            <a:ext cx="1649193" cy="64809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19359A-5B2E-F5C0-CAC0-90B380D53BB9}"/>
              </a:ext>
            </a:extLst>
          </p:cNvPr>
          <p:cNvSpPr/>
          <p:nvPr/>
        </p:nvSpPr>
        <p:spPr>
          <a:xfrm>
            <a:off x="285272" y="2569423"/>
            <a:ext cx="424341" cy="1322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2F6FCF09-A288-1A11-EC98-6BE0A615463B}"/>
              </a:ext>
            </a:extLst>
          </p:cNvPr>
          <p:cNvSpPr/>
          <p:nvPr/>
        </p:nvSpPr>
        <p:spPr>
          <a:xfrm>
            <a:off x="2516107" y="251421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D5F5EB-9D95-69BF-905E-C33FE74C3A90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709613" y="2624666"/>
            <a:ext cx="1806494" cy="1088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58526B4-AC1D-F36A-9F06-2A37E61B07AE}"/>
              </a:ext>
            </a:extLst>
          </p:cNvPr>
          <p:cNvSpPr/>
          <p:nvPr/>
        </p:nvSpPr>
        <p:spPr>
          <a:xfrm>
            <a:off x="285272" y="2724612"/>
            <a:ext cx="1191103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87950959-1939-656B-8DC2-5081E19D5988}"/>
              </a:ext>
            </a:extLst>
          </p:cNvPr>
          <p:cNvSpPr/>
          <p:nvPr/>
        </p:nvSpPr>
        <p:spPr>
          <a:xfrm>
            <a:off x="2519389" y="3471541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6B51D32-E4E4-3987-0BA2-EE6E842D28E5}"/>
              </a:ext>
            </a:extLst>
          </p:cNvPr>
          <p:cNvCxnSpPr>
            <a:cxnSpLocks/>
            <a:stCxn id="73" idx="2"/>
            <a:endCxn id="74" idx="1"/>
          </p:cNvCxnSpPr>
          <p:nvPr/>
        </p:nvCxnSpPr>
        <p:spPr>
          <a:xfrm>
            <a:off x="880824" y="2924615"/>
            <a:ext cx="1638565" cy="6573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FA5B0DE-AA69-A67D-E5FC-384449CFDD56}"/>
              </a:ext>
            </a:extLst>
          </p:cNvPr>
          <p:cNvCxnSpPr>
            <a:cxnSpLocks/>
            <a:stCxn id="94" idx="3"/>
            <a:endCxn id="99" idx="1"/>
          </p:cNvCxnSpPr>
          <p:nvPr/>
        </p:nvCxnSpPr>
        <p:spPr>
          <a:xfrm>
            <a:off x="1776413" y="2824477"/>
            <a:ext cx="739694" cy="38930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580FAF72-5540-BA33-CEFB-D6047414B865}"/>
              </a:ext>
            </a:extLst>
          </p:cNvPr>
          <p:cNvSpPr/>
          <p:nvPr/>
        </p:nvSpPr>
        <p:spPr>
          <a:xfrm>
            <a:off x="1514014" y="2724612"/>
            <a:ext cx="262399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70CDE6-C645-CDD7-42A4-AC34D0589B6A}"/>
              </a:ext>
            </a:extLst>
          </p:cNvPr>
          <p:cNvSpPr/>
          <p:nvPr/>
        </p:nvSpPr>
        <p:spPr>
          <a:xfrm>
            <a:off x="2516107" y="3103330"/>
            <a:ext cx="9753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Comment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ABA6F0F-F15B-4E98-3375-5A96F7F35A01}"/>
              </a:ext>
            </a:extLst>
          </p:cNvPr>
          <p:cNvCxnSpPr>
            <a:cxnSpLocks/>
            <a:stCxn id="104" idx="2"/>
          </p:cNvCxnSpPr>
          <p:nvPr/>
        </p:nvCxnSpPr>
        <p:spPr>
          <a:xfrm>
            <a:off x="497443" y="3165947"/>
            <a:ext cx="0" cy="434958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E0019E-D923-9EF8-E037-B8DF92A02AD0}"/>
              </a:ext>
            </a:extLst>
          </p:cNvPr>
          <p:cNvSpPr/>
          <p:nvPr/>
        </p:nvSpPr>
        <p:spPr>
          <a:xfrm>
            <a:off x="285272" y="2966218"/>
            <a:ext cx="424341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9BD88C9-7991-9AC4-CC5D-A788EE07B269}"/>
              </a:ext>
            </a:extLst>
          </p:cNvPr>
          <p:cNvSpPr/>
          <p:nvPr/>
        </p:nvSpPr>
        <p:spPr>
          <a:xfrm>
            <a:off x="274063" y="3416314"/>
            <a:ext cx="92440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B4175FF-591F-8CF3-E23A-FB5A63D60D68}"/>
              </a:ext>
            </a:extLst>
          </p:cNvPr>
          <p:cNvSpPr/>
          <p:nvPr/>
        </p:nvSpPr>
        <p:spPr>
          <a:xfrm>
            <a:off x="4952999" y="2471067"/>
            <a:ext cx="425451" cy="49515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63C58C0D-542C-1CBA-67C7-111EF34CD0F1}"/>
              </a:ext>
            </a:extLst>
          </p:cNvPr>
          <p:cNvSpPr/>
          <p:nvPr/>
        </p:nvSpPr>
        <p:spPr>
          <a:xfrm>
            <a:off x="4309696" y="158124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10AC015-E927-B35E-AE31-6E6155F20891}"/>
              </a:ext>
            </a:extLst>
          </p:cNvPr>
          <p:cNvCxnSpPr>
            <a:cxnSpLocks/>
            <a:endCxn id="126" idx="0"/>
          </p:cNvCxnSpPr>
          <p:nvPr/>
        </p:nvCxnSpPr>
        <p:spPr>
          <a:xfrm>
            <a:off x="4595322" y="1802150"/>
            <a:ext cx="570403" cy="66891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2C607E0-C6A6-A7C0-1FF9-D07F2DE31DE0}"/>
              </a:ext>
            </a:extLst>
          </p:cNvPr>
          <p:cNvSpPr/>
          <p:nvPr/>
        </p:nvSpPr>
        <p:spPr>
          <a:xfrm>
            <a:off x="4740274" y="4953000"/>
            <a:ext cx="638176" cy="11724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EFEA76B8-BFE6-C0CA-D581-D4F7ED679049}"/>
              </a:ext>
            </a:extLst>
          </p:cNvPr>
          <p:cNvSpPr/>
          <p:nvPr/>
        </p:nvSpPr>
        <p:spPr>
          <a:xfrm>
            <a:off x="3270250" y="4966814"/>
            <a:ext cx="111234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18C1338-7B66-0009-539C-D28DDB6E3616}"/>
              </a:ext>
            </a:extLst>
          </p:cNvPr>
          <p:cNvCxnSpPr>
            <a:cxnSpLocks/>
            <a:stCxn id="140" idx="1"/>
            <a:endCxn id="141" idx="3"/>
          </p:cNvCxnSpPr>
          <p:nvPr/>
        </p:nvCxnSpPr>
        <p:spPr>
          <a:xfrm flipH="1">
            <a:off x="4382597" y="5011625"/>
            <a:ext cx="357677" cy="6564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9816712-3D7D-B258-A787-3DEC171F24E2}"/>
              </a:ext>
            </a:extLst>
          </p:cNvPr>
          <p:cNvSpPr/>
          <p:nvPr/>
        </p:nvSpPr>
        <p:spPr>
          <a:xfrm>
            <a:off x="4740274" y="4715883"/>
            <a:ext cx="17224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5C6FC3B7-5451-F688-3C14-523F43FD5468}"/>
              </a:ext>
            </a:extLst>
          </p:cNvPr>
          <p:cNvSpPr/>
          <p:nvPr/>
        </p:nvSpPr>
        <p:spPr>
          <a:xfrm>
            <a:off x="3407206" y="4676866"/>
            <a:ext cx="97539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727925B-7FA9-B1DA-579F-215384D30584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 flipV="1">
            <a:off x="4382597" y="4787320"/>
            <a:ext cx="357677" cy="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CD76ED-9FD9-6D72-F72A-FD4B21FD1BD4}"/>
              </a:ext>
            </a:extLst>
          </p:cNvPr>
          <p:cNvSpPr/>
          <p:nvPr/>
        </p:nvSpPr>
        <p:spPr>
          <a:xfrm>
            <a:off x="5282836" y="4732093"/>
            <a:ext cx="284528" cy="14287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F6C1CC81-BE24-C908-6408-2E07AAE2635D}"/>
              </a:ext>
            </a:extLst>
          </p:cNvPr>
          <p:cNvSpPr/>
          <p:nvPr/>
        </p:nvSpPr>
        <p:spPr>
          <a:xfrm>
            <a:off x="6755083" y="4693077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BDB5C081-15EA-9413-93D5-095C30A24097}"/>
              </a:ext>
            </a:extLst>
          </p:cNvPr>
          <p:cNvCxnSpPr>
            <a:cxnSpLocks/>
            <a:stCxn id="156" idx="3"/>
            <a:endCxn id="157" idx="1"/>
          </p:cNvCxnSpPr>
          <p:nvPr/>
        </p:nvCxnSpPr>
        <p:spPr>
          <a:xfrm>
            <a:off x="5567364" y="4803531"/>
            <a:ext cx="118771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55358AB-E120-9E74-15E9-8EB1FC521BA9}"/>
              </a:ext>
            </a:extLst>
          </p:cNvPr>
          <p:cNvSpPr/>
          <p:nvPr/>
        </p:nvSpPr>
        <p:spPr>
          <a:xfrm>
            <a:off x="5378450" y="6359637"/>
            <a:ext cx="410006" cy="14287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ED54DA42-8382-7079-B046-33CDBC9974EF}"/>
              </a:ext>
            </a:extLst>
          </p:cNvPr>
          <p:cNvSpPr/>
          <p:nvPr/>
        </p:nvSpPr>
        <p:spPr>
          <a:xfrm>
            <a:off x="6765134" y="6109132"/>
            <a:ext cx="1064416" cy="22090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6F8F6F2-2E0D-A639-34E1-FAD9F937CA38}"/>
              </a:ext>
            </a:extLst>
          </p:cNvPr>
          <p:cNvCxnSpPr>
            <a:cxnSpLocks/>
            <a:stCxn id="165" idx="3"/>
            <a:endCxn id="166" idx="1"/>
          </p:cNvCxnSpPr>
          <p:nvPr/>
        </p:nvCxnSpPr>
        <p:spPr>
          <a:xfrm flipV="1">
            <a:off x="5788456" y="6219583"/>
            <a:ext cx="976678" cy="21149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8FA7C2F-7935-89C4-D9B9-64327EA0DB3F}"/>
              </a:ext>
            </a:extLst>
          </p:cNvPr>
          <p:cNvSpPr/>
          <p:nvPr/>
        </p:nvSpPr>
        <p:spPr>
          <a:xfrm>
            <a:off x="5458191" y="6119580"/>
            <a:ext cx="199660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41457132-000A-FAA5-4407-5C842585F992}"/>
              </a:ext>
            </a:extLst>
          </p:cNvPr>
          <p:cNvSpPr/>
          <p:nvPr/>
        </p:nvSpPr>
        <p:spPr>
          <a:xfrm>
            <a:off x="3407206" y="6340867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FDC68C4A-DC5B-5E5A-F33B-64DB5A00D50E}"/>
              </a:ext>
            </a:extLst>
          </p:cNvPr>
          <p:cNvCxnSpPr>
            <a:cxnSpLocks/>
            <a:stCxn id="180" idx="1"/>
            <a:endCxn id="181" idx="3"/>
          </p:cNvCxnSpPr>
          <p:nvPr/>
        </p:nvCxnSpPr>
        <p:spPr>
          <a:xfrm flipH="1">
            <a:off x="4382598" y="6219582"/>
            <a:ext cx="1075593" cy="23173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17DCD41-0B8B-254A-E3A1-EF0AC77A643A}"/>
              </a:ext>
            </a:extLst>
          </p:cNvPr>
          <p:cNvSpPr/>
          <p:nvPr/>
        </p:nvSpPr>
        <p:spPr>
          <a:xfrm>
            <a:off x="8945197" y="1575749"/>
            <a:ext cx="694103" cy="27212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07ED2E-DE5D-F5C7-E576-3FC330D452D1}"/>
              </a:ext>
            </a:extLst>
          </p:cNvPr>
          <p:cNvSpPr/>
          <p:nvPr/>
        </p:nvSpPr>
        <p:spPr>
          <a:xfrm>
            <a:off x="9067656" y="1173114"/>
            <a:ext cx="805324" cy="2071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D49C02-AFEB-8F69-F90B-F177EE4AF44F}"/>
              </a:ext>
            </a:extLst>
          </p:cNvPr>
          <p:cNvCxnSpPr>
            <a:cxnSpLocks/>
            <a:stCxn id="4" idx="2"/>
            <a:endCxn id="2" idx="0"/>
          </p:cNvCxnSpPr>
          <p:nvPr/>
        </p:nvCxnSpPr>
        <p:spPr>
          <a:xfrm flipH="1">
            <a:off x="9292249" y="1380295"/>
            <a:ext cx="178069" cy="19545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310D94D-7EAB-F557-28E7-2AAECE86AC47}"/>
              </a:ext>
            </a:extLst>
          </p:cNvPr>
          <p:cNvSpPr/>
          <p:nvPr/>
        </p:nvSpPr>
        <p:spPr>
          <a:xfrm>
            <a:off x="4720734" y="5908089"/>
            <a:ext cx="657716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490B9E-7CDE-E1A0-3E50-E7E503DE3519}"/>
              </a:ext>
            </a:extLst>
          </p:cNvPr>
          <p:cNvSpPr/>
          <p:nvPr/>
        </p:nvSpPr>
        <p:spPr>
          <a:xfrm>
            <a:off x="3407206" y="578718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IsCompleted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35F862-6D08-0ABD-A097-D347B84A7C07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 flipV="1">
            <a:off x="4482798" y="5897638"/>
            <a:ext cx="237936" cy="11045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8E299E7-0D19-972A-D615-5B2371E945B5}"/>
              </a:ext>
            </a:extLst>
          </p:cNvPr>
          <p:cNvSpPr/>
          <p:nvPr/>
        </p:nvSpPr>
        <p:spPr>
          <a:xfrm>
            <a:off x="4620534" y="2387611"/>
            <a:ext cx="2072366" cy="19993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EC12656-AA6F-D0F7-1403-9878132A7E96}"/>
              </a:ext>
            </a:extLst>
          </p:cNvPr>
          <p:cNvSpPr/>
          <p:nvPr/>
        </p:nvSpPr>
        <p:spPr>
          <a:xfrm>
            <a:off x="3288627" y="418145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CoverValue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831F9D-350A-5AA8-5000-58A81B0EC335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364219" y="4291911"/>
            <a:ext cx="256315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A7AD6B2-E705-598B-D287-E09E6EB7EFF8}"/>
              </a:ext>
            </a:extLst>
          </p:cNvPr>
          <p:cNvSpPr/>
          <p:nvPr/>
        </p:nvSpPr>
        <p:spPr>
          <a:xfrm>
            <a:off x="8073456" y="1599423"/>
            <a:ext cx="694102" cy="23656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7793981-7F09-3546-5310-1F9E995DCFDC}"/>
              </a:ext>
            </a:extLst>
          </p:cNvPr>
          <p:cNvCxnSpPr>
            <a:cxnSpLocks/>
            <a:stCxn id="41" idx="2"/>
          </p:cNvCxnSpPr>
          <p:nvPr/>
        </p:nvCxnSpPr>
        <p:spPr>
          <a:xfrm flipH="1">
            <a:off x="8324547" y="1835983"/>
            <a:ext cx="95960" cy="5260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D75B8DC2-115D-F8EA-CDA0-94E2E85EE0E1}"/>
              </a:ext>
            </a:extLst>
          </p:cNvPr>
          <p:cNvSpPr/>
          <p:nvPr/>
        </p:nvSpPr>
        <p:spPr>
          <a:xfrm>
            <a:off x="6829421" y="2387611"/>
            <a:ext cx="2072366" cy="10413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Picture 128">
            <a:extLst>
              <a:ext uri="{FF2B5EF4-FFF2-40B4-BE49-F238E27FC236}">
                <a16:creationId xmlns:a16="http://schemas.microsoft.com/office/drawing/2014/main" id="{D7F045F7-5BAC-BE6C-FE1F-93F2DBF64B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8890" y="1103359"/>
            <a:ext cx="12192000" cy="592110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99C08-F49D-B561-377D-49F87FFC90E6}"/>
              </a:ext>
            </a:extLst>
          </p:cNvPr>
          <p:cNvSpPr/>
          <p:nvPr/>
        </p:nvSpPr>
        <p:spPr>
          <a:xfrm>
            <a:off x="2785665" y="1516856"/>
            <a:ext cx="719535" cy="17859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3FF9E2-E95B-C5DE-F0D0-3AB85F75009B}"/>
              </a:ext>
            </a:extLst>
          </p:cNvPr>
          <p:cNvSpPr/>
          <p:nvPr/>
        </p:nvSpPr>
        <p:spPr>
          <a:xfrm>
            <a:off x="4953460" y="1489136"/>
            <a:ext cx="932990" cy="23541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StageTitle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DEB633-2A18-C8E4-64CD-41463BA8D5BA}"/>
              </a:ext>
            </a:extLst>
          </p:cNvPr>
          <p:cNvCxnSpPr>
            <a:cxnSpLocks/>
            <a:stCxn id="11" idx="3"/>
            <a:endCxn id="12" idx="1"/>
          </p:cNvCxnSpPr>
          <p:nvPr/>
        </p:nvCxnSpPr>
        <p:spPr>
          <a:xfrm>
            <a:off x="3505200" y="1606153"/>
            <a:ext cx="1448260" cy="69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640D614-A7B3-EA4C-3234-173171CBC154}"/>
              </a:ext>
            </a:extLst>
          </p:cNvPr>
          <p:cNvSpPr/>
          <p:nvPr/>
        </p:nvSpPr>
        <p:spPr>
          <a:xfrm>
            <a:off x="3174285" y="1875569"/>
            <a:ext cx="1138635" cy="20631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7FFCCA-1679-EF32-66EB-3C2D88FDDCBB}"/>
              </a:ext>
            </a:extLst>
          </p:cNvPr>
          <p:cNvSpPr/>
          <p:nvPr/>
        </p:nvSpPr>
        <p:spPr>
          <a:xfrm>
            <a:off x="4953460" y="1834018"/>
            <a:ext cx="997759" cy="27195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47A4D9-445C-99E8-0D74-74BA71ED5474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4312920" y="1969998"/>
            <a:ext cx="640540" cy="87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9E0C1-F41A-2D9B-73E1-820518FA0677}"/>
              </a:ext>
            </a:extLst>
          </p:cNvPr>
          <p:cNvSpPr/>
          <p:nvPr/>
        </p:nvSpPr>
        <p:spPr>
          <a:xfrm>
            <a:off x="2785665" y="2369598"/>
            <a:ext cx="902891" cy="2076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7B9B4F4-606D-05DB-7618-0406D66573A9}"/>
              </a:ext>
            </a:extLst>
          </p:cNvPr>
          <p:cNvSpPr/>
          <p:nvPr/>
        </p:nvSpPr>
        <p:spPr>
          <a:xfrm>
            <a:off x="4953460" y="2341878"/>
            <a:ext cx="997759" cy="273786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77B932-E4C4-417F-BA37-BDD6FD6E3E11}"/>
              </a:ext>
            </a:extLst>
          </p:cNvPr>
          <p:cNvCxnSpPr>
            <a:cxnSpLocks/>
            <a:stCxn id="23" idx="3"/>
            <a:endCxn id="24" idx="1"/>
          </p:cNvCxnSpPr>
          <p:nvPr/>
        </p:nvCxnSpPr>
        <p:spPr>
          <a:xfrm>
            <a:off x="3688556" y="2473448"/>
            <a:ext cx="1264904" cy="532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04B05C3-C7E3-150E-69BD-55F176B2CA79}"/>
              </a:ext>
            </a:extLst>
          </p:cNvPr>
          <p:cNvSpPr/>
          <p:nvPr/>
        </p:nvSpPr>
        <p:spPr>
          <a:xfrm>
            <a:off x="2926080" y="3357993"/>
            <a:ext cx="2096770" cy="3458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90907E-79E9-D4CD-AE65-170286A6717E}"/>
              </a:ext>
            </a:extLst>
          </p:cNvPr>
          <p:cNvSpPr/>
          <p:nvPr/>
        </p:nvSpPr>
        <p:spPr>
          <a:xfrm>
            <a:off x="5605375" y="3415463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D3DA65-B96C-E591-9C94-1B75BB42A248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 flipV="1">
            <a:off x="5022850" y="3525917"/>
            <a:ext cx="582525" cy="49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3828CBE-88D9-3434-8651-D765392E65C5}"/>
              </a:ext>
            </a:extLst>
          </p:cNvPr>
          <p:cNvSpPr/>
          <p:nvPr/>
        </p:nvSpPr>
        <p:spPr>
          <a:xfrm>
            <a:off x="2926080" y="4611945"/>
            <a:ext cx="3505200" cy="90021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BBD693C-A54D-C30B-09E9-911E9AF50C36}"/>
              </a:ext>
            </a:extLst>
          </p:cNvPr>
          <p:cNvSpPr/>
          <p:nvPr/>
        </p:nvSpPr>
        <p:spPr>
          <a:xfrm>
            <a:off x="7323280" y="5566802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7E288-DA3A-F1DF-1521-9632FF55E4F0}"/>
              </a:ext>
            </a:extLst>
          </p:cNvPr>
          <p:cNvCxnSpPr>
            <a:cxnSpLocks/>
            <a:stCxn id="36" idx="3"/>
            <a:endCxn id="37" idx="1"/>
          </p:cNvCxnSpPr>
          <p:nvPr/>
        </p:nvCxnSpPr>
        <p:spPr>
          <a:xfrm>
            <a:off x="6431280" y="5062050"/>
            <a:ext cx="892000" cy="61520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AB98DF47-5FF5-5D29-C8FB-98550016EC6E}"/>
              </a:ext>
            </a:extLst>
          </p:cNvPr>
          <p:cNvSpPr/>
          <p:nvPr/>
        </p:nvSpPr>
        <p:spPr>
          <a:xfrm>
            <a:off x="2971802" y="4803806"/>
            <a:ext cx="3365498" cy="20950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06F0D69-C97B-8133-9B4C-5AB9DF4FF8C7}"/>
              </a:ext>
            </a:extLst>
          </p:cNvPr>
          <p:cNvSpPr/>
          <p:nvPr/>
        </p:nvSpPr>
        <p:spPr>
          <a:xfrm>
            <a:off x="4173379" y="6153875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40BDEC4-1F39-511B-B853-E8865FF83BAE}"/>
              </a:ext>
            </a:extLst>
          </p:cNvPr>
          <p:cNvCxnSpPr>
            <a:cxnSpLocks/>
            <a:stCxn id="49" idx="2"/>
            <a:endCxn id="50" idx="0"/>
          </p:cNvCxnSpPr>
          <p:nvPr/>
        </p:nvCxnSpPr>
        <p:spPr>
          <a:xfrm>
            <a:off x="4654551" y="5013315"/>
            <a:ext cx="55808" cy="114056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EFD49983-88EB-0F17-8098-A9E3FF2F340B}"/>
              </a:ext>
            </a:extLst>
          </p:cNvPr>
          <p:cNvSpPr/>
          <p:nvPr/>
        </p:nvSpPr>
        <p:spPr>
          <a:xfrm>
            <a:off x="1525430" y="5311813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FieldOption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B56BB71-6B92-A5B0-B975-5DF9B74E950C}"/>
              </a:ext>
            </a:extLst>
          </p:cNvPr>
          <p:cNvCxnSpPr>
            <a:cxnSpLocks/>
            <a:stCxn id="68" idx="1"/>
            <a:endCxn id="69" idx="2"/>
          </p:cNvCxnSpPr>
          <p:nvPr/>
        </p:nvCxnSpPr>
        <p:spPr>
          <a:xfrm flipH="1" flipV="1">
            <a:off x="2062410" y="5532720"/>
            <a:ext cx="861989" cy="42926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4FF7A021-B626-47F5-B447-21EA5A4C4E23}"/>
              </a:ext>
            </a:extLst>
          </p:cNvPr>
          <p:cNvSpPr/>
          <p:nvPr/>
        </p:nvSpPr>
        <p:spPr>
          <a:xfrm>
            <a:off x="3893346" y="3431176"/>
            <a:ext cx="196056" cy="19431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CFF3835-1A5B-9EF6-17AC-CF14098E91EA}"/>
              </a:ext>
            </a:extLst>
          </p:cNvPr>
          <p:cNvSpPr/>
          <p:nvPr/>
        </p:nvSpPr>
        <p:spPr>
          <a:xfrm>
            <a:off x="4920123" y="2865818"/>
            <a:ext cx="932989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LabelTitle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FA319BE-E3D8-EF34-B26A-14DC8656C31E}"/>
              </a:ext>
            </a:extLst>
          </p:cNvPr>
          <p:cNvCxnSpPr>
            <a:cxnSpLocks/>
            <a:stCxn id="75" idx="3"/>
            <a:endCxn id="76" idx="2"/>
          </p:cNvCxnSpPr>
          <p:nvPr/>
        </p:nvCxnSpPr>
        <p:spPr>
          <a:xfrm flipV="1">
            <a:off x="4089402" y="3043979"/>
            <a:ext cx="1297216" cy="48435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21ADEA6D-C366-9322-1E31-BE2C8B0DC01F}"/>
              </a:ext>
            </a:extLst>
          </p:cNvPr>
          <p:cNvSpPr/>
          <p:nvPr/>
        </p:nvSpPr>
        <p:spPr>
          <a:xfrm>
            <a:off x="3954056" y="2862578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67B335E-37C6-7144-0D40-51998C424066}"/>
              </a:ext>
            </a:extLst>
          </p:cNvPr>
          <p:cNvCxnSpPr>
            <a:cxnSpLocks/>
            <a:stCxn id="94" idx="0"/>
            <a:endCxn id="90" idx="2"/>
          </p:cNvCxnSpPr>
          <p:nvPr/>
        </p:nvCxnSpPr>
        <p:spPr>
          <a:xfrm flipV="1">
            <a:off x="3777854" y="3040739"/>
            <a:ext cx="603673" cy="38805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D76A94F9-7D79-6248-91FF-B8AEE7921146}"/>
              </a:ext>
            </a:extLst>
          </p:cNvPr>
          <p:cNvSpPr/>
          <p:nvPr/>
        </p:nvSpPr>
        <p:spPr>
          <a:xfrm>
            <a:off x="3688557" y="3428796"/>
            <a:ext cx="178594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E94F32A-DFA9-FCCA-B34B-47921863DDBE}"/>
              </a:ext>
            </a:extLst>
          </p:cNvPr>
          <p:cNvSpPr/>
          <p:nvPr/>
        </p:nvSpPr>
        <p:spPr>
          <a:xfrm>
            <a:off x="3533611" y="3434258"/>
            <a:ext cx="89297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9986F37F-CF99-8013-ECC3-E7D23BEC3576}"/>
              </a:ext>
            </a:extLst>
          </p:cNvPr>
          <p:cNvCxnSpPr>
            <a:cxnSpLocks/>
            <a:stCxn id="101" idx="0"/>
            <a:endCxn id="105" idx="2"/>
          </p:cNvCxnSpPr>
          <p:nvPr/>
        </p:nvCxnSpPr>
        <p:spPr>
          <a:xfrm flipH="1" flipV="1">
            <a:off x="3257288" y="3040738"/>
            <a:ext cx="320972" cy="39352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C04E02A-32AF-5129-CD99-CAE298082A2F}"/>
              </a:ext>
            </a:extLst>
          </p:cNvPr>
          <p:cNvSpPr/>
          <p:nvPr/>
        </p:nvSpPr>
        <p:spPr>
          <a:xfrm>
            <a:off x="2829817" y="2862577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42DD3B-8599-4319-E89F-5CCC68776B81}"/>
              </a:ext>
            </a:extLst>
          </p:cNvPr>
          <p:cNvSpPr/>
          <p:nvPr/>
        </p:nvSpPr>
        <p:spPr>
          <a:xfrm>
            <a:off x="2926081" y="3974829"/>
            <a:ext cx="3074670" cy="1781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A76C688-6993-4A98-D24E-3878A328315F}"/>
              </a:ext>
            </a:extLst>
          </p:cNvPr>
          <p:cNvCxnSpPr>
            <a:cxnSpLocks/>
            <a:stCxn id="113" idx="1"/>
          </p:cNvCxnSpPr>
          <p:nvPr/>
        </p:nvCxnSpPr>
        <p:spPr>
          <a:xfrm flipH="1">
            <a:off x="2520597" y="4063910"/>
            <a:ext cx="405484" cy="15885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52798A33-9B8F-12BC-99CF-2713838D34F9}"/>
              </a:ext>
            </a:extLst>
          </p:cNvPr>
          <p:cNvSpPr/>
          <p:nvPr/>
        </p:nvSpPr>
        <p:spPr>
          <a:xfrm>
            <a:off x="1504280" y="4130126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pic>
        <p:nvPicPr>
          <p:cNvPr id="131" name="Picture 130">
            <a:extLst>
              <a:ext uri="{FF2B5EF4-FFF2-40B4-BE49-F238E27FC236}">
                <a16:creationId xmlns:a16="http://schemas.microsoft.com/office/drawing/2014/main" id="{68123AA8-17BD-1665-1E22-2C061747BB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0371" y="5497985"/>
            <a:ext cx="1013685" cy="701782"/>
          </a:xfrm>
          <a:prstGeom prst="rect">
            <a:avLst/>
          </a:prstGeom>
        </p:spPr>
      </p:pic>
      <p:sp>
        <p:nvSpPr>
          <p:cNvPr id="68" name="Rectangle 67">
            <a:extLst>
              <a:ext uri="{FF2B5EF4-FFF2-40B4-BE49-F238E27FC236}">
                <a16:creationId xmlns:a16="http://schemas.microsoft.com/office/drawing/2014/main" id="{D7150F41-32F2-794E-6384-91DBDE6BE64B}"/>
              </a:ext>
            </a:extLst>
          </p:cNvPr>
          <p:cNvSpPr/>
          <p:nvPr/>
        </p:nvSpPr>
        <p:spPr>
          <a:xfrm>
            <a:off x="2924399" y="5724197"/>
            <a:ext cx="1029657" cy="47557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7111D-F9A5-51AF-AD0C-247E6697F48A}"/>
              </a:ext>
            </a:extLst>
          </p:cNvPr>
          <p:cNvSpPr/>
          <p:nvPr/>
        </p:nvSpPr>
        <p:spPr>
          <a:xfrm flipV="1">
            <a:off x="2971802" y="4660026"/>
            <a:ext cx="133350" cy="12132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BABA2CA-5D68-FAD7-A324-39DA9C8CDBD3}"/>
              </a:ext>
            </a:extLst>
          </p:cNvPr>
          <p:cNvCxnSpPr>
            <a:cxnSpLocks/>
            <a:stCxn id="142" idx="1"/>
          </p:cNvCxnSpPr>
          <p:nvPr/>
        </p:nvCxnSpPr>
        <p:spPr>
          <a:xfrm flipH="1" flipV="1">
            <a:off x="2511073" y="4660028"/>
            <a:ext cx="460729" cy="6065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: Rounded Corners 143">
            <a:extLst>
              <a:ext uri="{FF2B5EF4-FFF2-40B4-BE49-F238E27FC236}">
                <a16:creationId xmlns:a16="http://schemas.microsoft.com/office/drawing/2014/main" id="{17E2737A-5CA0-7F41-894E-DF668B0B4D1F}"/>
              </a:ext>
            </a:extLst>
          </p:cNvPr>
          <p:cNvSpPr/>
          <p:nvPr/>
        </p:nvSpPr>
        <p:spPr>
          <a:xfrm>
            <a:off x="1349376" y="4576909"/>
            <a:ext cx="1171222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DataTypeIcon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F1A4A2A-A7B5-4AD1-76CD-5F65E35B5FF3}"/>
              </a:ext>
            </a:extLst>
          </p:cNvPr>
          <p:cNvSpPr/>
          <p:nvPr/>
        </p:nvSpPr>
        <p:spPr>
          <a:xfrm flipV="1">
            <a:off x="3130285" y="4661206"/>
            <a:ext cx="177731" cy="1213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FB3686E-3987-216B-E122-13A84CD748B6}"/>
              </a:ext>
            </a:extLst>
          </p:cNvPr>
          <p:cNvCxnSpPr>
            <a:cxnSpLocks/>
            <a:stCxn id="148" idx="3"/>
            <a:endCxn id="150" idx="2"/>
          </p:cNvCxnSpPr>
          <p:nvPr/>
        </p:nvCxnSpPr>
        <p:spPr>
          <a:xfrm flipV="1">
            <a:off x="3308016" y="4469455"/>
            <a:ext cx="1215742" cy="25241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Rectangle: Rounded Corners 149">
            <a:extLst>
              <a:ext uri="{FF2B5EF4-FFF2-40B4-BE49-F238E27FC236}">
                <a16:creationId xmlns:a16="http://schemas.microsoft.com/office/drawing/2014/main" id="{4B765905-0978-3CBE-2674-B1BD61561AD3}"/>
              </a:ext>
            </a:extLst>
          </p:cNvPr>
          <p:cNvSpPr/>
          <p:nvPr/>
        </p:nvSpPr>
        <p:spPr>
          <a:xfrm>
            <a:off x="3851628" y="4291294"/>
            <a:ext cx="1344260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CustomFieldTitle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74529533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983</TotalTime>
  <Words>849</Words>
  <Application>Microsoft Office PowerPoint</Application>
  <PresentationFormat>Widescreen</PresentationFormat>
  <Paragraphs>210</Paragraphs>
  <Slides>24</Slides>
  <Notes>23</Notes>
  <HiddenSlides>9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9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Dashboard Screen</vt:lpstr>
      <vt:lpstr>Workspace Screen</vt:lpstr>
      <vt:lpstr>Board Screen</vt:lpstr>
      <vt:lpstr>Card Screen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Dang Khoa Do</cp:lastModifiedBy>
  <cp:revision>121</cp:revision>
  <dcterms:created xsi:type="dcterms:W3CDTF">2025-07-10T03:51:23Z</dcterms:created>
  <dcterms:modified xsi:type="dcterms:W3CDTF">2025-08-08T04:13:52Z</dcterms:modified>
</cp:coreProperties>
</file>