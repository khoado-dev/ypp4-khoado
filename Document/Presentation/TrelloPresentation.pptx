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tags/tag32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tags/tag33.xml" ContentType="application/vnd.openxmlformats-officedocument.presentationml.tags+xml"/>
  <Override PartName="/ppt/notesSlides/notesSlide21.xml" ContentType="application/vnd.openxmlformats-officedocument.presentationml.notesSlide+xml"/>
  <Override PartName="/ppt/tags/tag34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35.xml" ContentType="application/vnd.openxmlformats-officedocument.presentationml.tags+xml"/>
  <Override PartName="/ppt/notesSlides/notesSlide24.xml" ContentType="application/vnd.openxmlformats-officedocument.presentationml.notesSlide+xml"/>
  <Override PartName="/ppt/tags/tag36.xml" ContentType="application/vnd.openxmlformats-officedocument.presentationml.tag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tags/tag37.xml" ContentType="application/vnd.openxmlformats-officedocument.presentationml.tags+xml"/>
  <Override PartName="/ppt/notesSlides/notesSlide27.xml" ContentType="application/vnd.openxmlformats-officedocument.presentationml.notesSlide+xml"/>
  <Override PartName="/ppt/tags/tag38.xml" ContentType="application/vnd.openxmlformats-officedocument.presentationml.tags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39"/>
  </p:notesMasterIdLst>
  <p:handoutMasterIdLst>
    <p:handoutMasterId r:id="rId40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63" r:id="rId14"/>
    <p:sldId id="2145705954" r:id="rId15"/>
    <p:sldId id="2145705964" r:id="rId16"/>
    <p:sldId id="2145705955" r:id="rId17"/>
    <p:sldId id="2145705956" r:id="rId18"/>
    <p:sldId id="2145705957" r:id="rId19"/>
    <p:sldId id="2145705958" r:id="rId20"/>
    <p:sldId id="2145705959" r:id="rId21"/>
    <p:sldId id="2145705960" r:id="rId22"/>
    <p:sldId id="2145705961" r:id="rId23"/>
    <p:sldId id="2145705962" r:id="rId24"/>
    <p:sldId id="2145705965" r:id="rId25"/>
    <p:sldId id="2145705966" r:id="rId26"/>
    <p:sldId id="2145705967" r:id="rId27"/>
    <p:sldId id="315" r:id="rId28"/>
    <p:sldId id="2145705823" r:id="rId29"/>
    <p:sldId id="2145705933" r:id="rId30"/>
    <p:sldId id="2145705739" r:id="rId31"/>
    <p:sldId id="2145705913" r:id="rId32"/>
    <p:sldId id="2145705949" r:id="rId33"/>
    <p:sldId id="2145705749" r:id="rId34"/>
    <p:sldId id="2145705911" r:id="rId35"/>
    <p:sldId id="2145705934" r:id="rId36"/>
    <p:sldId id="2145705791" r:id="rId37"/>
    <p:sldId id="2145705742" r:id="rId38"/>
  </p:sldIdLst>
  <p:sldSz cx="12192000" cy="6858000"/>
  <p:notesSz cx="6858000" cy="9144000"/>
  <p:custDataLst>
    <p:tags r:id="rId4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63"/>
            <p14:sldId id="2145705954"/>
            <p14:sldId id="2145705964"/>
            <p14:sldId id="2145705955"/>
            <p14:sldId id="2145705956"/>
            <p14:sldId id="2145705957"/>
            <p14:sldId id="2145705958"/>
            <p14:sldId id="2145705959"/>
            <p14:sldId id="2145705960"/>
            <p14:sldId id="2145705961"/>
            <p14:sldId id="2145705962"/>
            <p14:sldId id="2145705965"/>
            <p14:sldId id="2145705966"/>
            <p14:sldId id="2145705967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94" autoAdjust="0"/>
    <p:restoredTop sz="90291" autoAdjust="0"/>
  </p:normalViewPr>
  <p:slideViewPr>
    <p:cSldViewPr snapToGrid="0" snapToObjects="1" showGuides="1">
      <p:cViewPr>
        <p:scale>
          <a:sx n="300" d="100"/>
          <a:sy n="300" d="100"/>
        </p:scale>
        <p:origin x="-4338" y="-719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presProps" Target="presProps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viewProps" Target="view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20" Type="http://schemas.openxmlformats.org/officeDocument/2006/relationships/slide" Target="slides/slide17.xml"/><Relationship Id="rId41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09/08/2025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09.08.2025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99510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54715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889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4641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57665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49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notesSlide" Target="../notesSlides/notesSlide21.xml"/><Relationship Id="rId7" Type="http://schemas.openxmlformats.org/officeDocument/2006/relationships/image" Target="../media/image5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51.png"/><Relationship Id="rId5" Type="http://schemas.openxmlformats.org/officeDocument/2006/relationships/image" Target="../media/image50.emf"/><Relationship Id="rId4" Type="http://schemas.openxmlformats.org/officeDocument/2006/relationships/oleObject" Target="../embeddings/oleObject31.bin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notesSlide" Target="../notesSlides/notesSlide22.xml"/><Relationship Id="rId7" Type="http://schemas.openxmlformats.org/officeDocument/2006/relationships/image" Target="../media/image5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55.png"/><Relationship Id="rId5" Type="http://schemas.openxmlformats.org/officeDocument/2006/relationships/image" Target="../media/image54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5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7.png"/><Relationship Id="rId3" Type="http://schemas.openxmlformats.org/officeDocument/2006/relationships/notesSlide" Target="../notesSlides/notesSlide24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66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65.png"/><Relationship Id="rId5" Type="http://schemas.openxmlformats.org/officeDocument/2006/relationships/image" Target="../media/image61.emf"/><Relationship Id="rId15" Type="http://schemas.openxmlformats.org/officeDocument/2006/relationships/image" Target="../media/image69.png"/><Relationship Id="rId10" Type="http://schemas.openxmlformats.org/officeDocument/2006/relationships/image" Target="../media/image64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63.svg"/><Relationship Id="rId14" Type="http://schemas.openxmlformats.org/officeDocument/2006/relationships/image" Target="../media/image68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notesSlide" Target="../notesSlides/notesSlide25.xml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75.png"/><Relationship Id="rId5" Type="http://schemas.openxmlformats.org/officeDocument/2006/relationships/image" Target="../media/image70.emf"/><Relationship Id="rId10" Type="http://schemas.openxmlformats.org/officeDocument/2006/relationships/image" Target="../media/image74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7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emf"/><Relationship Id="rId3" Type="http://schemas.openxmlformats.org/officeDocument/2006/relationships/notesSlide" Target="../notesSlides/notesSlide27.xml"/><Relationship Id="rId7" Type="http://schemas.openxmlformats.org/officeDocument/2006/relationships/image" Target="../media/image7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52.png"/><Relationship Id="rId5" Type="http://schemas.openxmlformats.org/officeDocument/2006/relationships/image" Target="../media/image77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8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7" Type="http://schemas.openxmlformats.org/officeDocument/2006/relationships/image" Target="../media/image8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82.png"/><Relationship Id="rId5" Type="http://schemas.openxmlformats.org/officeDocument/2006/relationships/image" Target="../media/image81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3FF21651-A6C0-441B-BF2D-B4D019629F6C}"/>
              </a:ext>
            </a:extLst>
          </p:cNvPr>
          <p:cNvSpPr/>
          <p:nvPr/>
        </p:nvSpPr>
        <p:spPr>
          <a:xfrm>
            <a:off x="-598655" y="109800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D778544B-CC04-3E20-CCE2-16183D39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20"/>
          <a:stretch/>
        </p:blipFill>
        <p:spPr>
          <a:xfrm>
            <a:off x="6249406" y="1387672"/>
            <a:ext cx="5942594" cy="639181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5C11D26-0877-59F6-D6E8-90E6061D1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" y="1387672"/>
            <a:ext cx="4967522" cy="656832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2748505" y="1717493"/>
            <a:ext cx="2219433" cy="111430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1676816" y="1846640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1093026" y="1752354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2048767" y="2311165"/>
            <a:ext cx="848104" cy="121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1093026" y="221287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2896871" y="2150268"/>
            <a:ext cx="330993" cy="321793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3245614" y="2333809"/>
            <a:ext cx="1178942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2048764" y="2472061"/>
            <a:ext cx="1786321" cy="24928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1093023" y="261089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9B27AF-9199-C7B1-3EFB-D7A3FAC9A2BA}"/>
              </a:ext>
            </a:extLst>
          </p:cNvPr>
          <p:cNvSpPr/>
          <p:nvPr/>
        </p:nvSpPr>
        <p:spPr>
          <a:xfrm>
            <a:off x="9067874" y="5502553"/>
            <a:ext cx="2081136" cy="30386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45A768-907A-7164-2F66-9CA442AE18DB}"/>
              </a:ext>
            </a:extLst>
          </p:cNvPr>
          <p:cNvCxnSpPr>
            <a:cxnSpLocks/>
            <a:stCxn id="14" idx="1"/>
            <a:endCxn id="16" idx="3"/>
          </p:cNvCxnSpPr>
          <p:nvPr/>
        </p:nvCxnSpPr>
        <p:spPr>
          <a:xfrm flipH="1" flipV="1">
            <a:off x="7813854" y="5648548"/>
            <a:ext cx="1254020" cy="5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8A33A7-5DA7-F2B9-4DE0-51191025B0A5}"/>
              </a:ext>
            </a:extLst>
          </p:cNvPr>
          <p:cNvSpPr/>
          <p:nvPr/>
        </p:nvSpPr>
        <p:spPr>
          <a:xfrm>
            <a:off x="6858113" y="553809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C8682F-5BB0-BA7A-D378-BCC11E6565C9}"/>
              </a:ext>
            </a:extLst>
          </p:cNvPr>
          <p:cNvSpPr/>
          <p:nvPr/>
        </p:nvSpPr>
        <p:spPr>
          <a:xfrm>
            <a:off x="9077554" y="6091539"/>
            <a:ext cx="2081136" cy="53153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8DB05A8-C396-7191-718F-10BB285FFCC5}"/>
              </a:ext>
            </a:extLst>
          </p:cNvPr>
          <p:cNvCxnSpPr>
            <a:cxnSpLocks/>
            <a:stCxn id="17" idx="1"/>
            <a:endCxn id="19" idx="3"/>
          </p:cNvCxnSpPr>
          <p:nvPr/>
        </p:nvCxnSpPr>
        <p:spPr>
          <a:xfrm flipH="1">
            <a:off x="7813855" y="6357305"/>
            <a:ext cx="1263699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6C9A0F5-7D3E-3F72-9FFC-4804D9251105}"/>
              </a:ext>
            </a:extLst>
          </p:cNvPr>
          <p:cNvSpPr/>
          <p:nvPr/>
        </p:nvSpPr>
        <p:spPr>
          <a:xfrm>
            <a:off x="6858114" y="6246851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E6F7678-952A-FF50-6333-97A46703CD25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877335" y="3505725"/>
            <a:ext cx="5148403" cy="22135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457224B4-A240-A83E-36A0-A173678CB612}"/>
              </a:ext>
            </a:extLst>
          </p:cNvPr>
          <p:cNvSpPr/>
          <p:nvPr/>
        </p:nvSpPr>
        <p:spPr>
          <a:xfrm>
            <a:off x="2858160" y="3458734"/>
            <a:ext cx="1019175" cy="138252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B5B2B9-73FB-2787-E40E-60EEA6EC6E1D}"/>
              </a:ext>
            </a:extLst>
          </p:cNvPr>
          <p:cNvSpPr/>
          <p:nvPr/>
        </p:nvSpPr>
        <p:spPr>
          <a:xfrm>
            <a:off x="9025738" y="1636147"/>
            <a:ext cx="2243502" cy="5080656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86BC34-47C8-9971-9E84-9558EC055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Creation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E22CC1-28D5-2866-C469-3B975788D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2363"/>
            <a:ext cx="12192000" cy="586784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ADA7F32-C7DA-E40B-A3DA-E698A56923D5}"/>
              </a:ext>
            </a:extLst>
          </p:cNvPr>
          <p:cNvSpPr/>
          <p:nvPr/>
        </p:nvSpPr>
        <p:spPr>
          <a:xfrm>
            <a:off x="2949936" y="2513255"/>
            <a:ext cx="2650764" cy="26143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03B4F2-318C-08DA-3FD9-972F130A112E}"/>
              </a:ext>
            </a:extLst>
          </p:cNvPr>
          <p:cNvSpPr/>
          <p:nvPr/>
        </p:nvSpPr>
        <p:spPr>
          <a:xfrm>
            <a:off x="790431" y="1437877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562AA6-03BA-D0D0-8EFE-02A10D5A18B3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1765300" y="1595955"/>
            <a:ext cx="1184636" cy="9173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12D1198-EBE5-CE75-4A5F-5DCEAA88E369}"/>
              </a:ext>
            </a:extLst>
          </p:cNvPr>
          <p:cNvSpPr/>
          <p:nvPr/>
        </p:nvSpPr>
        <p:spPr>
          <a:xfrm>
            <a:off x="3032124" y="2700175"/>
            <a:ext cx="2524125" cy="37957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0006CE-7CFA-5476-B71F-B87DD6179149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flipH="1" flipV="1">
            <a:off x="2095500" y="2830173"/>
            <a:ext cx="936624" cy="5979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1180FAA-C092-FFAC-FC40-7951E666B9B3}"/>
              </a:ext>
            </a:extLst>
          </p:cNvPr>
          <p:cNvSpPr/>
          <p:nvPr/>
        </p:nvSpPr>
        <p:spPr>
          <a:xfrm>
            <a:off x="701307" y="2689565"/>
            <a:ext cx="139419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F5CDA-75D5-D42C-3554-DA3E414FD8AA}"/>
              </a:ext>
            </a:extLst>
          </p:cNvPr>
          <p:cNvSpPr/>
          <p:nvPr/>
        </p:nvSpPr>
        <p:spPr>
          <a:xfrm>
            <a:off x="3032124" y="3447603"/>
            <a:ext cx="2524125" cy="33064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69817A-D3ED-3C58-5AB6-56B7BEFE4252}"/>
              </a:ext>
            </a:extLst>
          </p:cNvPr>
          <p:cNvCxnSpPr>
            <a:cxnSpLocks/>
            <a:stCxn id="20" idx="1"/>
            <a:endCxn id="22" idx="3"/>
          </p:cNvCxnSpPr>
          <p:nvPr/>
        </p:nvCxnSpPr>
        <p:spPr>
          <a:xfrm flipH="1" flipV="1">
            <a:off x="2178050" y="3577601"/>
            <a:ext cx="854074" cy="3532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795DF7F-09A4-641C-F598-231B551F4075}"/>
              </a:ext>
            </a:extLst>
          </p:cNvPr>
          <p:cNvSpPr/>
          <p:nvPr/>
        </p:nvSpPr>
        <p:spPr>
          <a:xfrm>
            <a:off x="701307" y="3436993"/>
            <a:ext cx="147674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WorkspaceTypeId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312B2EE-E146-9987-188F-2488FC161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045" y="2447785"/>
            <a:ext cx="3119706" cy="2678457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7A66A7E6-F689-5CBE-3502-B34604D08D26}"/>
              </a:ext>
            </a:extLst>
          </p:cNvPr>
          <p:cNvSpPr/>
          <p:nvPr/>
        </p:nvSpPr>
        <p:spPr>
          <a:xfrm>
            <a:off x="3032124" y="3992936"/>
            <a:ext cx="2524125" cy="94101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C796868-6D3F-EF24-153E-7467DFFEB882}"/>
              </a:ext>
            </a:extLst>
          </p:cNvPr>
          <p:cNvCxnSpPr>
            <a:cxnSpLocks/>
            <a:stCxn id="27" idx="1"/>
            <a:endCxn id="29" idx="3"/>
          </p:cNvCxnSpPr>
          <p:nvPr/>
        </p:nvCxnSpPr>
        <p:spPr>
          <a:xfrm flipH="1">
            <a:off x="2463800" y="4463443"/>
            <a:ext cx="568324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319C88E-64B2-7D14-9815-AA5922D24503}"/>
              </a:ext>
            </a:extLst>
          </p:cNvPr>
          <p:cNvSpPr/>
          <p:nvPr/>
        </p:nvSpPr>
        <p:spPr>
          <a:xfrm>
            <a:off x="693728" y="4322835"/>
            <a:ext cx="1770072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ED8ED3-E31D-CC83-1DC0-980506687F1D}"/>
              </a:ext>
            </a:extLst>
          </p:cNvPr>
          <p:cNvSpPr/>
          <p:nvPr/>
        </p:nvSpPr>
        <p:spPr>
          <a:xfrm>
            <a:off x="6685591" y="2430704"/>
            <a:ext cx="3125159" cy="269553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94455F4-DD43-9C24-BEA2-67C001B7F443}"/>
              </a:ext>
            </a:extLst>
          </p:cNvPr>
          <p:cNvSpPr/>
          <p:nvPr/>
        </p:nvSpPr>
        <p:spPr>
          <a:xfrm>
            <a:off x="6742959" y="1726397"/>
            <a:ext cx="136671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WorkspaceType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EE68B73-FCB1-906D-3726-F4B94E7068B6}"/>
              </a:ext>
            </a:extLst>
          </p:cNvPr>
          <p:cNvCxnSpPr>
            <a:cxnSpLocks/>
            <a:endCxn id="34" idx="3"/>
          </p:cNvCxnSpPr>
          <p:nvPr/>
        </p:nvCxnSpPr>
        <p:spPr>
          <a:xfrm flipH="1" flipV="1">
            <a:off x="8109672" y="1884475"/>
            <a:ext cx="126278" cy="5462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2ACB7-091D-EBDB-2B1B-A1C0D9C29421}"/>
              </a:ext>
            </a:extLst>
          </p:cNvPr>
          <p:cNvSpPr/>
          <p:nvPr/>
        </p:nvSpPr>
        <p:spPr>
          <a:xfrm>
            <a:off x="6726421" y="3032012"/>
            <a:ext cx="1014229" cy="198448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AAF358F-AD6C-FA70-5F5A-FD4FCBB6C198}"/>
              </a:ext>
            </a:extLst>
          </p:cNvPr>
          <p:cNvCxnSpPr>
            <a:cxnSpLocks/>
            <a:stCxn id="38" idx="3"/>
            <a:endCxn id="40" idx="1"/>
          </p:cNvCxnSpPr>
          <p:nvPr/>
        </p:nvCxnSpPr>
        <p:spPr>
          <a:xfrm flipV="1">
            <a:off x="7740650" y="3908896"/>
            <a:ext cx="352844" cy="1153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D61DC70-5F7B-939D-2F14-81569E3752A6}"/>
              </a:ext>
            </a:extLst>
          </p:cNvPr>
          <p:cNvSpPr/>
          <p:nvPr/>
        </p:nvSpPr>
        <p:spPr>
          <a:xfrm>
            <a:off x="8093494" y="3778250"/>
            <a:ext cx="1717256" cy="261291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9346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47F0ECB3-6078-AD62-64F0-52FEB7855EBE}"/>
              </a:ext>
            </a:extLst>
          </p:cNvPr>
          <p:cNvSpPr/>
          <p:nvPr/>
        </p:nvSpPr>
        <p:spPr>
          <a:xfrm>
            <a:off x="-675861" y="106807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301" y="149611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557" y="149556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2932498" y="246988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428877" y="239304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901777" y="249910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901776" y="299550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901775" y="349189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901774" y="398829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326481" y="362863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326480" y="504861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050631" y="536941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321361" y="474082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659136" y="213361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415348" y="191270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243479" y="249707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082439" y="260752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494275" y="290263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826670" y="271922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395664" y="266460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326480" y="332431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494275" y="328857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244850" y="339903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929784" y="551010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042496" y="482159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464175" y="616190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3951684" y="583395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345782" y="2544601"/>
            <a:ext cx="4340488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188852" y="246988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686271" y="239304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699749" y="202315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832514" y="212479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1095037" y="263012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763249" y="274058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1095037" y="315404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763248" y="326449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1103146" y="375586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771357" y="386631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494275" y="455505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955709" y="476479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2D66D08-2F45-467E-0A91-79ADCA04A68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826670" y="2719228"/>
            <a:ext cx="667605" cy="213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81C145B-A153-67B9-BFDF-B0D812ADF155}"/>
              </a:ext>
            </a:extLst>
          </p:cNvPr>
          <p:cNvSpPr/>
          <p:nvPr/>
        </p:nvSpPr>
        <p:spPr>
          <a:xfrm>
            <a:off x="4496984" y="2635436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</a:t>
            </a:r>
            <a:r>
              <a:rPr lang="en-US" sz="1200" dirty="0">
                <a:solidFill>
                  <a:srgbClr val="005194"/>
                </a:solidFill>
              </a:rPr>
              <a:t>Key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E8C247-6243-2ABB-0F8C-033B1AEF1A51}"/>
              </a:ext>
            </a:extLst>
          </p:cNvPr>
          <p:cNvSpPr/>
          <p:nvPr/>
        </p:nvSpPr>
        <p:spPr>
          <a:xfrm>
            <a:off x="2042496" y="2961019"/>
            <a:ext cx="91837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BillingPlan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C0E192-C2A8-6C9F-889D-956EA81BEFEE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flipH="1">
            <a:off x="2501681" y="2768514"/>
            <a:ext cx="634643" cy="19250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EA63962-339B-E49C-3F19-EDB045235C8C}"/>
              </a:ext>
            </a:extLst>
          </p:cNvPr>
          <p:cNvSpPr/>
          <p:nvPr/>
        </p:nvSpPr>
        <p:spPr>
          <a:xfrm>
            <a:off x="2920821" y="2659264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6D1A6C5-5C2B-857A-360D-CECE6E0EE1D0}"/>
              </a:ext>
            </a:extLst>
          </p:cNvPr>
          <p:cNvSpPr/>
          <p:nvPr/>
        </p:nvSpPr>
        <p:spPr>
          <a:xfrm>
            <a:off x="3074712" y="2961019"/>
            <a:ext cx="106981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Subscription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6CF2B1-621B-8FE3-9B82-B0A723EFB5AA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3144839" y="2777792"/>
            <a:ext cx="464782" cy="18322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49EEA8-441A-FE83-4CB5-FC27F716BAE6}"/>
              </a:ext>
            </a:extLst>
          </p:cNvPr>
          <p:cNvSpPr/>
          <p:nvPr/>
        </p:nvSpPr>
        <p:spPr>
          <a:xfrm>
            <a:off x="710539" y="3165488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6729772-4C87-551D-D07C-2AF7EEFD2E71}"/>
              </a:ext>
            </a:extLst>
          </p:cNvPr>
          <p:cNvCxnSpPr>
            <a:cxnSpLocks/>
            <a:stCxn id="29" idx="1"/>
            <a:endCxn id="6" idx="3"/>
          </p:cNvCxnSpPr>
          <p:nvPr/>
        </p:nvCxnSpPr>
        <p:spPr>
          <a:xfrm flipH="1" flipV="1">
            <a:off x="1823251" y="3275942"/>
            <a:ext cx="503230" cy="75680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76">
            <a:extLst>
              <a:ext uri="{FF2B5EF4-FFF2-40B4-BE49-F238E27FC236}">
                <a16:creationId xmlns:a16="http://schemas.microsoft.com/office/drawing/2014/main" id="{B559EF6D-8B46-7568-FD02-6F40FC74F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1765"/>
            <a:ext cx="12192000" cy="592237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AE12F17-FDB0-CE4A-39CA-B273A672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Creation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8A12A9-BB64-F651-08E5-84A0B6F8AF8C}"/>
              </a:ext>
            </a:extLst>
          </p:cNvPr>
          <p:cNvSpPr/>
          <p:nvPr/>
        </p:nvSpPr>
        <p:spPr>
          <a:xfrm>
            <a:off x="9705022" y="2137104"/>
            <a:ext cx="1914776" cy="399880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1AF654-BB28-7B23-D501-1B73B1704C83}"/>
              </a:ext>
            </a:extLst>
          </p:cNvPr>
          <p:cNvSpPr/>
          <p:nvPr/>
        </p:nvSpPr>
        <p:spPr>
          <a:xfrm>
            <a:off x="7738475" y="1629875"/>
            <a:ext cx="746760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C045CB-17DE-4E30-7E8A-262FE8378A45}"/>
              </a:ext>
            </a:extLst>
          </p:cNvPr>
          <p:cNvCxnSpPr>
            <a:cxnSpLocks/>
          </p:cNvCxnSpPr>
          <p:nvPr/>
        </p:nvCxnSpPr>
        <p:spPr>
          <a:xfrm flipH="1" flipV="1">
            <a:off x="8485235" y="1739075"/>
            <a:ext cx="1231581" cy="38426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79E351C-0CC8-151A-0F85-C88B6E68DF64}"/>
              </a:ext>
            </a:extLst>
          </p:cNvPr>
          <p:cNvSpPr/>
          <p:nvPr/>
        </p:nvSpPr>
        <p:spPr>
          <a:xfrm>
            <a:off x="9753961" y="3429000"/>
            <a:ext cx="1816898" cy="54594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6B47D9-CC26-ADBD-5394-13E4A1C63648}"/>
              </a:ext>
            </a:extLst>
          </p:cNvPr>
          <p:cNvSpPr/>
          <p:nvPr/>
        </p:nvSpPr>
        <p:spPr>
          <a:xfrm>
            <a:off x="8130250" y="3207625"/>
            <a:ext cx="1321057" cy="218400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C7074A-BDD4-6323-3235-D23396E60281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 flipV="1">
            <a:off x="9451307" y="3316825"/>
            <a:ext cx="302654" cy="3851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37E4BC6-0C99-8796-E9CB-E4C5A0C6693C}"/>
              </a:ext>
            </a:extLst>
          </p:cNvPr>
          <p:cNvSpPr/>
          <p:nvPr/>
        </p:nvSpPr>
        <p:spPr>
          <a:xfrm>
            <a:off x="9753961" y="4136507"/>
            <a:ext cx="1816898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BC495C-7B9E-4604-4E25-F3680D3FCC2D}"/>
              </a:ext>
            </a:extLst>
          </p:cNvPr>
          <p:cNvSpPr/>
          <p:nvPr/>
        </p:nvSpPr>
        <p:spPr>
          <a:xfrm>
            <a:off x="8206169" y="3614165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A1902DE-7BAA-8958-32AF-D1747876669F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>
          <a:xfrm flipH="1" flipV="1">
            <a:off x="9451307" y="3724618"/>
            <a:ext cx="302654" cy="5565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1CA679F-71BC-26D2-DAF3-6DD139BD37A7}"/>
              </a:ext>
            </a:extLst>
          </p:cNvPr>
          <p:cNvSpPr/>
          <p:nvPr/>
        </p:nvSpPr>
        <p:spPr>
          <a:xfrm>
            <a:off x="9757614" y="4792511"/>
            <a:ext cx="1838366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B51855-383F-CBF8-A3A2-71DAB8D155FE}"/>
              </a:ext>
            </a:extLst>
          </p:cNvPr>
          <p:cNvSpPr/>
          <p:nvPr/>
        </p:nvSpPr>
        <p:spPr>
          <a:xfrm>
            <a:off x="8206169" y="4820552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WorkspaceId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EE56378-FF89-6D88-D76A-570EBD15FC0D}"/>
              </a:ext>
            </a:extLst>
          </p:cNvPr>
          <p:cNvCxnSpPr>
            <a:cxnSpLocks/>
            <a:stCxn id="25" idx="1"/>
            <a:endCxn id="26" idx="3"/>
          </p:cNvCxnSpPr>
          <p:nvPr/>
        </p:nvCxnSpPr>
        <p:spPr>
          <a:xfrm flipH="1" flipV="1">
            <a:off x="9451307" y="4931005"/>
            <a:ext cx="306307" cy="61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21B0DDED-E975-9C10-6B48-304EEFC13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825" y="3660696"/>
            <a:ext cx="2513109" cy="2193717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A8236EA-9A3C-B0B5-F736-DBB5DE2DCDBE}"/>
              </a:ext>
            </a:extLst>
          </p:cNvPr>
          <p:cNvSpPr/>
          <p:nvPr/>
        </p:nvSpPr>
        <p:spPr>
          <a:xfrm>
            <a:off x="3734744" y="3660697"/>
            <a:ext cx="2476190" cy="2048520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E81892B-B5DE-FE42-79F5-CE550D78E370}"/>
              </a:ext>
            </a:extLst>
          </p:cNvPr>
          <p:cNvCxnSpPr>
            <a:cxnSpLocks/>
            <a:endCxn id="56" idx="3"/>
          </p:cNvCxnSpPr>
          <p:nvPr/>
        </p:nvCxnSpPr>
        <p:spPr>
          <a:xfrm flipH="1" flipV="1">
            <a:off x="6210934" y="4684957"/>
            <a:ext cx="3546680" cy="107554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7BAC00DB-52F9-340C-86FE-2BDE26AA6CDB}"/>
              </a:ext>
            </a:extLst>
          </p:cNvPr>
          <p:cNvSpPr/>
          <p:nvPr/>
        </p:nvSpPr>
        <p:spPr>
          <a:xfrm flipV="1">
            <a:off x="9757615" y="5340959"/>
            <a:ext cx="548436" cy="14471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112E6460-3B91-7EE5-66A9-549E12C8FB51}"/>
              </a:ext>
            </a:extLst>
          </p:cNvPr>
          <p:cNvSpPr/>
          <p:nvPr/>
        </p:nvSpPr>
        <p:spPr>
          <a:xfrm>
            <a:off x="8206168" y="5746235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D66DF87-4A04-B4EA-7269-E6BF0D7613AD}"/>
              </a:ext>
            </a:extLst>
          </p:cNvPr>
          <p:cNvCxnSpPr>
            <a:cxnSpLocks/>
            <a:stCxn id="78" idx="1"/>
            <a:endCxn id="79" idx="3"/>
          </p:cNvCxnSpPr>
          <p:nvPr/>
        </p:nvCxnSpPr>
        <p:spPr>
          <a:xfrm flipH="1">
            <a:off x="9283699" y="5413318"/>
            <a:ext cx="473916" cy="4421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C24459E1-5583-68EA-F5F2-2F48B8B1602E}"/>
              </a:ext>
            </a:extLst>
          </p:cNvPr>
          <p:cNvSpPr/>
          <p:nvPr/>
        </p:nvSpPr>
        <p:spPr>
          <a:xfrm>
            <a:off x="8206169" y="526727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9BC7C95-D96C-4E6E-E62F-C91E24C8B3C5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9283700" y="519630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DF45126E-C457-CB8C-2E41-8CBBF979092E}"/>
              </a:ext>
            </a:extLst>
          </p:cNvPr>
          <p:cNvSpPr/>
          <p:nvPr/>
        </p:nvSpPr>
        <p:spPr>
          <a:xfrm flipV="1">
            <a:off x="9757614" y="5131045"/>
            <a:ext cx="548436" cy="1362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3B92F847-1491-8143-7733-35CC25940DFB}"/>
              </a:ext>
            </a:extLst>
          </p:cNvPr>
          <p:cNvSpPr/>
          <p:nvPr/>
        </p:nvSpPr>
        <p:spPr>
          <a:xfrm>
            <a:off x="2248869" y="446655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181152A-F40B-8398-AB17-BC3D2D5A6AB4}"/>
              </a:ext>
            </a:extLst>
          </p:cNvPr>
          <p:cNvCxnSpPr>
            <a:cxnSpLocks/>
            <a:endCxn id="94" idx="3"/>
          </p:cNvCxnSpPr>
          <p:nvPr/>
        </p:nvCxnSpPr>
        <p:spPr>
          <a:xfrm flipH="1">
            <a:off x="3326400" y="439558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5B2E1CA2-C5E3-86CA-7C8E-9C78BEC5479B}"/>
              </a:ext>
            </a:extLst>
          </p:cNvPr>
          <p:cNvSpPr/>
          <p:nvPr/>
        </p:nvSpPr>
        <p:spPr>
          <a:xfrm flipV="1">
            <a:off x="3800314" y="4330324"/>
            <a:ext cx="2295686" cy="132752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26A41B7-BBC7-F6F4-49EB-A15A5A04CE18}"/>
              </a:ext>
            </a:extLst>
          </p:cNvPr>
          <p:cNvSpPr/>
          <p:nvPr/>
        </p:nvSpPr>
        <p:spPr>
          <a:xfrm>
            <a:off x="3844516" y="4395651"/>
            <a:ext cx="1033329" cy="2271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A6723EE2-C036-7835-8483-97EB0470CF64}"/>
              </a:ext>
            </a:extLst>
          </p:cNvPr>
          <p:cNvSpPr/>
          <p:nvPr/>
        </p:nvSpPr>
        <p:spPr>
          <a:xfrm>
            <a:off x="1921543" y="4883633"/>
            <a:ext cx="1404857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DD9082C8-6CC9-8DCF-13FF-D958B6256F99}"/>
              </a:ext>
            </a:extLst>
          </p:cNvPr>
          <p:cNvCxnSpPr>
            <a:cxnSpLocks/>
            <a:stCxn id="97" idx="1"/>
            <a:endCxn id="98" idx="3"/>
          </p:cNvCxnSpPr>
          <p:nvPr/>
        </p:nvCxnSpPr>
        <p:spPr>
          <a:xfrm flipH="1">
            <a:off x="3326400" y="4509226"/>
            <a:ext cx="518116" cy="4848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49797120-C6C0-AB3E-2D7E-5FC0C9CCE525}"/>
              </a:ext>
            </a:extLst>
          </p:cNvPr>
          <p:cNvSpPr/>
          <p:nvPr/>
        </p:nvSpPr>
        <p:spPr>
          <a:xfrm>
            <a:off x="2244305" y="5311541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A1475F5-F3A1-90B0-3115-57B735BD2C32}"/>
              </a:ext>
            </a:extLst>
          </p:cNvPr>
          <p:cNvCxnSpPr>
            <a:cxnSpLocks/>
            <a:endCxn id="104" idx="3"/>
          </p:cNvCxnSpPr>
          <p:nvPr/>
        </p:nvCxnSpPr>
        <p:spPr>
          <a:xfrm flipH="1">
            <a:off x="3321836" y="4937165"/>
            <a:ext cx="544048" cy="4835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110DE4-9F81-C04F-AF87-504936A102F3}"/>
              </a:ext>
            </a:extLst>
          </p:cNvPr>
          <p:cNvSpPr/>
          <p:nvPr/>
        </p:nvSpPr>
        <p:spPr>
          <a:xfrm flipV="1">
            <a:off x="3865885" y="4883632"/>
            <a:ext cx="928366" cy="1578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393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endCxn id="13" idx="2"/>
          </p:cNvCxnSpPr>
          <p:nvPr/>
        </p:nvCxnSpPr>
        <p:spPr>
          <a:xfrm flipH="1" flipV="1">
            <a:off x="7389511" y="1824465"/>
            <a:ext cx="65389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>
          <a:xfrm flipV="1">
            <a:off x="1988344" y="1802150"/>
            <a:ext cx="1673893" cy="69381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3"/>
            <a:endCxn id="109" idx="0"/>
          </p:cNvCxnSpPr>
          <p:nvPr/>
        </p:nvCxnSpPr>
        <p:spPr>
          <a:xfrm>
            <a:off x="709613" y="3066083"/>
            <a:ext cx="1204912" cy="7375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1276350" y="3803650"/>
            <a:ext cx="12763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r>
              <a:rPr lang="en-US" sz="1200" dirty="0">
                <a:solidFill>
                  <a:srgbClr val="005194"/>
                </a:solidFill>
              </a:rPr>
              <a:t>Item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stCxn id="126" idx="0"/>
          </p:cNvCxnSpPr>
          <p:nvPr/>
        </p:nvCxnSpPr>
        <p:spPr>
          <a:xfrm flipH="1" flipV="1">
            <a:off x="4620534" y="1802805"/>
            <a:ext cx="545191" cy="668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23400" y="1380295"/>
            <a:ext cx="46918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178800" y="1835983"/>
            <a:ext cx="241707" cy="5516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98E788-0A02-802D-4675-6C785A20EE5C}"/>
              </a:ext>
            </a:extLst>
          </p:cNvPr>
          <p:cNvSpPr/>
          <p:nvPr/>
        </p:nvSpPr>
        <p:spPr>
          <a:xfrm>
            <a:off x="2244264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C950F93-1032-A65F-9925-1A5C163FB505}"/>
              </a:ext>
            </a:extLst>
          </p:cNvPr>
          <p:cNvSpPr/>
          <p:nvPr/>
        </p:nvSpPr>
        <p:spPr>
          <a:xfrm>
            <a:off x="252488" y="3496047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D28AFB-D5DE-38FA-4767-01D62ED06517}"/>
              </a:ext>
            </a:extLst>
          </p:cNvPr>
          <p:cNvCxnSpPr>
            <a:cxnSpLocks/>
            <a:stCxn id="104" idx="2"/>
            <a:endCxn id="11" idx="0"/>
          </p:cNvCxnSpPr>
          <p:nvPr/>
        </p:nvCxnSpPr>
        <p:spPr>
          <a:xfrm>
            <a:off x="497443" y="3165947"/>
            <a:ext cx="217246" cy="3301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6E1FC28-2261-3E6E-BD82-C6E53C4AD3C3}"/>
              </a:ext>
            </a:extLst>
          </p:cNvPr>
          <p:cNvSpPr/>
          <p:nvPr/>
        </p:nvSpPr>
        <p:spPr>
          <a:xfrm>
            <a:off x="8151818" y="608027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FA1BFB6-E79C-FDDD-6262-E16BD2AE98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7372"/>
          <a:stretch/>
        </p:blipFill>
        <p:spPr>
          <a:xfrm>
            <a:off x="8677144" y="2354194"/>
            <a:ext cx="2353811" cy="322291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A73EA373-8411-63F2-C6E4-3D8C967F7137}"/>
              </a:ext>
            </a:extLst>
          </p:cNvPr>
          <p:cNvSpPr/>
          <p:nvPr/>
        </p:nvSpPr>
        <p:spPr>
          <a:xfrm>
            <a:off x="8713208" y="4513823"/>
            <a:ext cx="2315959" cy="673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73B4876-8688-4360-8198-05D35EFFBF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3462" y="2071965"/>
            <a:ext cx="265389" cy="273881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29B423B-66F0-C59D-BF66-37BB8D437E6D}"/>
              </a:ext>
            </a:extLst>
          </p:cNvPr>
          <p:cNvCxnSpPr>
            <a:cxnSpLocks/>
            <a:stCxn id="33" idx="2"/>
            <a:endCxn id="24" idx="0"/>
          </p:cNvCxnSpPr>
          <p:nvPr/>
        </p:nvCxnSpPr>
        <p:spPr>
          <a:xfrm flipH="1">
            <a:off x="8498870" y="5187721"/>
            <a:ext cx="1372318" cy="8925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C7879380-6641-58EA-ABF1-D0F5A5EA5EC2}"/>
              </a:ext>
            </a:extLst>
          </p:cNvPr>
          <p:cNvSpPr/>
          <p:nvPr/>
        </p:nvSpPr>
        <p:spPr>
          <a:xfrm>
            <a:off x="9207066" y="4559025"/>
            <a:ext cx="134229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A2BB005-3642-4A87-5E08-C38EBBA5534D}"/>
              </a:ext>
            </a:extLst>
          </p:cNvPr>
          <p:cNvSpPr/>
          <p:nvPr/>
        </p:nvSpPr>
        <p:spPr>
          <a:xfrm>
            <a:off x="7421584" y="523434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2986D25-339D-B2C8-37CE-84A326AFB95D}"/>
              </a:ext>
            </a:extLst>
          </p:cNvPr>
          <p:cNvCxnSpPr>
            <a:cxnSpLocks/>
            <a:stCxn id="58" idx="1"/>
            <a:endCxn id="59" idx="3"/>
          </p:cNvCxnSpPr>
          <p:nvPr/>
        </p:nvCxnSpPr>
        <p:spPr>
          <a:xfrm flipH="1">
            <a:off x="8497176" y="4681278"/>
            <a:ext cx="709890" cy="6635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C0C63D7-3580-D6ED-7FE8-249DCA5DA746}"/>
              </a:ext>
            </a:extLst>
          </p:cNvPr>
          <p:cNvSpPr/>
          <p:nvPr/>
        </p:nvSpPr>
        <p:spPr>
          <a:xfrm>
            <a:off x="7421584" y="42338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ColorHex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636A1DE-7D38-D200-F5A2-8825567F46CA}"/>
              </a:ext>
            </a:extLst>
          </p:cNvPr>
          <p:cNvCxnSpPr>
            <a:cxnSpLocks/>
            <a:stCxn id="71" idx="0"/>
            <a:endCxn id="69" idx="3"/>
          </p:cNvCxnSpPr>
          <p:nvPr/>
        </p:nvCxnSpPr>
        <p:spPr>
          <a:xfrm flipH="1" flipV="1">
            <a:off x="8497176" y="4344311"/>
            <a:ext cx="984885" cy="2154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5A0E4AD9-572D-7D2C-9BA3-DB2F6628EEAB}"/>
              </a:ext>
            </a:extLst>
          </p:cNvPr>
          <p:cNvSpPr/>
          <p:nvPr/>
        </p:nvSpPr>
        <p:spPr>
          <a:xfrm>
            <a:off x="9391083" y="4559790"/>
            <a:ext cx="181955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Picture 359">
            <a:extLst>
              <a:ext uri="{FF2B5EF4-FFF2-40B4-BE49-F238E27FC236}">
                <a16:creationId xmlns:a16="http://schemas.microsoft.com/office/drawing/2014/main" id="{FCAA5AF9-586C-52CB-F2A9-6824C03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1" y="1101267"/>
            <a:ext cx="12192000" cy="589587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1363664" y="1490742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2296654" y="1606153"/>
            <a:ext cx="489011" cy="229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3189127" y="2817338"/>
            <a:ext cx="84409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3237111" y="2577297"/>
            <a:ext cx="374061" cy="2400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3652398" y="3357993"/>
            <a:ext cx="2100861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1343852" y="2591900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CardLabel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266611" y="2702354"/>
            <a:ext cx="1680971" cy="64878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5114769" y="3427810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746302" y="2547642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0"/>
            <a:endCxn id="76" idx="2"/>
          </p:cNvCxnSpPr>
          <p:nvPr/>
        </p:nvCxnSpPr>
        <p:spPr>
          <a:xfrm flipV="1">
            <a:off x="5212797" y="2725803"/>
            <a:ext cx="0" cy="7020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793769" y="234647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4192780" y="2524635"/>
            <a:ext cx="28460" cy="9031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4114808" y="3427810"/>
            <a:ext cx="15594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4315248" y="3432289"/>
            <a:ext cx="88237" cy="19669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V="1">
            <a:off x="4359367" y="3070505"/>
            <a:ext cx="330367" cy="36178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4262263" y="2892344"/>
            <a:ext cx="854941" cy="178161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  <a:endCxn id="115" idx="3"/>
          </p:cNvCxnSpPr>
          <p:nvPr/>
        </p:nvCxnSpPr>
        <p:spPr>
          <a:xfrm flipH="1" flipV="1">
            <a:off x="2364880" y="4045194"/>
            <a:ext cx="561201" cy="187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348563" y="3956113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endCxn id="185" idx="3"/>
          </p:cNvCxnSpPr>
          <p:nvPr/>
        </p:nvCxnSpPr>
        <p:spPr>
          <a:xfrm flipH="1">
            <a:off x="1940324" y="1936679"/>
            <a:ext cx="66083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C7BA14C5-28BB-725B-618C-9B4B497F42F1}"/>
              </a:ext>
            </a:extLst>
          </p:cNvPr>
          <p:cNvSpPr/>
          <p:nvPr/>
        </p:nvSpPr>
        <p:spPr>
          <a:xfrm>
            <a:off x="3758696" y="3417256"/>
            <a:ext cx="311992" cy="2117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5D7AE0F-C389-FDB0-84B3-1C311898A7C1}"/>
              </a:ext>
            </a:extLst>
          </p:cNvPr>
          <p:cNvSpPr/>
          <p:nvPr/>
        </p:nvSpPr>
        <p:spPr>
          <a:xfrm>
            <a:off x="1351642" y="2920127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B4070B5-8ED1-2E50-7259-AB728728D3FF}"/>
              </a:ext>
            </a:extLst>
          </p:cNvPr>
          <p:cNvCxnSpPr>
            <a:cxnSpLocks/>
            <a:stCxn id="191" idx="3"/>
          </p:cNvCxnSpPr>
          <p:nvPr/>
        </p:nvCxnSpPr>
        <p:spPr>
          <a:xfrm>
            <a:off x="2274401" y="3030581"/>
            <a:ext cx="1519368" cy="39722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F3121AB-75D6-615D-89C1-A7DD6B00F775}"/>
              </a:ext>
            </a:extLst>
          </p:cNvPr>
          <p:cNvSpPr/>
          <p:nvPr/>
        </p:nvSpPr>
        <p:spPr>
          <a:xfrm>
            <a:off x="6724650" y="2868364"/>
            <a:ext cx="2707481" cy="4217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6867633-4FD0-1645-E326-ECF559BA61EC}"/>
              </a:ext>
            </a:extLst>
          </p:cNvPr>
          <p:cNvSpPr/>
          <p:nvPr/>
        </p:nvSpPr>
        <p:spPr>
          <a:xfrm>
            <a:off x="9835859" y="2240473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Comment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62D07B-85BC-123C-75E9-DA054BF2BABD}"/>
              </a:ext>
            </a:extLst>
          </p:cNvPr>
          <p:cNvCxnSpPr>
            <a:cxnSpLocks/>
            <a:stCxn id="212" idx="3"/>
            <a:endCxn id="213" idx="1"/>
          </p:cNvCxnSpPr>
          <p:nvPr/>
        </p:nvCxnSpPr>
        <p:spPr>
          <a:xfrm flipV="1">
            <a:off x="9432131" y="2350927"/>
            <a:ext cx="403728" cy="72830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1D9DF0B-A729-C5A5-B8F2-78E9DD5BCE0D}"/>
              </a:ext>
            </a:extLst>
          </p:cNvPr>
          <p:cNvSpPr/>
          <p:nvPr/>
        </p:nvSpPr>
        <p:spPr>
          <a:xfrm>
            <a:off x="6806097" y="3756295"/>
            <a:ext cx="222017" cy="2476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25" name="Rectangle: Rounded Corners 224">
            <a:extLst>
              <a:ext uri="{FF2B5EF4-FFF2-40B4-BE49-F238E27FC236}">
                <a16:creationId xmlns:a16="http://schemas.microsoft.com/office/drawing/2014/main" id="{6404D7AA-55C0-627B-8156-67A4BA4323E1}"/>
              </a:ext>
            </a:extLst>
          </p:cNvPr>
          <p:cNvSpPr/>
          <p:nvPr/>
        </p:nvSpPr>
        <p:spPr>
          <a:xfrm>
            <a:off x="5588000" y="4340496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1587A87-6141-CEF9-4AA6-E3EEED32F349}"/>
              </a:ext>
            </a:extLst>
          </p:cNvPr>
          <p:cNvCxnSpPr>
            <a:cxnSpLocks/>
            <a:stCxn id="224" idx="2"/>
            <a:endCxn id="225" idx="3"/>
          </p:cNvCxnSpPr>
          <p:nvPr/>
        </p:nvCxnSpPr>
        <p:spPr>
          <a:xfrm flipH="1">
            <a:off x="6555544" y="4003929"/>
            <a:ext cx="361562" cy="4344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09EA6369-24DF-A0D5-FC1E-CA2E4D6B51D5}"/>
              </a:ext>
            </a:extLst>
          </p:cNvPr>
          <p:cNvSpPr/>
          <p:nvPr/>
        </p:nvSpPr>
        <p:spPr>
          <a:xfrm>
            <a:off x="7065023" y="3753034"/>
            <a:ext cx="60126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94846550-00F3-6485-3B01-B5CF5654A95A}"/>
              </a:ext>
            </a:extLst>
          </p:cNvPr>
          <p:cNvSpPr/>
          <p:nvPr/>
        </p:nvSpPr>
        <p:spPr>
          <a:xfrm>
            <a:off x="5609917" y="3074720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39E75F12-DD46-4452-EB54-B05776DA073A}"/>
              </a:ext>
            </a:extLst>
          </p:cNvPr>
          <p:cNvCxnSpPr>
            <a:cxnSpLocks/>
          </p:cNvCxnSpPr>
          <p:nvPr/>
        </p:nvCxnSpPr>
        <p:spPr>
          <a:xfrm flipH="1" flipV="1">
            <a:off x="6551707" y="3259253"/>
            <a:ext cx="527387" cy="4835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41B6913-45AC-DAB3-DF71-76ADE372097D}"/>
              </a:ext>
            </a:extLst>
          </p:cNvPr>
          <p:cNvSpPr/>
          <p:nvPr/>
        </p:nvSpPr>
        <p:spPr>
          <a:xfrm>
            <a:off x="7708675" y="2927830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2D7BA35B-0BD1-8CBC-00F0-0B9037AE9AB5}"/>
              </a:ext>
            </a:extLst>
          </p:cNvPr>
          <p:cNvSpPr/>
          <p:nvPr/>
        </p:nvSpPr>
        <p:spPr>
          <a:xfrm>
            <a:off x="8044333" y="1932699"/>
            <a:ext cx="108445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20F02D56-7668-3600-4D93-0AE06618566F}"/>
              </a:ext>
            </a:extLst>
          </p:cNvPr>
          <p:cNvCxnSpPr>
            <a:cxnSpLocks/>
            <a:stCxn id="245" idx="0"/>
            <a:endCxn id="246" idx="2"/>
          </p:cNvCxnSpPr>
          <p:nvPr/>
        </p:nvCxnSpPr>
        <p:spPr>
          <a:xfrm flipV="1">
            <a:off x="8067563" y="2128372"/>
            <a:ext cx="518997" cy="7994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Rectangle 248">
            <a:extLst>
              <a:ext uri="{FF2B5EF4-FFF2-40B4-BE49-F238E27FC236}">
                <a16:creationId xmlns:a16="http://schemas.microsoft.com/office/drawing/2014/main" id="{C243A419-A61E-0993-B8AD-487FED99A261}"/>
              </a:ext>
            </a:extLst>
          </p:cNvPr>
          <p:cNvSpPr/>
          <p:nvPr/>
        </p:nvSpPr>
        <p:spPr>
          <a:xfrm>
            <a:off x="7097999" y="3123503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F802D208-430D-56CC-93E4-8E86D0375ADA}"/>
              </a:ext>
            </a:extLst>
          </p:cNvPr>
          <p:cNvSpPr/>
          <p:nvPr/>
        </p:nvSpPr>
        <p:spPr>
          <a:xfrm>
            <a:off x="8520820" y="3070505"/>
            <a:ext cx="76462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Content</a:t>
            </a:r>
          </a:p>
        </p:txBody>
      </p: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CFD1DD73-7429-A070-97E7-6DE89330753F}"/>
              </a:ext>
            </a:extLst>
          </p:cNvPr>
          <p:cNvCxnSpPr>
            <a:cxnSpLocks/>
            <a:stCxn id="249" idx="3"/>
            <a:endCxn id="250" idx="1"/>
          </p:cNvCxnSpPr>
          <p:nvPr/>
        </p:nvCxnSpPr>
        <p:spPr>
          <a:xfrm flipV="1">
            <a:off x="7815775" y="3168342"/>
            <a:ext cx="705045" cy="230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5F54A60-44E0-986B-FFD4-DA9A51BE63F6}"/>
              </a:ext>
            </a:extLst>
          </p:cNvPr>
          <p:cNvSpPr/>
          <p:nvPr/>
        </p:nvSpPr>
        <p:spPr>
          <a:xfrm>
            <a:off x="6994141" y="3323973"/>
            <a:ext cx="2407034" cy="2725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1" name="Rectangle: Rounded Corners 260">
            <a:extLst>
              <a:ext uri="{FF2B5EF4-FFF2-40B4-BE49-F238E27FC236}">
                <a16:creationId xmlns:a16="http://schemas.microsoft.com/office/drawing/2014/main" id="{F8239704-CA67-C82E-9536-E5456BF38F7C}"/>
              </a:ext>
            </a:extLst>
          </p:cNvPr>
          <p:cNvSpPr/>
          <p:nvPr/>
        </p:nvSpPr>
        <p:spPr>
          <a:xfrm>
            <a:off x="9800588" y="3196348"/>
            <a:ext cx="157617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CommentReaction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064179AF-3272-99E3-332C-59B349003EB5}"/>
              </a:ext>
            </a:extLst>
          </p:cNvPr>
          <p:cNvCxnSpPr>
            <a:cxnSpLocks/>
            <a:endCxn id="261" idx="1"/>
          </p:cNvCxnSpPr>
          <p:nvPr/>
        </p:nvCxnSpPr>
        <p:spPr>
          <a:xfrm flipV="1">
            <a:off x="9392410" y="3306802"/>
            <a:ext cx="408178" cy="6051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B9C2B61E-77C6-8766-8F9D-2156170D32E5}"/>
              </a:ext>
            </a:extLst>
          </p:cNvPr>
          <p:cNvSpPr/>
          <p:nvPr/>
        </p:nvSpPr>
        <p:spPr>
          <a:xfrm>
            <a:off x="8893656" y="3353952"/>
            <a:ext cx="141001" cy="1544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B7CBBFCD-B196-9C0C-117B-ED4CD313ADB2}"/>
              </a:ext>
            </a:extLst>
          </p:cNvPr>
          <p:cNvSpPr/>
          <p:nvPr/>
        </p:nvSpPr>
        <p:spPr>
          <a:xfrm>
            <a:off x="9798937" y="348609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Reaction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9ECB7E47-3375-8322-5856-A3B115C5015D}"/>
              </a:ext>
            </a:extLst>
          </p:cNvPr>
          <p:cNvCxnSpPr>
            <a:cxnSpLocks/>
            <a:stCxn id="271" idx="3"/>
            <a:endCxn id="272" idx="1"/>
          </p:cNvCxnSpPr>
          <p:nvPr/>
        </p:nvCxnSpPr>
        <p:spPr>
          <a:xfrm>
            <a:off x="9034657" y="3431176"/>
            <a:ext cx="764280" cy="16536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Rectangle 306">
            <a:extLst>
              <a:ext uri="{FF2B5EF4-FFF2-40B4-BE49-F238E27FC236}">
                <a16:creationId xmlns:a16="http://schemas.microsoft.com/office/drawing/2014/main" id="{2254AC56-F116-4A97-7D65-62EEACD8AF92}"/>
              </a:ext>
            </a:extLst>
          </p:cNvPr>
          <p:cNvSpPr/>
          <p:nvPr/>
        </p:nvSpPr>
        <p:spPr>
          <a:xfrm>
            <a:off x="6800072" y="2910946"/>
            <a:ext cx="867553" cy="19124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9" name="Rectangle: Rounded Corners 308">
            <a:extLst>
              <a:ext uri="{FF2B5EF4-FFF2-40B4-BE49-F238E27FC236}">
                <a16:creationId xmlns:a16="http://schemas.microsoft.com/office/drawing/2014/main" id="{329FDE94-7EDB-F063-8C31-9416F14137F5}"/>
              </a:ext>
            </a:extLst>
          </p:cNvPr>
          <p:cNvSpPr/>
          <p:nvPr/>
        </p:nvSpPr>
        <p:spPr>
          <a:xfrm>
            <a:off x="6710652" y="1899627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C475C140-3581-7F48-D152-AD49FD5965CD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H="1" flipV="1">
            <a:off x="7119198" y="2120534"/>
            <a:ext cx="114651" cy="79041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130FE0D-47CC-5D53-1EFA-B175E1BFE8F6}"/>
              </a:ext>
            </a:extLst>
          </p:cNvPr>
          <p:cNvSpPr/>
          <p:nvPr/>
        </p:nvSpPr>
        <p:spPr>
          <a:xfrm>
            <a:off x="7063321" y="3920645"/>
            <a:ext cx="752454" cy="1068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829D9EAF-4035-CA85-7C1C-0709C316F2F0}"/>
              </a:ext>
            </a:extLst>
          </p:cNvPr>
          <p:cNvSpPr/>
          <p:nvPr/>
        </p:nvSpPr>
        <p:spPr>
          <a:xfrm>
            <a:off x="6800072" y="4490395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CD653AA0-0234-B8BA-FCC6-BBF984069D07}"/>
              </a:ext>
            </a:extLst>
          </p:cNvPr>
          <p:cNvCxnSpPr>
            <a:cxnSpLocks/>
            <a:stCxn id="337" idx="2"/>
            <a:endCxn id="338" idx="0"/>
          </p:cNvCxnSpPr>
          <p:nvPr/>
        </p:nvCxnSpPr>
        <p:spPr>
          <a:xfrm flipH="1">
            <a:off x="7283844" y="4027457"/>
            <a:ext cx="155704" cy="462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Rectangle 343">
            <a:extLst>
              <a:ext uri="{FF2B5EF4-FFF2-40B4-BE49-F238E27FC236}">
                <a16:creationId xmlns:a16="http://schemas.microsoft.com/office/drawing/2014/main" id="{0BF65F75-7A74-24A2-A16A-2B371142B752}"/>
              </a:ext>
            </a:extLst>
          </p:cNvPr>
          <p:cNvSpPr/>
          <p:nvPr/>
        </p:nvSpPr>
        <p:spPr>
          <a:xfrm>
            <a:off x="7688953" y="3756295"/>
            <a:ext cx="1261372" cy="13248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5" name="Rectangle: Rounded Corners 344">
            <a:extLst>
              <a:ext uri="{FF2B5EF4-FFF2-40B4-BE49-F238E27FC236}">
                <a16:creationId xmlns:a16="http://schemas.microsoft.com/office/drawing/2014/main" id="{816DBF0F-AE4B-F247-7916-8EB0F3078F2A}"/>
              </a:ext>
            </a:extLst>
          </p:cNvPr>
          <p:cNvSpPr/>
          <p:nvPr/>
        </p:nvSpPr>
        <p:spPr>
          <a:xfrm>
            <a:off x="8011203" y="4484369"/>
            <a:ext cx="145660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806297B1-989F-16E2-46AB-60FADD2316DA}"/>
              </a:ext>
            </a:extLst>
          </p:cNvPr>
          <p:cNvCxnSpPr>
            <a:cxnSpLocks/>
            <a:stCxn id="344" idx="2"/>
            <a:endCxn id="345" idx="0"/>
          </p:cNvCxnSpPr>
          <p:nvPr/>
        </p:nvCxnSpPr>
        <p:spPr>
          <a:xfrm>
            <a:off x="8319639" y="3888784"/>
            <a:ext cx="419864" cy="59558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1971A55-8DE8-8B09-99DD-47D27CD15BE6}"/>
              </a:ext>
            </a:extLst>
          </p:cNvPr>
          <p:cNvSpPr/>
          <p:nvPr/>
        </p:nvSpPr>
        <p:spPr>
          <a:xfrm>
            <a:off x="6755299" y="3690652"/>
            <a:ext cx="2645875" cy="4133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76C39B9B-5B57-459F-B9F3-520E3B977D37}"/>
              </a:ext>
            </a:extLst>
          </p:cNvPr>
          <p:cNvSpPr/>
          <p:nvPr/>
        </p:nvSpPr>
        <p:spPr>
          <a:xfrm>
            <a:off x="9803531" y="385080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17653994-A45E-13F1-10B3-B922109CF902}"/>
              </a:ext>
            </a:extLst>
          </p:cNvPr>
          <p:cNvCxnSpPr>
            <a:cxnSpLocks/>
            <a:stCxn id="352" idx="3"/>
            <a:endCxn id="353" idx="1"/>
          </p:cNvCxnSpPr>
          <p:nvPr/>
        </p:nvCxnSpPr>
        <p:spPr>
          <a:xfrm>
            <a:off x="9401174" y="3897318"/>
            <a:ext cx="402357" cy="639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A4F3A48-A1B8-C150-D184-26E21DC2BAF3}"/>
              </a:ext>
            </a:extLst>
          </p:cNvPr>
          <p:cNvSpPr/>
          <p:nvPr/>
        </p:nvSpPr>
        <p:spPr>
          <a:xfrm>
            <a:off x="3035386" y="5756733"/>
            <a:ext cx="3257463" cy="45991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B287B970-711D-A9EE-FE3E-4145C0B8E797}"/>
              </a:ext>
            </a:extLst>
          </p:cNvPr>
          <p:cNvCxnSpPr>
            <a:cxnSpLocks/>
            <a:stCxn id="411" idx="1"/>
            <a:endCxn id="413" idx="3"/>
          </p:cNvCxnSpPr>
          <p:nvPr/>
        </p:nvCxnSpPr>
        <p:spPr>
          <a:xfrm flipH="1">
            <a:off x="2367959" y="5986692"/>
            <a:ext cx="667427" cy="831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Rectangle: Rounded Corners 412">
            <a:extLst>
              <a:ext uri="{FF2B5EF4-FFF2-40B4-BE49-F238E27FC236}">
                <a16:creationId xmlns:a16="http://schemas.microsoft.com/office/drawing/2014/main" id="{449FC3E6-465F-7A1A-BB15-62CD241179E9}"/>
              </a:ext>
            </a:extLst>
          </p:cNvPr>
          <p:cNvSpPr/>
          <p:nvPr/>
        </p:nvSpPr>
        <p:spPr>
          <a:xfrm>
            <a:off x="1351642" y="5980720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478BC035-3240-B60D-B07A-ACCFD33DB788}"/>
              </a:ext>
            </a:extLst>
          </p:cNvPr>
          <p:cNvSpPr/>
          <p:nvPr/>
        </p:nvSpPr>
        <p:spPr>
          <a:xfrm>
            <a:off x="2967255" y="3395165"/>
            <a:ext cx="486932" cy="2904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30" name="Rectangle: Rounded Corners 429">
            <a:extLst>
              <a:ext uri="{FF2B5EF4-FFF2-40B4-BE49-F238E27FC236}">
                <a16:creationId xmlns:a16="http://schemas.microsoft.com/office/drawing/2014/main" id="{070C86EC-22E5-467D-1CB9-0148166C8D92}"/>
              </a:ext>
            </a:extLst>
          </p:cNvPr>
          <p:cNvSpPr/>
          <p:nvPr/>
        </p:nvSpPr>
        <p:spPr>
          <a:xfrm>
            <a:off x="1348563" y="3247121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EF9E682C-87F2-0C74-E9B1-79621E167511}"/>
              </a:ext>
            </a:extLst>
          </p:cNvPr>
          <p:cNvCxnSpPr>
            <a:cxnSpLocks/>
            <a:stCxn id="430" idx="3"/>
            <a:endCxn id="425" idx="1"/>
          </p:cNvCxnSpPr>
          <p:nvPr/>
        </p:nvCxnSpPr>
        <p:spPr>
          <a:xfrm>
            <a:off x="2271322" y="3357575"/>
            <a:ext cx="695933" cy="182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D33A7A2-A6BC-AAF2-4AC0-F95FDC688BFE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61314065-11DF-DA67-D9B9-D45377E37FB9}"/>
              </a:ext>
            </a:extLst>
          </p:cNvPr>
          <p:cNvCxnSpPr>
            <a:cxnSpLocks/>
            <a:stCxn id="442" idx="0"/>
            <a:endCxn id="444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Rectangle: Rounded Corners 443">
            <a:extLst>
              <a:ext uri="{FF2B5EF4-FFF2-40B4-BE49-F238E27FC236}">
                <a16:creationId xmlns:a16="http://schemas.microsoft.com/office/drawing/2014/main" id="{C7C778C3-DD64-D8E5-677B-1AD12269DB2F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only main activities</a:t>
            </a: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39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</a:t>
            </a:r>
            <a:r>
              <a:rPr lang="en-US" dirty="0" err="1"/>
              <a:t>Screenfff</a:t>
            </a:r>
            <a:endParaRPr lang="en-US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1362361" y="2527868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endCxn id="37" idx="3"/>
          </p:cNvCxnSpPr>
          <p:nvPr/>
        </p:nvCxnSpPr>
        <p:spPr>
          <a:xfrm flipH="1" flipV="1">
            <a:off x="2436320" y="2638322"/>
            <a:ext cx="488457" cy="25066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93161" y="2992927"/>
            <a:ext cx="3374759" cy="2403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1362360" y="288247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1"/>
            <a:endCxn id="50" idx="3"/>
          </p:cNvCxnSpPr>
          <p:nvPr/>
        </p:nvCxnSpPr>
        <p:spPr>
          <a:xfrm flipH="1" flipV="1">
            <a:off x="2436319" y="2992927"/>
            <a:ext cx="556842" cy="1201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350234" y="420428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endCxn id="69" idx="3"/>
          </p:cNvCxnSpPr>
          <p:nvPr/>
        </p:nvCxnSpPr>
        <p:spPr>
          <a:xfrm flipH="1">
            <a:off x="2424193" y="4178349"/>
            <a:ext cx="1764426" cy="1363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4162546" y="3488975"/>
            <a:ext cx="1066677" cy="68937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93161" y="2825303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2"/>
          </p:cNvCxnSpPr>
          <p:nvPr/>
        </p:nvCxnSpPr>
        <p:spPr>
          <a:xfrm flipV="1">
            <a:off x="3059836" y="2377759"/>
            <a:ext cx="290358" cy="44754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48709" y="2828462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3326440" y="2363295"/>
            <a:ext cx="958751" cy="5258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11361" y="2793555"/>
            <a:ext cx="3505200" cy="11297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9D1CEFD-0988-4755-23F9-9D2FDBA744BC}"/>
              </a:ext>
            </a:extLst>
          </p:cNvPr>
          <p:cNvSpPr/>
          <p:nvPr/>
        </p:nvSpPr>
        <p:spPr>
          <a:xfrm>
            <a:off x="2991927" y="2184622"/>
            <a:ext cx="1153829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C52EBB-A8A8-1992-FB66-2E7FD31F2003}"/>
              </a:ext>
            </a:extLst>
          </p:cNvPr>
          <p:cNvSpPr/>
          <p:nvPr/>
        </p:nvSpPr>
        <p:spPr>
          <a:xfrm>
            <a:off x="4277431" y="2180774"/>
            <a:ext cx="49082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D4B6D1-EA62-9C8D-0FC1-7D0EB61BE599}"/>
              </a:ext>
            </a:extLst>
          </p:cNvPr>
          <p:cNvSpPr/>
          <p:nvPr/>
        </p:nvSpPr>
        <p:spPr>
          <a:xfrm flipV="1">
            <a:off x="5359135" y="3039007"/>
            <a:ext cx="396346" cy="1315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AA3C8B-4B4D-F350-A816-F6AD02F107D8}"/>
              </a:ext>
            </a:extLst>
          </p:cNvPr>
          <p:cNvCxnSpPr>
            <a:cxnSpLocks/>
            <a:stCxn id="42" idx="2"/>
            <a:endCxn id="46" idx="2"/>
          </p:cNvCxnSpPr>
          <p:nvPr/>
        </p:nvCxnSpPr>
        <p:spPr>
          <a:xfrm flipH="1" flipV="1">
            <a:off x="5473705" y="2377309"/>
            <a:ext cx="83603" cy="6616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51114EE-AA0F-2DE5-B9C8-C2C7803D2688}"/>
              </a:ext>
            </a:extLst>
          </p:cNvPr>
          <p:cNvSpPr/>
          <p:nvPr/>
        </p:nvSpPr>
        <p:spPr>
          <a:xfrm>
            <a:off x="4933095" y="2181636"/>
            <a:ext cx="108122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EB1F7A-CCC2-74DB-BEE6-28A1020398B0}"/>
              </a:ext>
            </a:extLst>
          </p:cNvPr>
          <p:cNvSpPr/>
          <p:nvPr/>
        </p:nvSpPr>
        <p:spPr>
          <a:xfrm flipV="1">
            <a:off x="4219638" y="3548827"/>
            <a:ext cx="485711" cy="14153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04D012E-53C4-DC10-E728-28D32AD270D9}"/>
              </a:ext>
            </a:extLst>
          </p:cNvPr>
          <p:cNvSpPr/>
          <p:nvPr/>
        </p:nvSpPr>
        <p:spPr>
          <a:xfrm>
            <a:off x="1135380" y="3625058"/>
            <a:ext cx="130094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FieldItem.Value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407396-64FF-1549-0460-F4BF7A586C39}"/>
              </a:ext>
            </a:extLst>
          </p:cNvPr>
          <p:cNvSpPr/>
          <p:nvPr/>
        </p:nvSpPr>
        <p:spPr>
          <a:xfrm flipV="1">
            <a:off x="6795184" y="2868293"/>
            <a:ext cx="2569073" cy="334088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C1B24C4-E83C-2C46-D350-74A6610B910E}"/>
              </a:ext>
            </a:extLst>
          </p:cNvPr>
          <p:cNvCxnSpPr>
            <a:cxnSpLocks/>
            <a:endCxn id="193" idx="3"/>
          </p:cNvCxnSpPr>
          <p:nvPr/>
        </p:nvCxnSpPr>
        <p:spPr>
          <a:xfrm flipH="1">
            <a:off x="6416561" y="3484981"/>
            <a:ext cx="374045" cy="6143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8B09F757-174C-E37F-EDDF-11D03F3307BF}"/>
              </a:ext>
            </a:extLst>
          </p:cNvPr>
          <p:cNvSpPr/>
          <p:nvPr/>
        </p:nvSpPr>
        <p:spPr>
          <a:xfrm>
            <a:off x="5607846" y="4001455"/>
            <a:ext cx="80871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A41FADC-6449-798E-C43D-B20F8616AD7F}"/>
              </a:ext>
            </a:extLst>
          </p:cNvPr>
          <p:cNvSpPr/>
          <p:nvPr/>
        </p:nvSpPr>
        <p:spPr>
          <a:xfrm>
            <a:off x="6830691" y="2910946"/>
            <a:ext cx="822647" cy="1280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ED3D8BEC-0EE0-CA7B-0231-D45B3B9EC9AE}"/>
              </a:ext>
            </a:extLst>
          </p:cNvPr>
          <p:cNvSpPr/>
          <p:nvPr/>
        </p:nvSpPr>
        <p:spPr>
          <a:xfrm>
            <a:off x="6795185" y="2269841"/>
            <a:ext cx="5354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9ACC27C-D8E3-713C-66B4-D4A3C0FF281A}"/>
              </a:ext>
            </a:extLst>
          </p:cNvPr>
          <p:cNvCxnSpPr>
            <a:cxnSpLocks/>
            <a:stCxn id="206" idx="0"/>
            <a:endCxn id="208" idx="2"/>
          </p:cNvCxnSpPr>
          <p:nvPr/>
        </p:nvCxnSpPr>
        <p:spPr>
          <a:xfrm flipH="1" flipV="1">
            <a:off x="7062891" y="2490748"/>
            <a:ext cx="179124" cy="4201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2E50840-E2B6-9671-0F3D-26ACBA59261F}"/>
              </a:ext>
            </a:extLst>
          </p:cNvPr>
          <p:cNvSpPr/>
          <p:nvPr/>
        </p:nvSpPr>
        <p:spPr>
          <a:xfrm flipV="1">
            <a:off x="7688845" y="2910833"/>
            <a:ext cx="1509994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30EB954-27C0-2985-1341-3B2223B51C36}"/>
              </a:ext>
            </a:extLst>
          </p:cNvPr>
          <p:cNvCxnSpPr>
            <a:cxnSpLocks/>
            <a:stCxn id="219" idx="3"/>
            <a:endCxn id="221" idx="1"/>
          </p:cNvCxnSpPr>
          <p:nvPr/>
        </p:nvCxnSpPr>
        <p:spPr>
          <a:xfrm>
            <a:off x="9198839" y="2966358"/>
            <a:ext cx="433123" cy="185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E2A07F3B-78F5-834B-1CBC-F7E100E61ED4}"/>
              </a:ext>
            </a:extLst>
          </p:cNvPr>
          <p:cNvSpPr/>
          <p:nvPr/>
        </p:nvSpPr>
        <p:spPr>
          <a:xfrm>
            <a:off x="9631962" y="2887090"/>
            <a:ext cx="147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6C2A0F-0990-5EA3-A89D-F3909126B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3161" y="3470708"/>
            <a:ext cx="1018109" cy="251533"/>
          </a:xfrm>
          <a:prstGeom prst="rect">
            <a:avLst/>
          </a:prstGeom>
        </p:spPr>
      </p:pic>
      <p:sp>
        <p:nvSpPr>
          <p:cNvPr id="229" name="Rectangle 228">
            <a:extLst>
              <a:ext uri="{FF2B5EF4-FFF2-40B4-BE49-F238E27FC236}">
                <a16:creationId xmlns:a16="http://schemas.microsoft.com/office/drawing/2014/main" id="{AC64133E-CF45-26A6-4373-917B5389DDBA}"/>
              </a:ext>
            </a:extLst>
          </p:cNvPr>
          <p:cNvSpPr/>
          <p:nvPr/>
        </p:nvSpPr>
        <p:spPr>
          <a:xfrm flipV="1">
            <a:off x="7062669" y="3063232"/>
            <a:ext cx="385881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35B4533-DEA0-F0FC-FF46-045DD20CA2A4}"/>
              </a:ext>
            </a:extLst>
          </p:cNvPr>
          <p:cNvCxnSpPr>
            <a:cxnSpLocks/>
            <a:stCxn id="229" idx="3"/>
            <a:endCxn id="231" idx="1"/>
          </p:cNvCxnSpPr>
          <p:nvPr/>
        </p:nvCxnSpPr>
        <p:spPr>
          <a:xfrm>
            <a:off x="7448550" y="3118757"/>
            <a:ext cx="2183412" cy="1265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ED2C3857-AA1A-3C86-F2D0-345B62D83FA0}"/>
              </a:ext>
            </a:extLst>
          </p:cNvPr>
          <p:cNvSpPr/>
          <p:nvPr/>
        </p:nvSpPr>
        <p:spPr>
          <a:xfrm>
            <a:off x="9631962" y="3147483"/>
            <a:ext cx="90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891802-2736-27D0-5E1F-AFECF5F22F32}"/>
              </a:ext>
            </a:extLst>
          </p:cNvPr>
          <p:cNvCxnSpPr>
            <a:cxnSpLocks/>
            <a:stCxn id="56" idx="1"/>
            <a:endCxn id="63" idx="3"/>
          </p:cNvCxnSpPr>
          <p:nvPr/>
        </p:nvCxnSpPr>
        <p:spPr>
          <a:xfrm flipH="1">
            <a:off x="2436320" y="3619594"/>
            <a:ext cx="1783318" cy="1033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F2AD5-E6FF-A769-7B8C-0F283A64FB01}"/>
              </a:ext>
            </a:extLst>
          </p:cNvPr>
          <p:cNvSpPr/>
          <p:nvPr/>
        </p:nvSpPr>
        <p:spPr>
          <a:xfrm>
            <a:off x="1356964" y="216614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DataType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0384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F464D47-0962-5E95-299B-9EE7B567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506"/>
            <a:ext cx="12192000" cy="5883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39263" y="1388380"/>
            <a:ext cx="68793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19B2E656-B102-3BF0-3A67-03D8308AE782}"/>
              </a:ext>
            </a:extLst>
          </p:cNvPr>
          <p:cNvSpPr/>
          <p:nvPr/>
        </p:nvSpPr>
        <p:spPr>
          <a:xfrm>
            <a:off x="2863850" y="3568965"/>
            <a:ext cx="3660775" cy="111086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0695A19-375C-5406-5B6E-F74A6B3A151F}"/>
              </a:ext>
            </a:extLst>
          </p:cNvPr>
          <p:cNvSpPr/>
          <p:nvPr/>
        </p:nvSpPr>
        <p:spPr>
          <a:xfrm>
            <a:off x="866365" y="4458921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113785-485C-77F1-D912-3833BECD5E0B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1940324" y="4548533"/>
            <a:ext cx="923526" cy="2084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170B43D-8882-4D8C-3AC7-2E6F5C09FA61}"/>
              </a:ext>
            </a:extLst>
          </p:cNvPr>
          <p:cNvSpPr/>
          <p:nvPr/>
        </p:nvSpPr>
        <p:spPr>
          <a:xfrm flipV="1">
            <a:off x="3467409" y="4347870"/>
            <a:ext cx="715273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22478CC-6847-D942-CC8A-F34FF8482F40}"/>
              </a:ext>
            </a:extLst>
          </p:cNvPr>
          <p:cNvCxnSpPr>
            <a:cxnSpLocks/>
            <a:stCxn id="73" idx="3"/>
            <a:endCxn id="81" idx="1"/>
          </p:cNvCxnSpPr>
          <p:nvPr/>
        </p:nvCxnSpPr>
        <p:spPr>
          <a:xfrm flipV="1">
            <a:off x="4182682" y="4250034"/>
            <a:ext cx="804637" cy="15336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2ECB4E-95B4-24A7-403D-12EECF97E7AB}"/>
              </a:ext>
            </a:extLst>
          </p:cNvPr>
          <p:cNvSpPr/>
          <p:nvPr/>
        </p:nvSpPr>
        <p:spPr>
          <a:xfrm>
            <a:off x="4987319" y="4152197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6C754EA-A5A1-277B-60CA-1FADBDFBE288}"/>
              </a:ext>
            </a:extLst>
          </p:cNvPr>
          <p:cNvSpPr/>
          <p:nvPr/>
        </p:nvSpPr>
        <p:spPr>
          <a:xfrm flipV="1">
            <a:off x="3467408" y="4502696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D8A8A9B-A50B-7B2E-C6CA-B22123D8312F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 flipV="1">
            <a:off x="4182681" y="4548534"/>
            <a:ext cx="804638" cy="30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15080C51-2120-BC53-A65F-103801DD3E10}"/>
              </a:ext>
            </a:extLst>
          </p:cNvPr>
          <p:cNvSpPr/>
          <p:nvPr/>
        </p:nvSpPr>
        <p:spPr>
          <a:xfrm>
            <a:off x="4987319" y="4450697"/>
            <a:ext cx="105629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UploadedAt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42AF0-3C76-FF1C-88A4-DC9193487BD2}"/>
              </a:ext>
            </a:extLst>
          </p:cNvPr>
          <p:cNvSpPr/>
          <p:nvPr/>
        </p:nvSpPr>
        <p:spPr>
          <a:xfrm flipV="1">
            <a:off x="2991540" y="3814110"/>
            <a:ext cx="3052073" cy="1929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E9F434-C4A9-900C-4FF2-8E97C4A0034F}"/>
              </a:ext>
            </a:extLst>
          </p:cNvPr>
          <p:cNvCxnSpPr>
            <a:cxnSpLocks/>
            <a:endCxn id="17" idx="3"/>
          </p:cNvCxnSpPr>
          <p:nvPr/>
        </p:nvCxnSpPr>
        <p:spPr>
          <a:xfrm flipH="1" flipV="1">
            <a:off x="1940326" y="3762221"/>
            <a:ext cx="1051214" cy="8245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89E2DB-B0D8-6348-FED4-72CE35F74343}"/>
              </a:ext>
            </a:extLst>
          </p:cNvPr>
          <p:cNvSpPr/>
          <p:nvPr/>
        </p:nvSpPr>
        <p:spPr>
          <a:xfrm>
            <a:off x="555576" y="3664384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AttachmentPath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5B1AD5-3C5D-7955-EB6C-B8AE81F7560B}"/>
              </a:ext>
            </a:extLst>
          </p:cNvPr>
          <p:cNvSpPr/>
          <p:nvPr/>
        </p:nvSpPr>
        <p:spPr>
          <a:xfrm>
            <a:off x="2991538" y="3612651"/>
            <a:ext cx="253312" cy="11207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C694D0D-67FA-454C-9913-B1BD6E5215BB}"/>
              </a:ext>
            </a:extLst>
          </p:cNvPr>
          <p:cNvSpPr/>
          <p:nvPr/>
        </p:nvSpPr>
        <p:spPr>
          <a:xfrm>
            <a:off x="623889" y="3283933"/>
            <a:ext cx="1316436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AttachmentType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61A016-1922-F685-98A9-E231A5ACCBC7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flipH="1" flipV="1">
            <a:off x="1940325" y="3384175"/>
            <a:ext cx="1051213" cy="2845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272C4A87-835E-689A-23FE-19086EAA2295}"/>
              </a:ext>
            </a:extLst>
          </p:cNvPr>
          <p:cNvSpPr/>
          <p:nvPr/>
        </p:nvSpPr>
        <p:spPr>
          <a:xfrm flipV="1">
            <a:off x="10353667" y="3475684"/>
            <a:ext cx="504834" cy="2865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4C5BCF-B681-0AD6-64CF-433A1B75356E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0858501" y="3585330"/>
            <a:ext cx="448656" cy="336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BFBF8CC-0394-C703-46C9-DCDF26A3C10D}"/>
              </a:ext>
            </a:extLst>
          </p:cNvPr>
          <p:cNvSpPr/>
          <p:nvPr/>
        </p:nvSpPr>
        <p:spPr>
          <a:xfrm>
            <a:off x="11307157" y="3487493"/>
            <a:ext cx="77054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8DF1537-EEE2-F736-82B1-3B2B561F4028}"/>
              </a:ext>
            </a:extLst>
          </p:cNvPr>
          <p:cNvSpPr/>
          <p:nvPr/>
        </p:nvSpPr>
        <p:spPr>
          <a:xfrm>
            <a:off x="9037231" y="3484773"/>
            <a:ext cx="1264057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ED6024F8-1590-05CF-BA49-CC52C6520820}"/>
              </a:ext>
            </a:extLst>
          </p:cNvPr>
          <p:cNvSpPr/>
          <p:nvPr/>
        </p:nvSpPr>
        <p:spPr>
          <a:xfrm>
            <a:off x="10260069" y="3897558"/>
            <a:ext cx="602667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699A164-EB01-DBEA-A8E7-7378B78D00B6}"/>
              </a:ext>
            </a:extLst>
          </p:cNvPr>
          <p:cNvCxnSpPr>
            <a:cxnSpLocks/>
            <a:stCxn id="104" idx="2"/>
            <a:endCxn id="105" idx="1"/>
          </p:cNvCxnSpPr>
          <p:nvPr/>
        </p:nvCxnSpPr>
        <p:spPr>
          <a:xfrm>
            <a:off x="9669260" y="3769289"/>
            <a:ext cx="590809" cy="228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81B7D61-144A-FEA4-0B0F-893462C4E77E}"/>
              </a:ext>
            </a:extLst>
          </p:cNvPr>
          <p:cNvSpPr/>
          <p:nvPr/>
        </p:nvSpPr>
        <p:spPr>
          <a:xfrm>
            <a:off x="9028496" y="2902389"/>
            <a:ext cx="1830005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423AD45C-7A2B-BB2F-6419-2B22DD7F734D}"/>
              </a:ext>
            </a:extLst>
          </p:cNvPr>
          <p:cNvSpPr/>
          <p:nvPr/>
        </p:nvSpPr>
        <p:spPr>
          <a:xfrm>
            <a:off x="11205205" y="2915366"/>
            <a:ext cx="872495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D2ABBBDD-20A8-0C7C-EAF1-B9C0F359B090}"/>
              </a:ext>
            </a:extLst>
          </p:cNvPr>
          <p:cNvCxnSpPr>
            <a:cxnSpLocks/>
            <a:stCxn id="114" idx="3"/>
            <a:endCxn id="115" idx="1"/>
          </p:cNvCxnSpPr>
          <p:nvPr/>
        </p:nvCxnSpPr>
        <p:spPr>
          <a:xfrm flipV="1">
            <a:off x="10858501" y="3015608"/>
            <a:ext cx="346704" cy="2903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31DA79A-4DFA-C109-DB46-3077127F6F3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940326" y="3910584"/>
            <a:ext cx="1051214" cy="872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E61A654E-652D-BDBE-9E7B-FF0084139F60}"/>
              </a:ext>
            </a:extLst>
          </p:cNvPr>
          <p:cNvSpPr/>
          <p:nvPr/>
        </p:nvSpPr>
        <p:spPr>
          <a:xfrm>
            <a:off x="555576" y="3919435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4538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8CA886E-A1D2-DE3F-291A-61072A6D21FC}"/>
              </a:ext>
            </a:extLst>
          </p:cNvPr>
          <p:cNvSpPr/>
          <p:nvPr/>
        </p:nvSpPr>
        <p:spPr>
          <a:xfrm>
            <a:off x="2660650" y="4783346"/>
            <a:ext cx="3755911" cy="142583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591C6E9D-BBC7-3B01-EF00-0428732E32BB}"/>
              </a:ext>
            </a:extLst>
          </p:cNvPr>
          <p:cNvSpPr/>
          <p:nvPr/>
        </p:nvSpPr>
        <p:spPr>
          <a:xfrm>
            <a:off x="1349485" y="4808754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721B61F-0FB1-6AAA-9355-6C1D0A3A1031}"/>
              </a:ext>
            </a:extLst>
          </p:cNvPr>
          <p:cNvCxnSpPr>
            <a:cxnSpLocks/>
            <a:endCxn id="89" idx="3"/>
          </p:cNvCxnSpPr>
          <p:nvPr/>
        </p:nvCxnSpPr>
        <p:spPr>
          <a:xfrm flipH="1" flipV="1">
            <a:off x="2423444" y="4919208"/>
            <a:ext cx="247579" cy="373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E568C911-A4F4-34AA-2773-2103287DF61B}"/>
              </a:ext>
            </a:extLst>
          </p:cNvPr>
          <p:cNvSpPr/>
          <p:nvPr/>
        </p:nvSpPr>
        <p:spPr>
          <a:xfrm>
            <a:off x="1219201" y="5114111"/>
            <a:ext cx="120424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>
                <a:solidFill>
                  <a:srgbClr val="005194"/>
                </a:solidFill>
              </a:rPr>
              <a:t>CheckListItem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6E8DC86-E363-EAB1-E15F-485B77D1805A}"/>
              </a:ext>
            </a:extLst>
          </p:cNvPr>
          <p:cNvCxnSpPr>
            <a:cxnSpLocks/>
            <a:endCxn id="95" idx="3"/>
          </p:cNvCxnSpPr>
          <p:nvPr/>
        </p:nvCxnSpPr>
        <p:spPr>
          <a:xfrm flipH="1" flipV="1">
            <a:off x="2423445" y="5224565"/>
            <a:ext cx="291180" cy="11694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C85733D-38D2-549A-DEBA-D88CBFC2FB22}"/>
              </a:ext>
            </a:extLst>
          </p:cNvPr>
          <p:cNvSpPr/>
          <p:nvPr/>
        </p:nvSpPr>
        <p:spPr>
          <a:xfrm>
            <a:off x="2714625" y="5213544"/>
            <a:ext cx="3621372" cy="74275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BBAE3C-FEF9-AE4B-492A-71E2A82119E4}"/>
              </a:ext>
            </a:extLst>
          </p:cNvPr>
          <p:cNvSpPr/>
          <p:nvPr/>
        </p:nvSpPr>
        <p:spPr>
          <a:xfrm flipV="1">
            <a:off x="2969419" y="4900210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50444347-DE44-A55A-797D-2DC558364BD3}"/>
              </a:ext>
            </a:extLst>
          </p:cNvPr>
          <p:cNvCxnSpPr>
            <a:cxnSpLocks/>
            <a:stCxn id="146" idx="3"/>
            <a:endCxn id="151" idx="1"/>
          </p:cNvCxnSpPr>
          <p:nvPr/>
        </p:nvCxnSpPr>
        <p:spPr>
          <a:xfrm>
            <a:off x="3684692" y="4949132"/>
            <a:ext cx="247579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944F4C2D-BEE4-6DC5-9081-C8CDEFF2566D}"/>
              </a:ext>
            </a:extLst>
          </p:cNvPr>
          <p:cNvSpPr/>
          <p:nvPr/>
        </p:nvSpPr>
        <p:spPr>
          <a:xfrm>
            <a:off x="3932271" y="4878177"/>
            <a:ext cx="12969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B08ACAA1-57EE-76FA-209B-79913B87E3C3}"/>
              </a:ext>
            </a:extLst>
          </p:cNvPr>
          <p:cNvSpPr/>
          <p:nvPr/>
        </p:nvSpPr>
        <p:spPr>
          <a:xfrm>
            <a:off x="800100" y="5472047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3BA2484-F1A9-325C-D17E-838B46B80155}"/>
              </a:ext>
            </a:extLst>
          </p:cNvPr>
          <p:cNvSpPr/>
          <p:nvPr/>
        </p:nvSpPr>
        <p:spPr>
          <a:xfrm flipV="1">
            <a:off x="2827743" y="5273378"/>
            <a:ext cx="117864" cy="58472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1E76D-9A85-4F5D-C3BA-9073C2718383}"/>
              </a:ext>
            </a:extLst>
          </p:cNvPr>
          <p:cNvCxnSpPr>
            <a:cxnSpLocks/>
            <a:stCxn id="156" idx="1"/>
            <a:endCxn id="153" idx="3"/>
          </p:cNvCxnSpPr>
          <p:nvPr/>
        </p:nvCxnSpPr>
        <p:spPr>
          <a:xfrm flipH="1">
            <a:off x="2418851" y="5565738"/>
            <a:ext cx="408892" cy="414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70C0A99-AC0D-7EB9-C4F7-8C127F6F5D7D}"/>
              </a:ext>
            </a:extLst>
          </p:cNvPr>
          <p:cNvSpPr/>
          <p:nvPr/>
        </p:nvSpPr>
        <p:spPr>
          <a:xfrm flipV="1">
            <a:off x="2999581" y="5277524"/>
            <a:ext cx="553244" cy="58057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9CDC711-5DC3-FAC0-0879-8E3084F1C19D}"/>
              </a:ext>
            </a:extLst>
          </p:cNvPr>
          <p:cNvCxnSpPr>
            <a:cxnSpLocks/>
            <a:stCxn id="163" idx="0"/>
            <a:endCxn id="167" idx="0"/>
          </p:cNvCxnSpPr>
          <p:nvPr/>
        </p:nvCxnSpPr>
        <p:spPr>
          <a:xfrm flipH="1">
            <a:off x="2671023" y="5858098"/>
            <a:ext cx="605180" cy="75233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B54BB515-4F48-D460-73F2-2A0DB292BA02}"/>
              </a:ext>
            </a:extLst>
          </p:cNvPr>
          <p:cNvSpPr/>
          <p:nvPr/>
        </p:nvSpPr>
        <p:spPr>
          <a:xfrm>
            <a:off x="1861647" y="6610433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696FF37F-1DD2-D774-4153-6FBC92C42589}"/>
              </a:ext>
            </a:extLst>
          </p:cNvPr>
          <p:cNvSpPr/>
          <p:nvPr/>
        </p:nvSpPr>
        <p:spPr>
          <a:xfrm>
            <a:off x="3740384" y="5380092"/>
            <a:ext cx="81574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DueDate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724588C-1A88-5D8F-FCF9-097043803702}"/>
              </a:ext>
            </a:extLst>
          </p:cNvPr>
          <p:cNvCxnSpPr>
            <a:cxnSpLocks/>
            <a:stCxn id="172" idx="1"/>
            <a:endCxn id="170" idx="3"/>
          </p:cNvCxnSpPr>
          <p:nvPr/>
        </p:nvCxnSpPr>
        <p:spPr>
          <a:xfrm flipH="1" flipV="1">
            <a:off x="4556125" y="5477929"/>
            <a:ext cx="967853" cy="870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A38A039-9992-473F-D882-F29171B149BC}"/>
              </a:ext>
            </a:extLst>
          </p:cNvPr>
          <p:cNvSpPr/>
          <p:nvPr/>
        </p:nvSpPr>
        <p:spPr>
          <a:xfrm flipV="1">
            <a:off x="5523978" y="5250557"/>
            <a:ext cx="442376" cy="6288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6751DDA-60DF-875E-F81F-EC15D4B0048E}"/>
              </a:ext>
            </a:extLst>
          </p:cNvPr>
          <p:cNvSpPr/>
          <p:nvPr/>
        </p:nvSpPr>
        <p:spPr>
          <a:xfrm flipV="1">
            <a:off x="6001172" y="5255467"/>
            <a:ext cx="152816" cy="6288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9E12A41B-39D8-DAD9-4FD8-85C784C3A82D}"/>
              </a:ext>
            </a:extLst>
          </p:cNvPr>
          <p:cNvSpPr/>
          <p:nvPr/>
        </p:nvSpPr>
        <p:spPr>
          <a:xfrm>
            <a:off x="4630091" y="5673403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6FF9558-F569-F211-544A-65D86C0466D8}"/>
              </a:ext>
            </a:extLst>
          </p:cNvPr>
          <p:cNvCxnSpPr>
            <a:cxnSpLocks/>
            <a:stCxn id="175" idx="1"/>
            <a:endCxn id="176" idx="3"/>
          </p:cNvCxnSpPr>
          <p:nvPr/>
        </p:nvCxnSpPr>
        <p:spPr>
          <a:xfrm flipH="1">
            <a:off x="5409936" y="5569884"/>
            <a:ext cx="591236" cy="20135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F981B3E6-7294-3319-B07B-F819B9D01D0B}"/>
              </a:ext>
            </a:extLst>
          </p:cNvPr>
          <p:cNvSpPr/>
          <p:nvPr/>
        </p:nvSpPr>
        <p:spPr>
          <a:xfrm>
            <a:off x="3640863" y="5679914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EC01682-5676-F6AA-305D-9C4C75CBBBAB}"/>
              </a:ext>
            </a:extLst>
          </p:cNvPr>
          <p:cNvCxnSpPr>
            <a:cxnSpLocks/>
            <a:stCxn id="176" idx="1"/>
            <a:endCxn id="196" idx="3"/>
          </p:cNvCxnSpPr>
          <p:nvPr/>
        </p:nvCxnSpPr>
        <p:spPr>
          <a:xfrm flipH="1">
            <a:off x="4420708" y="5771240"/>
            <a:ext cx="209383" cy="6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6579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B47A6-4F93-7085-F62A-B1242A584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CDB0AC-DF0F-F785-604A-D21FD1048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6017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05563AD-E108-7235-AA28-846DCCE7CEF4}"/>
              </a:ext>
            </a:extLst>
          </p:cNvPr>
          <p:cNvSpPr/>
          <p:nvPr/>
        </p:nvSpPr>
        <p:spPr>
          <a:xfrm>
            <a:off x="3971816" y="3735596"/>
            <a:ext cx="2300040" cy="211275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B2569D-110F-2258-F9CB-BFB0D6A0E8C8}"/>
              </a:ext>
            </a:extLst>
          </p:cNvPr>
          <p:cNvSpPr/>
          <p:nvPr/>
        </p:nvSpPr>
        <p:spPr>
          <a:xfrm>
            <a:off x="2660650" y="382650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0616CD-6A35-7DB5-FBCC-28366DE851D1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3611205" y="3908778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C36E3F3-BD65-151B-FDE4-C3019129B986}"/>
              </a:ext>
            </a:extLst>
          </p:cNvPr>
          <p:cNvSpPr/>
          <p:nvPr/>
        </p:nvSpPr>
        <p:spPr>
          <a:xfrm>
            <a:off x="9963150" y="4430921"/>
            <a:ext cx="1871306" cy="9537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0B3AB-23BA-75EF-D0A4-CE070D0B9E45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10553700" y="5384674"/>
            <a:ext cx="345103" cy="4636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EC18C7-A348-168F-DCD6-4B22135F4018}"/>
              </a:ext>
            </a:extLst>
          </p:cNvPr>
          <p:cNvSpPr/>
          <p:nvPr/>
        </p:nvSpPr>
        <p:spPr>
          <a:xfrm>
            <a:off x="9963150" y="5844364"/>
            <a:ext cx="1320800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RolePermission 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512C06-1E46-81A1-3703-CCCA9E28D439}"/>
              </a:ext>
            </a:extLst>
          </p:cNvPr>
          <p:cNvSpPr/>
          <p:nvPr/>
        </p:nvSpPr>
        <p:spPr>
          <a:xfrm>
            <a:off x="6938604" y="2800404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4BBFF0C-FE35-CE27-1820-B9F40C4CD616}"/>
              </a:ext>
            </a:extLst>
          </p:cNvPr>
          <p:cNvCxnSpPr>
            <a:cxnSpLocks/>
            <a:stCxn id="28" idx="3"/>
            <a:endCxn id="24" idx="2"/>
          </p:cNvCxnSpPr>
          <p:nvPr/>
        </p:nvCxnSpPr>
        <p:spPr>
          <a:xfrm flipV="1">
            <a:off x="6153150" y="3127737"/>
            <a:ext cx="1478577" cy="87806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F896464-E28E-C284-146A-5D6E03B7216C}"/>
              </a:ext>
            </a:extLst>
          </p:cNvPr>
          <p:cNvSpPr/>
          <p:nvPr/>
        </p:nvSpPr>
        <p:spPr>
          <a:xfrm>
            <a:off x="5187950" y="3942343"/>
            <a:ext cx="965200" cy="12691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E642E36-2E47-9112-5385-45F819E73385}"/>
              </a:ext>
            </a:extLst>
          </p:cNvPr>
          <p:cNvSpPr/>
          <p:nvPr/>
        </p:nvSpPr>
        <p:spPr>
          <a:xfrm>
            <a:off x="2660649" y="3320721"/>
            <a:ext cx="95055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2C97FF5-4A85-0A91-B39F-06A6F4DDFCDE}"/>
              </a:ext>
            </a:extLst>
          </p:cNvPr>
          <p:cNvSpPr/>
          <p:nvPr/>
        </p:nvSpPr>
        <p:spPr>
          <a:xfrm flipV="1">
            <a:off x="4012052" y="3831797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8517BFE-B2D3-3336-5CD2-1542C406AAE8}"/>
              </a:ext>
            </a:extLst>
          </p:cNvPr>
          <p:cNvCxnSpPr>
            <a:cxnSpLocks/>
            <a:stCxn id="38" idx="0"/>
            <a:endCxn id="40" idx="3"/>
          </p:cNvCxnSpPr>
          <p:nvPr/>
        </p:nvCxnSpPr>
        <p:spPr>
          <a:xfrm flipH="1">
            <a:off x="3611203" y="4029074"/>
            <a:ext cx="501436" cy="37291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8CCAC2B-FB98-1471-72F4-D9A896D770E3}"/>
              </a:ext>
            </a:extLst>
          </p:cNvPr>
          <p:cNvSpPr/>
          <p:nvPr/>
        </p:nvSpPr>
        <p:spPr>
          <a:xfrm>
            <a:off x="2660650" y="4271067"/>
            <a:ext cx="950553" cy="26183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F9C1EC-C9B3-BD7E-E7A3-05FB7B4280F4}"/>
              </a:ext>
            </a:extLst>
          </p:cNvPr>
          <p:cNvSpPr/>
          <p:nvPr/>
        </p:nvSpPr>
        <p:spPr>
          <a:xfrm flipV="1">
            <a:off x="4259906" y="3941116"/>
            <a:ext cx="864544" cy="1269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7251F7F-45A2-3A78-7086-6E97C5E2D83C}"/>
              </a:ext>
            </a:extLst>
          </p:cNvPr>
          <p:cNvCxnSpPr>
            <a:cxnSpLocks/>
            <a:stCxn id="46" idx="0"/>
          </p:cNvCxnSpPr>
          <p:nvPr/>
        </p:nvCxnSpPr>
        <p:spPr>
          <a:xfrm flipH="1">
            <a:off x="3611204" y="4068025"/>
            <a:ext cx="1080974" cy="66272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2778856-E02B-B4CF-4F6B-9DF14E803CD3}"/>
              </a:ext>
            </a:extLst>
          </p:cNvPr>
          <p:cNvSpPr/>
          <p:nvPr/>
        </p:nvSpPr>
        <p:spPr>
          <a:xfrm>
            <a:off x="2660648" y="4682980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71B9BC3-2AF8-5B18-3CDB-7FDCC0942F39}"/>
              </a:ext>
            </a:extLst>
          </p:cNvPr>
          <p:cNvSpPr/>
          <p:nvPr/>
        </p:nvSpPr>
        <p:spPr>
          <a:xfrm>
            <a:off x="9571652" y="2256430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0EBFE78-C9C7-AAC7-2398-BFCF0E3E8ACE}"/>
              </a:ext>
            </a:extLst>
          </p:cNvPr>
          <p:cNvCxnSpPr>
            <a:cxnSpLocks/>
            <a:stCxn id="57" idx="1"/>
            <a:endCxn id="52" idx="2"/>
          </p:cNvCxnSpPr>
          <p:nvPr/>
        </p:nvCxnSpPr>
        <p:spPr>
          <a:xfrm flipH="1" flipV="1">
            <a:off x="10264775" y="2583763"/>
            <a:ext cx="288925" cy="20738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8112CF8A-AE7D-5EA9-529D-8D611538DACA}"/>
              </a:ext>
            </a:extLst>
          </p:cNvPr>
          <p:cNvSpPr/>
          <p:nvPr/>
        </p:nvSpPr>
        <p:spPr>
          <a:xfrm>
            <a:off x="10553700" y="2677164"/>
            <a:ext cx="965200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6579689-F1D1-ABAE-F3EC-6B6F42BC83B4}"/>
              </a:ext>
            </a:extLst>
          </p:cNvPr>
          <p:cNvSpPr/>
          <p:nvPr/>
        </p:nvSpPr>
        <p:spPr>
          <a:xfrm>
            <a:off x="2598419" y="2873100"/>
            <a:ext cx="101278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9472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8D91AF1-6BA7-D000-17CB-CD455EB1E1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697A1-B853-AB9E-A2E5-E0434539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44B0F8-64A2-C432-F4C1-D77BD6EA7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62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F33731-D230-C3A4-A133-537AAEA9A2FB}"/>
              </a:ext>
            </a:extLst>
          </p:cNvPr>
          <p:cNvSpPr/>
          <p:nvPr/>
        </p:nvSpPr>
        <p:spPr>
          <a:xfrm>
            <a:off x="4314716" y="2819400"/>
            <a:ext cx="1781284" cy="13779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91357F-EFE1-94F1-831B-4B289BF74F0F}"/>
              </a:ext>
            </a:extLst>
          </p:cNvPr>
          <p:cNvSpPr/>
          <p:nvPr/>
        </p:nvSpPr>
        <p:spPr>
          <a:xfrm>
            <a:off x="3003550" y="294330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0E4126-7F0F-D78C-22E9-C79DDA024C5B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3954105" y="3025583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7E068BF-065F-F34E-01BA-F6184F43284B}"/>
              </a:ext>
            </a:extLst>
          </p:cNvPr>
          <p:cNvSpPr/>
          <p:nvPr/>
        </p:nvSpPr>
        <p:spPr>
          <a:xfrm>
            <a:off x="6767156" y="4149725"/>
            <a:ext cx="950555" cy="7927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580EC7-93D3-9F04-2214-12870849A204}"/>
              </a:ext>
            </a:extLst>
          </p:cNvPr>
          <p:cNvSpPr/>
          <p:nvPr/>
        </p:nvSpPr>
        <p:spPr>
          <a:xfrm>
            <a:off x="8426450" y="4404548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RolePermission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442FE-9B5E-FEDD-1A45-41C108F691C9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7717711" y="4535467"/>
            <a:ext cx="708739" cy="1062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FBAA629-2480-FF91-59E1-28835CBA43E5}"/>
              </a:ext>
            </a:extLst>
          </p:cNvPr>
          <p:cNvSpPr/>
          <p:nvPr/>
        </p:nvSpPr>
        <p:spPr>
          <a:xfrm flipV="1">
            <a:off x="4398428" y="2920332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C02F65-E456-BB95-C1B2-3C36CCABB01A}"/>
              </a:ext>
            </a:extLst>
          </p:cNvPr>
          <p:cNvCxnSpPr>
            <a:cxnSpLocks/>
            <a:stCxn id="4" idx="0"/>
          </p:cNvCxnSpPr>
          <p:nvPr/>
        </p:nvCxnSpPr>
        <p:spPr>
          <a:xfrm flipH="1">
            <a:off x="3954105" y="3117609"/>
            <a:ext cx="544910" cy="3858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9836282A-72B1-0C0D-F2ED-3A9CB985E7F2}"/>
              </a:ext>
            </a:extLst>
          </p:cNvPr>
          <p:cNvSpPr/>
          <p:nvPr/>
        </p:nvSpPr>
        <p:spPr>
          <a:xfrm flipV="1">
            <a:off x="4646282" y="3029649"/>
            <a:ext cx="544910" cy="8795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35BF66-48D3-21D8-77DD-14035ED38C55}"/>
              </a:ext>
            </a:extLst>
          </p:cNvPr>
          <p:cNvCxnSpPr>
            <a:cxnSpLocks/>
            <a:stCxn id="13" idx="0"/>
            <a:endCxn id="15" idx="3"/>
          </p:cNvCxnSpPr>
          <p:nvPr/>
        </p:nvCxnSpPr>
        <p:spPr>
          <a:xfrm flipH="1">
            <a:off x="3954105" y="3117608"/>
            <a:ext cx="964632" cy="7790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42A17F-6EA2-46DE-08F7-6E6E9BF025EC}"/>
              </a:ext>
            </a:extLst>
          </p:cNvPr>
          <p:cNvSpPr/>
          <p:nvPr/>
        </p:nvSpPr>
        <p:spPr>
          <a:xfrm>
            <a:off x="3003552" y="3771515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527858F-06BC-F7CA-ED5C-30E211E354A5}"/>
              </a:ext>
            </a:extLst>
          </p:cNvPr>
          <p:cNvSpPr/>
          <p:nvPr/>
        </p:nvSpPr>
        <p:spPr>
          <a:xfrm>
            <a:off x="3003550" y="3346386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5633BD3-617B-6465-9673-7FBD81DF81E8}"/>
              </a:ext>
            </a:extLst>
          </p:cNvPr>
          <p:cNvSpPr/>
          <p:nvPr/>
        </p:nvSpPr>
        <p:spPr>
          <a:xfrm>
            <a:off x="2969854" y="1857262"/>
            <a:ext cx="984251" cy="241572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05A8C6-730D-7F73-050B-9B472B266496}"/>
              </a:ext>
            </a:extLst>
          </p:cNvPr>
          <p:cNvCxnSpPr>
            <a:cxnSpLocks/>
            <a:stCxn id="22" idx="1"/>
            <a:endCxn id="20" idx="2"/>
          </p:cNvCxnSpPr>
          <p:nvPr/>
        </p:nvCxnSpPr>
        <p:spPr>
          <a:xfrm flipH="1" flipV="1">
            <a:off x="3461980" y="2098834"/>
            <a:ext cx="894119" cy="2552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AC7390D-DCC8-C25D-04B9-18E737882349}"/>
              </a:ext>
            </a:extLst>
          </p:cNvPr>
          <p:cNvSpPr/>
          <p:nvPr/>
        </p:nvSpPr>
        <p:spPr>
          <a:xfrm>
            <a:off x="4356099" y="2240076"/>
            <a:ext cx="1386245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1F58B71-0B83-A686-C3E8-DE4DA2A03DA1}"/>
              </a:ext>
            </a:extLst>
          </p:cNvPr>
          <p:cNvSpPr/>
          <p:nvPr/>
        </p:nvSpPr>
        <p:spPr>
          <a:xfrm flipV="1">
            <a:off x="6819723" y="4229680"/>
            <a:ext cx="319265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153A22-7E19-EFCB-4B7F-AAC982AD8197}"/>
              </a:ext>
            </a:extLst>
          </p:cNvPr>
          <p:cNvCxnSpPr>
            <a:cxnSpLocks/>
            <a:stCxn id="31" idx="0"/>
          </p:cNvCxnSpPr>
          <p:nvPr/>
        </p:nvCxnSpPr>
        <p:spPr>
          <a:xfrm flipH="1">
            <a:off x="6375400" y="4426957"/>
            <a:ext cx="603956" cy="3858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ADA57BE-FD7A-F247-AF1F-8F4C151A589A}"/>
              </a:ext>
            </a:extLst>
          </p:cNvPr>
          <p:cNvSpPr/>
          <p:nvPr/>
        </p:nvSpPr>
        <p:spPr>
          <a:xfrm>
            <a:off x="5424845" y="4655735"/>
            <a:ext cx="950555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1B461A-3016-4CE3-FDC4-789488E1D67B}"/>
              </a:ext>
            </a:extLst>
          </p:cNvPr>
          <p:cNvSpPr/>
          <p:nvPr/>
        </p:nvSpPr>
        <p:spPr>
          <a:xfrm>
            <a:off x="5218785" y="3011839"/>
            <a:ext cx="650505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E2A93D4-C632-C5DC-8478-577B16D1E857}"/>
              </a:ext>
            </a:extLst>
          </p:cNvPr>
          <p:cNvCxnSpPr>
            <a:cxnSpLocks/>
            <a:stCxn id="35" idx="3"/>
            <a:endCxn id="38" idx="2"/>
          </p:cNvCxnSpPr>
          <p:nvPr/>
        </p:nvCxnSpPr>
        <p:spPr>
          <a:xfrm flipV="1">
            <a:off x="5869290" y="2611000"/>
            <a:ext cx="900068" cy="453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4928040-292A-496C-7242-E187AD610668}"/>
              </a:ext>
            </a:extLst>
          </p:cNvPr>
          <p:cNvSpPr/>
          <p:nvPr/>
        </p:nvSpPr>
        <p:spPr>
          <a:xfrm>
            <a:off x="6108958" y="2349163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83276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6164F4-EAB7-6704-E2C0-E7816673E6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8CC7D7-193B-8AA7-CEB2-32E375CDA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ACEF82-A332-E125-4F4D-A95F24CF5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000"/>
            <a:ext cx="12192000" cy="585037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421F3-20E9-4336-63F0-C55DEFB6AA1F}"/>
              </a:ext>
            </a:extLst>
          </p:cNvPr>
          <p:cNvSpPr/>
          <p:nvPr/>
        </p:nvSpPr>
        <p:spPr>
          <a:xfrm>
            <a:off x="3028950" y="4220858"/>
            <a:ext cx="1857375" cy="200468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1CF52BA-7F16-4CE7-7D4B-AD3CF68900FD}"/>
              </a:ext>
            </a:extLst>
          </p:cNvPr>
          <p:cNvSpPr/>
          <p:nvPr/>
        </p:nvSpPr>
        <p:spPr>
          <a:xfrm>
            <a:off x="1752297" y="383484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88935D-E379-F137-7EA3-C5FE138859BE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702852" y="3965764"/>
            <a:ext cx="326098" cy="2618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FA78BB5-6545-3A6D-E3C6-3444331B4820}"/>
              </a:ext>
            </a:extLst>
          </p:cNvPr>
          <p:cNvSpPr/>
          <p:nvPr/>
        </p:nvSpPr>
        <p:spPr>
          <a:xfrm>
            <a:off x="3064670" y="4295761"/>
            <a:ext cx="51435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7A4D3F-7607-43F9-D801-90A09BE1D166}"/>
              </a:ext>
            </a:extLst>
          </p:cNvPr>
          <p:cNvCxnSpPr>
            <a:cxnSpLocks/>
            <a:stCxn id="10" idx="1"/>
            <a:endCxn id="12" idx="0"/>
          </p:cNvCxnSpPr>
          <p:nvPr/>
        </p:nvCxnSpPr>
        <p:spPr>
          <a:xfrm flipH="1">
            <a:off x="2202326" y="4348646"/>
            <a:ext cx="862344" cy="6195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BD49A82-CBEC-5C2A-65B9-7B3FF203F1A2}"/>
              </a:ext>
            </a:extLst>
          </p:cNvPr>
          <p:cNvSpPr/>
          <p:nvPr/>
        </p:nvSpPr>
        <p:spPr>
          <a:xfrm>
            <a:off x="1701800" y="4968240"/>
            <a:ext cx="1001051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E1FB966-6D64-31D6-A8E3-6DD216D65DB1}"/>
              </a:ext>
            </a:extLst>
          </p:cNvPr>
          <p:cNvCxnSpPr>
            <a:cxnSpLocks/>
            <a:stCxn id="27" idx="1"/>
            <a:endCxn id="12" idx="3"/>
          </p:cNvCxnSpPr>
          <p:nvPr/>
        </p:nvCxnSpPr>
        <p:spPr>
          <a:xfrm flipH="1" flipV="1">
            <a:off x="2702851" y="5099159"/>
            <a:ext cx="361818" cy="6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DE1EE8-5194-BE4C-F6F4-D09ECE62DF05}"/>
              </a:ext>
            </a:extLst>
          </p:cNvPr>
          <p:cNvSpPr/>
          <p:nvPr/>
        </p:nvSpPr>
        <p:spPr>
          <a:xfrm>
            <a:off x="3064669" y="5052998"/>
            <a:ext cx="571499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13496F-EC3D-DF74-BF39-C5E662B47F99}"/>
              </a:ext>
            </a:extLst>
          </p:cNvPr>
          <p:cNvSpPr/>
          <p:nvPr/>
        </p:nvSpPr>
        <p:spPr>
          <a:xfrm>
            <a:off x="3064670" y="5829029"/>
            <a:ext cx="75168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FDD8EF-40B9-A014-DD69-D162260ED663}"/>
              </a:ext>
            </a:extLst>
          </p:cNvPr>
          <p:cNvCxnSpPr>
            <a:cxnSpLocks/>
          </p:cNvCxnSpPr>
          <p:nvPr/>
        </p:nvCxnSpPr>
        <p:spPr>
          <a:xfrm flipH="1" flipV="1">
            <a:off x="2202326" y="5230077"/>
            <a:ext cx="862344" cy="656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FD4609-C46C-DB87-9A0D-24D45E3621D4}"/>
              </a:ext>
            </a:extLst>
          </p:cNvPr>
          <p:cNvSpPr/>
          <p:nvPr/>
        </p:nvSpPr>
        <p:spPr>
          <a:xfrm>
            <a:off x="5291999" y="509228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56E269-E751-84C7-1B72-A2255E06F2E3}"/>
              </a:ext>
            </a:extLst>
          </p:cNvPr>
          <p:cNvSpPr/>
          <p:nvPr/>
        </p:nvSpPr>
        <p:spPr>
          <a:xfrm>
            <a:off x="3075483" y="4464133"/>
            <a:ext cx="991691" cy="49849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04082AE-DA45-47C6-7448-1E9C1E6037DA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>
            <a:off x="4067174" y="4713379"/>
            <a:ext cx="1224825" cy="509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9054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Picture 165">
            <a:extLst>
              <a:ext uri="{FF2B5EF4-FFF2-40B4-BE49-F238E27FC236}">
                <a16:creationId xmlns:a16="http://schemas.microsoft.com/office/drawing/2014/main" id="{402CDD5A-8A91-C382-54F3-5EFE9E04E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000"/>
            <a:ext cx="12192000" cy="588092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Screen	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A7ACBC37-3E82-0757-EB6D-656A59949B78}"/>
              </a:ext>
            </a:extLst>
          </p:cNvPr>
          <p:cNvSpPr/>
          <p:nvPr/>
        </p:nvSpPr>
        <p:spPr>
          <a:xfrm>
            <a:off x="2203450" y="1380307"/>
            <a:ext cx="685800" cy="1974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AFD1835-AD05-F4FA-A9CC-5418F10F70C9}"/>
              </a:ext>
            </a:extLst>
          </p:cNvPr>
          <p:cNvSpPr/>
          <p:nvPr/>
        </p:nvSpPr>
        <p:spPr>
          <a:xfrm>
            <a:off x="4006850" y="1320953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40F12A9-10A3-F781-7D1F-5617759F45C3}"/>
              </a:ext>
            </a:extLst>
          </p:cNvPr>
          <p:cNvCxnSpPr>
            <a:cxnSpLocks/>
            <a:endCxn id="168" idx="1"/>
          </p:cNvCxnSpPr>
          <p:nvPr/>
        </p:nvCxnSpPr>
        <p:spPr>
          <a:xfrm>
            <a:off x="2889250" y="1479031"/>
            <a:ext cx="1117600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0C8CAE23-AB90-2A84-D7AF-7EDABF408DB8}"/>
              </a:ext>
            </a:extLst>
          </p:cNvPr>
          <p:cNvSpPr/>
          <p:nvPr/>
        </p:nvSpPr>
        <p:spPr>
          <a:xfrm>
            <a:off x="4406900" y="3363531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C79192CE-5E02-9E02-1273-AA6CEDD2B53B}"/>
              </a:ext>
            </a:extLst>
          </p:cNvPr>
          <p:cNvSpPr/>
          <p:nvPr/>
        </p:nvSpPr>
        <p:spPr>
          <a:xfrm>
            <a:off x="2203450" y="334962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AA82D78B-9A0E-0905-9EEF-67E5EFB86F40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492500" y="3465178"/>
            <a:ext cx="914400" cy="2167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58BD76DC-1023-C1AB-5A50-D05DFCAECDF6}"/>
              </a:ext>
            </a:extLst>
          </p:cNvPr>
          <p:cNvSpPr/>
          <p:nvPr/>
        </p:nvSpPr>
        <p:spPr>
          <a:xfrm>
            <a:off x="6578600" y="3789560"/>
            <a:ext cx="108469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D30FBD1-71CD-6E32-6FDB-F11C9A2D2B99}"/>
              </a:ext>
            </a:extLst>
          </p:cNvPr>
          <p:cNvSpPr/>
          <p:nvPr/>
        </p:nvSpPr>
        <p:spPr>
          <a:xfrm>
            <a:off x="2203450" y="3654617"/>
            <a:ext cx="3892550" cy="363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D576BE88-88BF-D9EA-40E3-44BCBD915AC9}"/>
              </a:ext>
            </a:extLst>
          </p:cNvPr>
          <p:cNvCxnSpPr>
            <a:cxnSpLocks/>
            <a:stCxn id="177" idx="3"/>
            <a:endCxn id="176" idx="1"/>
          </p:cNvCxnSpPr>
          <p:nvPr/>
        </p:nvCxnSpPr>
        <p:spPr>
          <a:xfrm>
            <a:off x="6096000" y="3836379"/>
            <a:ext cx="482600" cy="674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C63E8F5-9511-BE1C-86E7-158CCD16DED0}"/>
              </a:ext>
            </a:extLst>
          </p:cNvPr>
          <p:cNvSpPr/>
          <p:nvPr/>
        </p:nvSpPr>
        <p:spPr>
          <a:xfrm flipH="1">
            <a:off x="2237354" y="3724660"/>
            <a:ext cx="422502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C7DF02AD-7774-DB5D-735F-F0E9D965E298}"/>
              </a:ext>
            </a:extLst>
          </p:cNvPr>
          <p:cNvCxnSpPr>
            <a:cxnSpLocks/>
            <a:stCxn id="186" idx="2"/>
            <a:endCxn id="188" idx="1"/>
          </p:cNvCxnSpPr>
          <p:nvPr/>
        </p:nvCxnSpPr>
        <p:spPr>
          <a:xfrm>
            <a:off x="2448605" y="3874293"/>
            <a:ext cx="1853709" cy="4446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886B4B62-659F-2907-4AA7-98E01BBDEFA0}"/>
              </a:ext>
            </a:extLst>
          </p:cNvPr>
          <p:cNvSpPr/>
          <p:nvPr/>
        </p:nvSpPr>
        <p:spPr>
          <a:xfrm>
            <a:off x="4302314" y="4193726"/>
            <a:ext cx="1266636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SettingContent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795DED0E-AFF1-2142-5FBD-B619B08B8451}"/>
              </a:ext>
            </a:extLst>
          </p:cNvPr>
          <p:cNvSpPr/>
          <p:nvPr/>
        </p:nvSpPr>
        <p:spPr>
          <a:xfrm flipH="1">
            <a:off x="2237354" y="3434224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25E6BC6-4965-4FAE-1E02-538F64C707A9}"/>
              </a:ext>
            </a:extLst>
          </p:cNvPr>
          <p:cNvCxnSpPr>
            <a:cxnSpLocks/>
            <a:stCxn id="196" idx="1"/>
            <a:endCxn id="198" idx="1"/>
          </p:cNvCxnSpPr>
          <p:nvPr/>
        </p:nvCxnSpPr>
        <p:spPr>
          <a:xfrm flipV="1">
            <a:off x="3187700" y="3173166"/>
            <a:ext cx="1219199" cy="3358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FF75511D-8A70-E0EE-72C3-7C6B6C9C3102}"/>
              </a:ext>
            </a:extLst>
          </p:cNvPr>
          <p:cNvSpPr/>
          <p:nvPr/>
        </p:nvSpPr>
        <p:spPr>
          <a:xfrm>
            <a:off x="4406899" y="3062774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83FE84C-E124-76AC-D67D-81CD8419DEE7}"/>
              </a:ext>
            </a:extLst>
          </p:cNvPr>
          <p:cNvSpPr/>
          <p:nvPr/>
        </p:nvSpPr>
        <p:spPr>
          <a:xfrm>
            <a:off x="10245725" y="4232518"/>
            <a:ext cx="1946275" cy="11961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13FF9E14-0FEC-5322-5245-32D232B56771}"/>
              </a:ext>
            </a:extLst>
          </p:cNvPr>
          <p:cNvSpPr/>
          <p:nvPr/>
        </p:nvSpPr>
        <p:spPr>
          <a:xfrm flipH="1">
            <a:off x="10509250" y="4271309"/>
            <a:ext cx="546100" cy="1727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E5F51FE3-3EA2-6040-BED1-0C3A253AB527}"/>
              </a:ext>
            </a:extLst>
          </p:cNvPr>
          <p:cNvCxnSpPr>
            <a:cxnSpLocks/>
            <a:stCxn id="205" idx="3"/>
            <a:endCxn id="207" idx="3"/>
          </p:cNvCxnSpPr>
          <p:nvPr/>
        </p:nvCxnSpPr>
        <p:spPr>
          <a:xfrm flipH="1">
            <a:off x="9622459" y="4357690"/>
            <a:ext cx="886791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52351A30-6C73-5563-08FC-3DEC297E9C59}"/>
              </a:ext>
            </a:extLst>
          </p:cNvPr>
          <p:cNvSpPr/>
          <p:nvPr/>
        </p:nvSpPr>
        <p:spPr>
          <a:xfrm>
            <a:off x="8450580" y="4232518"/>
            <a:ext cx="1171879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DisplayName</a:t>
            </a:r>
          </a:p>
        </p:txBody>
      </p:sp>
      <p:sp>
        <p:nvSpPr>
          <p:cNvPr id="214" name="Rectangle: Rounded Corners 213">
            <a:extLst>
              <a:ext uri="{FF2B5EF4-FFF2-40B4-BE49-F238E27FC236}">
                <a16:creationId xmlns:a16="http://schemas.microsoft.com/office/drawing/2014/main" id="{32C1778C-F5B8-7630-93A2-0F24F45488AC}"/>
              </a:ext>
            </a:extLst>
          </p:cNvPr>
          <p:cNvSpPr/>
          <p:nvPr/>
        </p:nvSpPr>
        <p:spPr>
          <a:xfrm>
            <a:off x="8450580" y="4675469"/>
            <a:ext cx="1171879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006A1FA6-4274-07F4-EC35-FB5C58B6DC6E}"/>
              </a:ext>
            </a:extLst>
          </p:cNvPr>
          <p:cNvCxnSpPr>
            <a:cxnSpLocks/>
            <a:stCxn id="204" idx="1"/>
            <a:endCxn id="214" idx="3"/>
          </p:cNvCxnSpPr>
          <p:nvPr/>
        </p:nvCxnSpPr>
        <p:spPr>
          <a:xfrm flipH="1" flipV="1">
            <a:off x="9622459" y="4789760"/>
            <a:ext cx="623266" cy="408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AD7ACD1F-FDFD-9207-264B-D011A81EB504}"/>
              </a:ext>
            </a:extLst>
          </p:cNvPr>
          <p:cNvSpPr/>
          <p:nvPr/>
        </p:nvSpPr>
        <p:spPr>
          <a:xfrm>
            <a:off x="2203450" y="1775146"/>
            <a:ext cx="1803400" cy="4208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CE85D0C-E9F0-2299-3FC5-E1C3A22D6F4C}"/>
              </a:ext>
            </a:extLst>
          </p:cNvPr>
          <p:cNvCxnSpPr>
            <a:cxnSpLocks/>
            <a:stCxn id="225" idx="3"/>
            <a:endCxn id="229" idx="1"/>
          </p:cNvCxnSpPr>
          <p:nvPr/>
        </p:nvCxnSpPr>
        <p:spPr>
          <a:xfrm>
            <a:off x="4006850" y="1985562"/>
            <a:ext cx="928782" cy="840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ectangle: Rounded Corners 228">
            <a:extLst>
              <a:ext uri="{FF2B5EF4-FFF2-40B4-BE49-F238E27FC236}">
                <a16:creationId xmlns:a16="http://schemas.microsoft.com/office/drawing/2014/main" id="{C207699A-CCA2-0CAF-17FD-5E99195F2564}"/>
              </a:ext>
            </a:extLst>
          </p:cNvPr>
          <p:cNvSpPr/>
          <p:nvPr/>
        </p:nvSpPr>
        <p:spPr>
          <a:xfrm>
            <a:off x="4935632" y="1835886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318073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>
            <a:extLst>
              <a:ext uri="{FF2B5EF4-FFF2-40B4-BE49-F238E27FC236}">
                <a16:creationId xmlns:a16="http://schemas.microsoft.com/office/drawing/2014/main" id="{233ED7FE-084F-D7EB-6263-E4F670525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57" y="1098000"/>
            <a:ext cx="702246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User Setting Screen	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7010A8-1CC8-46BD-225C-A4E6E6559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98000"/>
            <a:ext cx="6516948" cy="5969247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C765922-3700-7010-91CD-A0E23AFCFD1C}"/>
              </a:ext>
            </a:extLst>
          </p:cNvPr>
          <p:cNvSpPr/>
          <p:nvPr/>
        </p:nvSpPr>
        <p:spPr>
          <a:xfrm>
            <a:off x="2296303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Setting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FF550E2-7CA1-08D6-2763-1AF42D113EBC}"/>
              </a:ext>
            </a:extLst>
          </p:cNvPr>
          <p:cNvSpPr/>
          <p:nvPr/>
        </p:nvSpPr>
        <p:spPr>
          <a:xfrm flipH="1">
            <a:off x="7130800" y="4421887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9EF1916-9BD7-E188-E974-B30A6B936C54}"/>
              </a:ext>
            </a:extLst>
          </p:cNvPr>
          <p:cNvCxnSpPr>
            <a:cxnSpLocks/>
            <a:stCxn id="30" idx="1"/>
            <a:endCxn id="34" idx="1"/>
          </p:cNvCxnSpPr>
          <p:nvPr/>
        </p:nvCxnSpPr>
        <p:spPr>
          <a:xfrm flipV="1">
            <a:off x="8081146" y="4151303"/>
            <a:ext cx="919162" cy="3454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53377AF-D228-A4E7-08E9-D7F8F6F612EC}"/>
              </a:ext>
            </a:extLst>
          </p:cNvPr>
          <p:cNvSpPr/>
          <p:nvPr/>
        </p:nvSpPr>
        <p:spPr>
          <a:xfrm>
            <a:off x="9000308" y="4040911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D408CAE-E8D9-0D05-8DDD-3FA2864ECABB}"/>
              </a:ext>
            </a:extLst>
          </p:cNvPr>
          <p:cNvSpPr/>
          <p:nvPr/>
        </p:nvSpPr>
        <p:spPr>
          <a:xfrm>
            <a:off x="8493265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User Setting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C6FF274-CCE9-1FFC-3015-D21CBA6020A6}"/>
              </a:ext>
            </a:extLst>
          </p:cNvPr>
          <p:cNvSpPr/>
          <p:nvPr/>
        </p:nvSpPr>
        <p:spPr>
          <a:xfrm>
            <a:off x="9000308" y="4332436"/>
            <a:ext cx="981253" cy="23908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1BDF51-B11F-1528-BF97-6560A77E9049}"/>
              </a:ext>
            </a:extLst>
          </p:cNvPr>
          <p:cNvSpPr/>
          <p:nvPr/>
        </p:nvSpPr>
        <p:spPr>
          <a:xfrm>
            <a:off x="7066733" y="433243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9A4EFA-6F44-533E-8A67-57109342EECD}"/>
              </a:ext>
            </a:extLst>
          </p:cNvPr>
          <p:cNvCxnSpPr>
            <a:cxnSpLocks/>
            <a:stCxn id="39" idx="3"/>
            <a:endCxn id="36" idx="1"/>
          </p:cNvCxnSpPr>
          <p:nvPr/>
        </p:nvCxnSpPr>
        <p:spPr>
          <a:xfrm flipV="1">
            <a:off x="8355783" y="4451978"/>
            <a:ext cx="644525" cy="1768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D702623-1185-CA6B-B31F-64CBACCDDAA2}"/>
              </a:ext>
            </a:extLst>
          </p:cNvPr>
          <p:cNvSpPr/>
          <p:nvPr/>
        </p:nvSpPr>
        <p:spPr>
          <a:xfrm flipH="1">
            <a:off x="4137803" y="2356192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1078B45-03B2-6027-E7AA-210224E6A587}"/>
              </a:ext>
            </a:extLst>
          </p:cNvPr>
          <p:cNvCxnSpPr>
            <a:cxnSpLocks/>
            <a:stCxn id="44" idx="0"/>
            <a:endCxn id="49" idx="3"/>
          </p:cNvCxnSpPr>
          <p:nvPr/>
        </p:nvCxnSpPr>
        <p:spPr>
          <a:xfrm flipH="1" flipV="1">
            <a:off x="3427575" y="1984061"/>
            <a:ext cx="1185401" cy="37213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51C6987-EEB0-1F78-3806-D746D356BD2E}"/>
              </a:ext>
            </a:extLst>
          </p:cNvPr>
          <p:cNvSpPr/>
          <p:nvPr/>
        </p:nvSpPr>
        <p:spPr>
          <a:xfrm>
            <a:off x="2513176" y="1873669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3C073A4-528A-758A-6699-7D32E42536C4}"/>
              </a:ext>
            </a:extLst>
          </p:cNvPr>
          <p:cNvSpPr/>
          <p:nvPr/>
        </p:nvSpPr>
        <p:spPr>
          <a:xfrm>
            <a:off x="2459032" y="2209904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589235-E986-2248-BD90-8096B429B8B8}"/>
              </a:ext>
            </a:extLst>
          </p:cNvPr>
          <p:cNvSpPr/>
          <p:nvPr/>
        </p:nvSpPr>
        <p:spPr>
          <a:xfrm>
            <a:off x="4073737" y="2275973"/>
            <a:ext cx="1289050" cy="2481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0B96915-29F2-92CC-9DC5-841E641C532B}"/>
              </a:ext>
            </a:extLst>
          </p:cNvPr>
          <p:cNvCxnSpPr>
            <a:cxnSpLocks/>
            <a:stCxn id="54" idx="1"/>
            <a:endCxn id="53" idx="3"/>
          </p:cNvCxnSpPr>
          <p:nvPr/>
        </p:nvCxnSpPr>
        <p:spPr>
          <a:xfrm flipH="1" flipV="1">
            <a:off x="3440285" y="2311551"/>
            <a:ext cx="633452" cy="884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AF7310F-3D9A-77D4-553F-D86181E734A7}"/>
              </a:ext>
            </a:extLst>
          </p:cNvPr>
          <p:cNvSpPr/>
          <p:nvPr/>
        </p:nvSpPr>
        <p:spPr>
          <a:xfrm>
            <a:off x="4073737" y="2567383"/>
            <a:ext cx="557794" cy="11629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0A55718-AE09-2336-E9D5-071A2FF1432A}"/>
              </a:ext>
            </a:extLst>
          </p:cNvPr>
          <p:cNvCxnSpPr>
            <a:cxnSpLocks/>
            <a:endCxn id="70" idx="3"/>
          </p:cNvCxnSpPr>
          <p:nvPr/>
        </p:nvCxnSpPr>
        <p:spPr>
          <a:xfrm flipH="1" flipV="1">
            <a:off x="3440284" y="2599079"/>
            <a:ext cx="633453" cy="442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DF8DAB47-68D8-6585-57FA-463B0025595D}"/>
              </a:ext>
            </a:extLst>
          </p:cNvPr>
          <p:cNvSpPr/>
          <p:nvPr/>
        </p:nvSpPr>
        <p:spPr>
          <a:xfrm>
            <a:off x="2296303" y="2497432"/>
            <a:ext cx="114398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56263DD8-62B9-783E-81E5-55ED047952F0}"/>
              </a:ext>
            </a:extLst>
          </p:cNvPr>
          <p:cNvSpPr/>
          <p:nvPr/>
        </p:nvSpPr>
        <p:spPr>
          <a:xfrm>
            <a:off x="9100094" y="4686987"/>
            <a:ext cx="1070820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5BA9BEA-A1E0-1AFB-FC74-FDE4FDABD9A3}"/>
              </a:ext>
            </a:extLst>
          </p:cNvPr>
          <p:cNvSpPr/>
          <p:nvPr/>
        </p:nvSpPr>
        <p:spPr>
          <a:xfrm>
            <a:off x="7166519" y="4712388"/>
            <a:ext cx="1289050" cy="1852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2806EE4-42D5-2266-42AD-934FBB15BAE1}"/>
              </a:ext>
            </a:extLst>
          </p:cNvPr>
          <p:cNvCxnSpPr>
            <a:cxnSpLocks/>
            <a:stCxn id="87" idx="3"/>
            <a:endCxn id="86" idx="1"/>
          </p:cNvCxnSpPr>
          <p:nvPr/>
        </p:nvCxnSpPr>
        <p:spPr>
          <a:xfrm flipV="1">
            <a:off x="8455569" y="4803572"/>
            <a:ext cx="644525" cy="1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17F1FE7-455B-6C80-F096-C9B861C4415E}"/>
              </a:ext>
            </a:extLst>
          </p:cNvPr>
          <p:cNvSpPr/>
          <p:nvPr/>
        </p:nvSpPr>
        <p:spPr>
          <a:xfrm>
            <a:off x="7204215" y="5129973"/>
            <a:ext cx="1289050" cy="7687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4CDB2D3C-B941-500A-CF30-0E2879ECDA9C}"/>
              </a:ext>
            </a:extLst>
          </p:cNvPr>
          <p:cNvSpPr/>
          <p:nvPr/>
        </p:nvSpPr>
        <p:spPr>
          <a:xfrm>
            <a:off x="9137790" y="5429863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705B642-548B-930F-6306-EF17F8105151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8493265" y="5546448"/>
            <a:ext cx="644525" cy="1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A742C6BF-DFC7-780A-D9A2-E1FAEE6094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6379" y="2710564"/>
            <a:ext cx="1752829" cy="2209592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64A73D13-A94B-CECF-3DED-A11C5B509298}"/>
              </a:ext>
            </a:extLst>
          </p:cNvPr>
          <p:cNvSpPr/>
          <p:nvPr/>
        </p:nvSpPr>
        <p:spPr>
          <a:xfrm>
            <a:off x="4084782" y="2988468"/>
            <a:ext cx="1619995" cy="190912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EC7C96B-57CA-5D2C-143C-11EE60D37C00}"/>
              </a:ext>
            </a:extLst>
          </p:cNvPr>
          <p:cNvSpPr/>
          <p:nvPr/>
        </p:nvSpPr>
        <p:spPr>
          <a:xfrm>
            <a:off x="2264493" y="3042942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9FAB0B1-DE94-93A6-7472-DE2C5F1B708D}"/>
              </a:ext>
            </a:extLst>
          </p:cNvPr>
          <p:cNvCxnSpPr>
            <a:cxnSpLocks/>
            <a:endCxn id="102" idx="3"/>
          </p:cNvCxnSpPr>
          <p:nvPr/>
        </p:nvCxnSpPr>
        <p:spPr>
          <a:xfrm flipH="1">
            <a:off x="3440285" y="3158107"/>
            <a:ext cx="646094" cy="1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5B4FDA65-C182-E17D-0F63-0E3ED1AA3EA6}"/>
              </a:ext>
            </a:extLst>
          </p:cNvPr>
          <p:cNvSpPr/>
          <p:nvPr/>
        </p:nvSpPr>
        <p:spPr>
          <a:xfrm>
            <a:off x="9178304" y="6159271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IsBoolean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25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4A7F68-34D2-D389-64F2-2EC3FD58F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D1FFE-1698-BC18-44B6-A58589850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000"/>
            <a:ext cx="12192000" cy="58583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B13CDD-655B-07AB-C8F4-E0A03C977CC0}"/>
              </a:ext>
            </a:extLst>
          </p:cNvPr>
          <p:cNvSpPr/>
          <p:nvPr/>
        </p:nvSpPr>
        <p:spPr>
          <a:xfrm flipH="1">
            <a:off x="4501900" y="2765851"/>
            <a:ext cx="406650" cy="1280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B7ED33-3292-D04A-5B64-97EBA028D085}"/>
              </a:ext>
            </a:extLst>
          </p:cNvPr>
          <p:cNvCxnSpPr>
            <a:cxnSpLocks/>
            <a:stCxn id="6" idx="1"/>
            <a:endCxn id="8" idx="2"/>
          </p:cNvCxnSpPr>
          <p:nvPr/>
        </p:nvCxnSpPr>
        <p:spPr>
          <a:xfrm flipV="1">
            <a:off x="4908550" y="1662121"/>
            <a:ext cx="2056789" cy="11677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6059E0-A6E6-EDB3-4040-6EAE19C4C3F7}"/>
              </a:ext>
            </a:extLst>
          </p:cNvPr>
          <p:cNvSpPr/>
          <p:nvPr/>
        </p:nvSpPr>
        <p:spPr>
          <a:xfrm>
            <a:off x="6418627" y="1441337"/>
            <a:ext cx="1093424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DisplayValue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12532C-3FFC-407D-9A28-C88D21225676}"/>
              </a:ext>
            </a:extLst>
          </p:cNvPr>
          <p:cNvSpPr/>
          <p:nvPr/>
        </p:nvSpPr>
        <p:spPr>
          <a:xfrm flipH="1">
            <a:off x="4337050" y="2063752"/>
            <a:ext cx="5314950" cy="10413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CB75C2A-43C0-08B0-2E38-2BA12B1D9B94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3848100" y="1647862"/>
            <a:ext cx="510501" cy="4174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F951D0-B639-E87E-D4C9-4FC17DC1A80C}"/>
              </a:ext>
            </a:extLst>
          </p:cNvPr>
          <p:cNvSpPr/>
          <p:nvPr/>
        </p:nvSpPr>
        <p:spPr>
          <a:xfrm>
            <a:off x="3103500" y="1444568"/>
            <a:ext cx="148919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TemplateCategory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6D31DBB-C729-5DB4-A0EC-3B3F5E489CB3}"/>
              </a:ext>
            </a:extLst>
          </p:cNvPr>
          <p:cNvSpPr/>
          <p:nvPr/>
        </p:nvSpPr>
        <p:spPr>
          <a:xfrm flipH="1">
            <a:off x="4419474" y="2131950"/>
            <a:ext cx="558925" cy="55300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B11C55F-B318-C2EB-145B-EBC47AB0649E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4765251" y="1656607"/>
            <a:ext cx="600912" cy="4753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70F9A4B-84F5-B1D9-7BBC-52BC21F333C4}"/>
              </a:ext>
            </a:extLst>
          </p:cNvPr>
          <p:cNvSpPr/>
          <p:nvPr/>
        </p:nvSpPr>
        <p:spPr>
          <a:xfrm>
            <a:off x="4958951" y="1435823"/>
            <a:ext cx="81442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IconUrl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7C3C724-D876-D777-22F0-9BC72B66211F}"/>
              </a:ext>
            </a:extLst>
          </p:cNvPr>
          <p:cNvSpPr/>
          <p:nvPr/>
        </p:nvSpPr>
        <p:spPr>
          <a:xfrm flipH="1">
            <a:off x="4337050" y="3436876"/>
            <a:ext cx="1758950" cy="206857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2E5BF4-D0B6-1E0E-7365-A0CE634D7A7B}"/>
              </a:ext>
            </a:extLst>
          </p:cNvPr>
          <p:cNvCxnSpPr>
            <a:cxnSpLocks/>
          </p:cNvCxnSpPr>
          <p:nvPr/>
        </p:nvCxnSpPr>
        <p:spPr>
          <a:xfrm flipH="1" flipV="1">
            <a:off x="3851927" y="4207366"/>
            <a:ext cx="485123" cy="204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35623286-84DB-66F9-A35B-248F17874888}"/>
              </a:ext>
            </a:extLst>
          </p:cNvPr>
          <p:cNvSpPr/>
          <p:nvPr/>
        </p:nvSpPr>
        <p:spPr>
          <a:xfrm>
            <a:off x="2943878" y="410571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7A28157-492B-E161-71DD-D000E125071D}"/>
              </a:ext>
            </a:extLst>
          </p:cNvPr>
          <p:cNvSpPr/>
          <p:nvPr/>
        </p:nvSpPr>
        <p:spPr>
          <a:xfrm flipH="1">
            <a:off x="4412325" y="3492431"/>
            <a:ext cx="1588423" cy="44322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119124C-9E89-1410-5189-98BBA230316B}"/>
              </a:ext>
            </a:extLst>
          </p:cNvPr>
          <p:cNvSpPr/>
          <p:nvPr/>
        </p:nvSpPr>
        <p:spPr>
          <a:xfrm>
            <a:off x="2937339" y="3732358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4F5C96B-00AD-E1DA-A349-9F85799ACE7F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3851927" y="3051853"/>
            <a:ext cx="567547" cy="44057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65D396-F3C1-0943-EDD4-47DCB8A956BD}"/>
              </a:ext>
            </a:extLst>
          </p:cNvPr>
          <p:cNvSpPr/>
          <p:nvPr/>
        </p:nvSpPr>
        <p:spPr>
          <a:xfrm>
            <a:off x="2495550" y="2941461"/>
            <a:ext cx="1356377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550D9B09-28F3-1C65-F909-84260F9BB293}"/>
              </a:ext>
            </a:extLst>
          </p:cNvPr>
          <p:cNvSpPr/>
          <p:nvPr/>
        </p:nvSpPr>
        <p:spPr>
          <a:xfrm>
            <a:off x="2495550" y="3308363"/>
            <a:ext cx="1356377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CreateBy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D463289-0840-EF6D-E6A0-DC86EF23E82B}"/>
              </a:ext>
            </a:extLst>
          </p:cNvPr>
          <p:cNvSpPr/>
          <p:nvPr/>
        </p:nvSpPr>
        <p:spPr>
          <a:xfrm flipH="1">
            <a:off x="4412325" y="4045767"/>
            <a:ext cx="352926" cy="3661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7FD06A-AF40-0821-B5F7-D2E5D9985C5E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3851927" y="3418755"/>
            <a:ext cx="567547" cy="65214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0B1FF39C-DA81-FB73-D1E3-9FF818D59A18}"/>
              </a:ext>
            </a:extLst>
          </p:cNvPr>
          <p:cNvSpPr/>
          <p:nvPr/>
        </p:nvSpPr>
        <p:spPr>
          <a:xfrm>
            <a:off x="2933512" y="4470197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C9079D2-B386-AB08-48BC-CF61D2B7AE53}"/>
              </a:ext>
            </a:extLst>
          </p:cNvPr>
          <p:cNvCxnSpPr>
            <a:cxnSpLocks/>
            <a:stCxn id="56" idx="2"/>
            <a:endCxn id="61" idx="3"/>
          </p:cNvCxnSpPr>
          <p:nvPr/>
        </p:nvCxnSpPr>
        <p:spPr>
          <a:xfrm flipH="1">
            <a:off x="3848100" y="4411874"/>
            <a:ext cx="740688" cy="16871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F69B30EB-8C69-0032-6ED4-5A3E01B6C0BC}"/>
              </a:ext>
            </a:extLst>
          </p:cNvPr>
          <p:cNvSpPr/>
          <p:nvPr/>
        </p:nvSpPr>
        <p:spPr>
          <a:xfrm flipH="1">
            <a:off x="4412325" y="4478973"/>
            <a:ext cx="953838" cy="1114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E3FD06DA-A29B-6444-6913-881657846BE6}"/>
              </a:ext>
            </a:extLst>
          </p:cNvPr>
          <p:cNvSpPr/>
          <p:nvPr/>
        </p:nvSpPr>
        <p:spPr>
          <a:xfrm>
            <a:off x="2933512" y="4812868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E38B350-F7EC-C6D8-A6FB-B7800404B51C}"/>
              </a:ext>
            </a:extLst>
          </p:cNvPr>
          <p:cNvCxnSpPr>
            <a:cxnSpLocks/>
            <a:stCxn id="67" idx="3"/>
            <a:endCxn id="68" idx="3"/>
          </p:cNvCxnSpPr>
          <p:nvPr/>
        </p:nvCxnSpPr>
        <p:spPr>
          <a:xfrm flipH="1">
            <a:off x="3848100" y="4534702"/>
            <a:ext cx="564225" cy="3885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2BF5FDF-96DE-F29B-CE24-F084772C77E0}"/>
              </a:ext>
            </a:extLst>
          </p:cNvPr>
          <p:cNvSpPr/>
          <p:nvPr/>
        </p:nvSpPr>
        <p:spPr>
          <a:xfrm>
            <a:off x="2876550" y="5132344"/>
            <a:ext cx="96883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947866D-86CD-4D81-9897-497F10629FF1}"/>
              </a:ext>
            </a:extLst>
          </p:cNvPr>
          <p:cNvCxnSpPr>
            <a:cxnSpLocks/>
            <a:endCxn id="73" idx="3"/>
          </p:cNvCxnSpPr>
          <p:nvPr/>
        </p:nvCxnSpPr>
        <p:spPr>
          <a:xfrm flipH="1">
            <a:off x="3845388" y="4724400"/>
            <a:ext cx="574086" cy="5183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F5828F7E-153B-CCE4-A5ED-CDAB94AE6324}"/>
              </a:ext>
            </a:extLst>
          </p:cNvPr>
          <p:cNvSpPr/>
          <p:nvPr/>
        </p:nvSpPr>
        <p:spPr>
          <a:xfrm flipH="1">
            <a:off x="4422237" y="4635252"/>
            <a:ext cx="514094" cy="891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DAD9E576-5CFF-7912-07C4-ABF003D30527}"/>
              </a:ext>
            </a:extLst>
          </p:cNvPr>
          <p:cNvSpPr/>
          <p:nvPr/>
        </p:nvSpPr>
        <p:spPr>
          <a:xfrm flipH="1">
            <a:off x="4412325" y="4758079"/>
            <a:ext cx="1478888" cy="2296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16CAED60-964F-13D8-1C5F-E13C80805A13}"/>
              </a:ext>
            </a:extLst>
          </p:cNvPr>
          <p:cNvCxnSpPr>
            <a:cxnSpLocks/>
            <a:stCxn id="79" idx="3"/>
          </p:cNvCxnSpPr>
          <p:nvPr/>
        </p:nvCxnSpPr>
        <p:spPr>
          <a:xfrm flipH="1">
            <a:off x="3851927" y="4872922"/>
            <a:ext cx="560398" cy="63252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E328231-62E7-62DA-DFDD-8686C1634031}"/>
              </a:ext>
            </a:extLst>
          </p:cNvPr>
          <p:cNvSpPr/>
          <p:nvPr/>
        </p:nvSpPr>
        <p:spPr>
          <a:xfrm>
            <a:off x="2262188" y="5437384"/>
            <a:ext cx="158973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645644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1918</TotalTime>
  <Words>1008</Words>
  <Application>Microsoft Office PowerPoint</Application>
  <PresentationFormat>Widescreen</PresentationFormat>
  <Paragraphs>339</Paragraphs>
  <Slides>35</Slides>
  <Notes>28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User Screen</vt:lpstr>
      <vt:lpstr>Workspace Creation</vt:lpstr>
      <vt:lpstr>Workspace Screen</vt:lpstr>
      <vt:lpstr>Board Creation</vt:lpstr>
      <vt:lpstr>Board Screen</vt:lpstr>
      <vt:lpstr>Card Screen</vt:lpstr>
      <vt:lpstr>Card Screenfff</vt:lpstr>
      <vt:lpstr>Card Screen</vt:lpstr>
      <vt:lpstr>Card Screen</vt:lpstr>
      <vt:lpstr>Workspace Member</vt:lpstr>
      <vt:lpstr>Board Member</vt:lpstr>
      <vt:lpstr>Card Member</vt:lpstr>
      <vt:lpstr>Workspace Setting Screen </vt:lpstr>
      <vt:lpstr>Board and User Setting Screen </vt:lpstr>
      <vt:lpstr>Template Screen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372</cp:revision>
  <dcterms:created xsi:type="dcterms:W3CDTF">2025-07-10T03:51:23Z</dcterms:created>
  <dcterms:modified xsi:type="dcterms:W3CDTF">2025-08-09T11:54:38Z</dcterms:modified>
</cp:coreProperties>
</file>