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tags/tag32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33.xml" ContentType="application/vnd.openxmlformats-officedocument.presentationml.tags+xml"/>
  <Override PartName="/ppt/notesSlides/notesSlide20.xml" ContentType="application/vnd.openxmlformats-officedocument.presentationml.notesSlide+xml"/>
  <Override PartName="/ppt/tags/tag34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35.xml" ContentType="application/vnd.openxmlformats-officedocument.presentationml.tags+xml"/>
  <Override PartName="/ppt/notesSlides/notesSlide23.xml" ContentType="application/vnd.openxmlformats-officedocument.presentationml.notesSlide+xml"/>
  <Override PartName="/ppt/tags/tag36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37.xml" ContentType="application/vnd.openxmlformats-officedocument.presentationml.tags+xml"/>
  <Override PartName="/ppt/notesSlides/notesSlide26.xml" ContentType="application/vnd.openxmlformats-officedocument.presentationml.notesSlide+xml"/>
  <Override PartName="/ppt/tags/tag38.xml" ContentType="application/vnd.openxmlformats-officedocument.presentationml.tags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31"/>
  </p:notesMasterIdLst>
  <p:handoutMasterIdLst>
    <p:handoutMasterId r:id="rId32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54" r:id="rId14"/>
    <p:sldId id="2145705955" r:id="rId15"/>
    <p:sldId id="2145705956" r:id="rId16"/>
    <p:sldId id="2145705957" r:id="rId17"/>
    <p:sldId id="2145705958" r:id="rId18"/>
    <p:sldId id="2145705959" r:id="rId19"/>
    <p:sldId id="315" r:id="rId20"/>
    <p:sldId id="2145705823" r:id="rId21"/>
    <p:sldId id="2145705933" r:id="rId22"/>
    <p:sldId id="2145705739" r:id="rId23"/>
    <p:sldId id="2145705913" r:id="rId24"/>
    <p:sldId id="2145705949" r:id="rId25"/>
    <p:sldId id="2145705749" r:id="rId26"/>
    <p:sldId id="2145705911" r:id="rId27"/>
    <p:sldId id="2145705934" r:id="rId28"/>
    <p:sldId id="2145705791" r:id="rId29"/>
    <p:sldId id="2145705742" r:id="rId30"/>
  </p:sldIdLst>
  <p:sldSz cx="12192000" cy="6858000"/>
  <p:notesSz cx="6858000" cy="9144000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54"/>
            <p14:sldId id="2145705955"/>
            <p14:sldId id="2145705956"/>
            <p14:sldId id="2145705957"/>
            <p14:sldId id="2145705958"/>
            <p14:sldId id="2145705959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486" autoAdjust="0"/>
    <p:restoredTop sz="90291" autoAdjust="0"/>
  </p:normalViewPr>
  <p:slideViewPr>
    <p:cSldViewPr snapToGrid="0" snapToObjects="1" showGuides="1">
      <p:cViewPr>
        <p:scale>
          <a:sx n="125" d="100"/>
          <a:sy n="125" d="100"/>
        </p:scale>
        <p:origin x="498" y="-77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08.08.2025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889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4641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33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notesSlide" Target="../notesSlides/notesSlide20.xml"/><Relationship Id="rId7" Type="http://schemas.openxmlformats.org/officeDocument/2006/relationships/image" Target="../media/image3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35.png"/><Relationship Id="rId5" Type="http://schemas.openxmlformats.org/officeDocument/2006/relationships/image" Target="../media/image34.emf"/><Relationship Id="rId4" Type="http://schemas.openxmlformats.org/officeDocument/2006/relationships/oleObject" Target="../embeddings/oleObject31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notesSlide" Target="../notesSlides/notesSlide21.xml"/><Relationship Id="rId7" Type="http://schemas.openxmlformats.org/officeDocument/2006/relationships/image" Target="../media/image4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39.png"/><Relationship Id="rId5" Type="http://schemas.openxmlformats.org/officeDocument/2006/relationships/image" Target="../media/image38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notesSlide" Target="../notesSlides/notesSlide23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50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49.png"/><Relationship Id="rId5" Type="http://schemas.openxmlformats.org/officeDocument/2006/relationships/image" Target="../media/image45.emf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47.svg"/><Relationship Id="rId14" Type="http://schemas.openxmlformats.org/officeDocument/2006/relationships/image" Target="../media/image5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notesSlide" Target="../notesSlides/notesSlide24.xml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59.png"/><Relationship Id="rId5" Type="http://schemas.openxmlformats.org/officeDocument/2006/relationships/image" Target="../media/image54.emf"/><Relationship Id="rId10" Type="http://schemas.openxmlformats.org/officeDocument/2006/relationships/image" Target="../media/image58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5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emf"/><Relationship Id="rId3" Type="http://schemas.openxmlformats.org/officeDocument/2006/relationships/notesSlide" Target="../notesSlides/notesSlide26.xml"/><Relationship Id="rId7" Type="http://schemas.openxmlformats.org/officeDocument/2006/relationships/image" Target="../media/image6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36.png"/><Relationship Id="rId5" Type="http://schemas.openxmlformats.org/officeDocument/2006/relationships/image" Target="../media/image61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6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7" Type="http://schemas.openxmlformats.org/officeDocument/2006/relationships/image" Target="../media/image6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66.png"/><Relationship Id="rId5" Type="http://schemas.openxmlformats.org/officeDocument/2006/relationships/image" Target="../media/image65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2FCB8B4-21DA-8C11-21E7-50EA45D815AF}"/>
              </a:ext>
            </a:extLst>
          </p:cNvPr>
          <p:cNvSpPr/>
          <p:nvPr/>
        </p:nvSpPr>
        <p:spPr>
          <a:xfrm>
            <a:off x="8694434" y="5094288"/>
            <a:ext cx="744842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8ACBEA2E-204D-B68B-D2EC-DAB0CE3AE6EF}"/>
              </a:ext>
            </a:extLst>
          </p:cNvPr>
          <p:cNvCxnSpPr>
            <a:cxnSpLocks/>
            <a:stCxn id="193" idx="0"/>
            <a:endCxn id="195" idx="2"/>
          </p:cNvCxnSpPr>
          <p:nvPr/>
        </p:nvCxnSpPr>
        <p:spPr>
          <a:xfrm flipV="1">
            <a:off x="9066855" y="4728758"/>
            <a:ext cx="529872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: Rounded Corners 194">
            <a:extLst>
              <a:ext uri="{FF2B5EF4-FFF2-40B4-BE49-F238E27FC236}">
                <a16:creationId xmlns:a16="http://schemas.microsoft.com/office/drawing/2014/main" id="{5089106E-848E-D991-A0E8-8061FE2D0269}"/>
              </a:ext>
            </a:extLst>
          </p:cNvPr>
          <p:cNvSpPr/>
          <p:nvPr/>
        </p:nvSpPr>
        <p:spPr>
          <a:xfrm>
            <a:off x="9066855" y="4400207"/>
            <a:ext cx="1059744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A91C19-D5CD-1F70-8009-5A8B8D3F5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6048"/>
            <a:ext cx="12201529" cy="698411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9812594" y="1454150"/>
            <a:ext cx="2379406" cy="14070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8724900" y="1587085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8141110" y="1492799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9096851" y="2062301"/>
            <a:ext cx="868680" cy="25812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141110" y="2209969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10342485" y="1931194"/>
            <a:ext cx="693598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9965531" y="1893370"/>
            <a:ext cx="354808" cy="337861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2101E092-6666-8DB3-DCCE-19C3F4995FE2}"/>
              </a:ext>
            </a:extLst>
          </p:cNvPr>
          <p:cNvSpPr/>
          <p:nvPr/>
        </p:nvSpPr>
        <p:spPr>
          <a:xfrm>
            <a:off x="8141110" y="185141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10342484" y="2092979"/>
            <a:ext cx="1132759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9096848" y="2231231"/>
            <a:ext cx="1812016" cy="443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8141107" y="256446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2648B45-400D-E03F-C5EA-231D9BEC9B8D}"/>
              </a:ext>
            </a:extLst>
          </p:cNvPr>
          <p:cNvSpPr/>
          <p:nvPr/>
        </p:nvSpPr>
        <p:spPr>
          <a:xfrm>
            <a:off x="9964994" y="3487558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A1E8F89-83E9-590E-1CCA-1681B80E1FBE}"/>
              </a:ext>
            </a:extLst>
          </p:cNvPr>
          <p:cNvCxnSpPr>
            <a:cxnSpLocks/>
            <a:stCxn id="100" idx="3"/>
          </p:cNvCxnSpPr>
          <p:nvPr/>
        </p:nvCxnSpPr>
        <p:spPr>
          <a:xfrm flipV="1">
            <a:off x="10377488" y="3586719"/>
            <a:ext cx="1007681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6404143C-3FEE-CD00-77C7-FADD0BE27F90}"/>
              </a:ext>
            </a:extLst>
          </p:cNvPr>
          <p:cNvSpPr/>
          <p:nvPr/>
        </p:nvSpPr>
        <p:spPr>
          <a:xfrm>
            <a:off x="11385169" y="3476266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CB0897B-0E0B-17CB-6A5F-9EB86067A6BF}"/>
              </a:ext>
            </a:extLst>
          </p:cNvPr>
          <p:cNvSpPr/>
          <p:nvPr/>
        </p:nvSpPr>
        <p:spPr>
          <a:xfrm>
            <a:off x="9964994" y="3774161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B8BD88B-C188-979C-8A84-09E12D47B441}"/>
              </a:ext>
            </a:extLst>
          </p:cNvPr>
          <p:cNvCxnSpPr>
            <a:cxnSpLocks/>
            <a:stCxn id="110" idx="3"/>
          </p:cNvCxnSpPr>
          <p:nvPr/>
        </p:nvCxnSpPr>
        <p:spPr>
          <a:xfrm flipV="1">
            <a:off x="10377488" y="3873322"/>
            <a:ext cx="1007681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F6B0B40B-E3FF-280B-9B19-A48738FA64EC}"/>
              </a:ext>
            </a:extLst>
          </p:cNvPr>
          <p:cNvSpPr/>
          <p:nvPr/>
        </p:nvSpPr>
        <p:spPr>
          <a:xfrm>
            <a:off x="11385169" y="3762869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E8D0A32-16DB-945E-F8A6-6B3B2FDBB28E}"/>
              </a:ext>
            </a:extLst>
          </p:cNvPr>
          <p:cNvSpPr/>
          <p:nvPr/>
        </p:nvSpPr>
        <p:spPr>
          <a:xfrm>
            <a:off x="9964994" y="4053367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EABD976-8548-A679-391B-89B7CA09023B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 flipV="1">
            <a:off x="10377488" y="4152528"/>
            <a:ext cx="759233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B9EB3A54-1C07-C73E-93C4-C696550EEAEE}"/>
              </a:ext>
            </a:extLst>
          </p:cNvPr>
          <p:cNvSpPr/>
          <p:nvPr/>
        </p:nvSpPr>
        <p:spPr>
          <a:xfrm>
            <a:off x="11136721" y="4042075"/>
            <a:ext cx="955741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E94216F4-0935-4143-B3DF-E1C5E0AD5361}"/>
              </a:ext>
            </a:extLst>
          </p:cNvPr>
          <p:cNvCxnSpPr>
            <a:stCxn id="25" idx="0"/>
          </p:cNvCxnSpPr>
          <p:nvPr/>
        </p:nvCxnSpPr>
        <p:spPr>
          <a:xfrm rot="16200000" flipV="1">
            <a:off x="9840372" y="1082281"/>
            <a:ext cx="105392" cy="1592433"/>
          </a:xfrm>
          <a:prstGeom prst="curvedConnector2">
            <a:avLst/>
          </a:prstGeom>
          <a:ln w="19050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01" y="109855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557" y="109800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2932498" y="207232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318487-E602-2D18-D75F-F368DEDBCEC6}"/>
              </a:ext>
            </a:extLst>
          </p:cNvPr>
          <p:cNvSpPr/>
          <p:nvPr/>
        </p:nvSpPr>
        <p:spPr>
          <a:xfrm>
            <a:off x="2968706" y="2262011"/>
            <a:ext cx="376950" cy="1168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428877" y="199548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901777" y="210154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901776" y="259794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901775" y="309433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901774" y="359073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326481" y="323107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326480" y="465105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050631" y="497185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321361" y="434326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659136" y="173605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415348" y="151514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243479" y="209951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082439" y="220996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B23861C-4655-78E0-0E30-52B3BEB0DAF5}"/>
              </a:ext>
            </a:extLst>
          </p:cNvPr>
          <p:cNvSpPr/>
          <p:nvPr/>
        </p:nvSpPr>
        <p:spPr>
          <a:xfrm>
            <a:off x="2415348" y="2559602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BillingPlan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494275" y="250507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7A9692-3DB2-538D-5D05-1C276AB1855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157181" y="2378832"/>
            <a:ext cx="0" cy="1807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32166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395664" y="226704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326480" y="292675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494275" y="289101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244850" y="300147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929784" y="511254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042496" y="442403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464175" y="576434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3951684" y="543639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345782" y="2147041"/>
            <a:ext cx="4340488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188852" y="207232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686271" y="199548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699749" y="162559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832514" y="172723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1095037" y="223256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763249" y="234302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1095037" y="275648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763248" y="286693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1103146" y="335830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771357" y="346875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494275" y="415749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955709" y="436723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2"/>
          </p:cNvCxnSpPr>
          <p:nvPr/>
        </p:nvCxnSpPr>
        <p:spPr>
          <a:xfrm>
            <a:off x="497443" y="3165947"/>
            <a:ext cx="0" cy="434958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274063" y="3416314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39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AF464D47-0962-5E95-299B-9EE7B567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506"/>
            <a:ext cx="12192000" cy="58831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39263" y="1388380"/>
            <a:ext cx="68793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863850" y="3568965"/>
            <a:ext cx="3660775" cy="111086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866365" y="4458921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endCxn id="65" idx="3"/>
          </p:cNvCxnSpPr>
          <p:nvPr/>
        </p:nvCxnSpPr>
        <p:spPr>
          <a:xfrm flipH="1">
            <a:off x="1940324" y="4548533"/>
            <a:ext cx="923526" cy="2084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09" y="4347870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  <a:endCxn id="81" idx="1"/>
          </p:cNvCxnSpPr>
          <p:nvPr/>
        </p:nvCxnSpPr>
        <p:spPr>
          <a:xfrm flipV="1">
            <a:off x="4182682" y="4250034"/>
            <a:ext cx="804637" cy="15336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987319" y="4152197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08" y="4502696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 flipV="1">
            <a:off x="4182681" y="4548534"/>
            <a:ext cx="804638" cy="30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987319" y="4450697"/>
            <a:ext cx="90888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42AF0-3C76-FF1C-88A4-DC9193487BD2}"/>
              </a:ext>
            </a:extLst>
          </p:cNvPr>
          <p:cNvSpPr/>
          <p:nvPr/>
        </p:nvSpPr>
        <p:spPr>
          <a:xfrm flipV="1">
            <a:off x="2991540" y="3814110"/>
            <a:ext cx="3052073" cy="19294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E9F434-C4A9-900C-4FF2-8E97C4A0034F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1940326" y="3762221"/>
            <a:ext cx="1051214" cy="8245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89E2DB-B0D8-6348-FED4-72CE35F74343}"/>
              </a:ext>
            </a:extLst>
          </p:cNvPr>
          <p:cNvSpPr/>
          <p:nvPr/>
        </p:nvSpPr>
        <p:spPr>
          <a:xfrm>
            <a:off x="555576" y="3664384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AttachmentPath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5B1AD5-3C5D-7955-EB6C-B8AE81F7560B}"/>
              </a:ext>
            </a:extLst>
          </p:cNvPr>
          <p:cNvSpPr/>
          <p:nvPr/>
        </p:nvSpPr>
        <p:spPr>
          <a:xfrm>
            <a:off x="2991538" y="3612651"/>
            <a:ext cx="253312" cy="11207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694D0D-67FA-454C-9913-B1BD6E5215BB}"/>
              </a:ext>
            </a:extLst>
          </p:cNvPr>
          <p:cNvSpPr/>
          <p:nvPr/>
        </p:nvSpPr>
        <p:spPr>
          <a:xfrm>
            <a:off x="623889" y="3283933"/>
            <a:ext cx="1316436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AttachmentType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261A016-1922-F685-98A9-E231A5ACCBC7}"/>
              </a:ext>
            </a:extLst>
          </p:cNvPr>
          <p:cNvCxnSpPr>
            <a:cxnSpLocks/>
            <a:stCxn id="27" idx="1"/>
            <a:endCxn id="28" idx="3"/>
          </p:cNvCxnSpPr>
          <p:nvPr/>
        </p:nvCxnSpPr>
        <p:spPr>
          <a:xfrm flipH="1" flipV="1">
            <a:off x="1940325" y="3384175"/>
            <a:ext cx="1051213" cy="28451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272C4A87-835E-689A-23FE-19086EAA2295}"/>
              </a:ext>
            </a:extLst>
          </p:cNvPr>
          <p:cNvSpPr/>
          <p:nvPr/>
        </p:nvSpPr>
        <p:spPr>
          <a:xfrm flipV="1">
            <a:off x="10353667" y="3475684"/>
            <a:ext cx="504834" cy="28653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4C5BCF-B681-0AD6-64CF-433A1B75356E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0858501" y="3585330"/>
            <a:ext cx="448656" cy="336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BFBF8CC-0394-C703-46C9-DCDF26A3C10D}"/>
              </a:ext>
            </a:extLst>
          </p:cNvPr>
          <p:cNvSpPr/>
          <p:nvPr/>
        </p:nvSpPr>
        <p:spPr>
          <a:xfrm>
            <a:off x="11307157" y="3487493"/>
            <a:ext cx="77054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Position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8DF1537-EEE2-F736-82B1-3B2B561F4028}"/>
              </a:ext>
            </a:extLst>
          </p:cNvPr>
          <p:cNvSpPr/>
          <p:nvPr/>
        </p:nvSpPr>
        <p:spPr>
          <a:xfrm>
            <a:off x="9037231" y="3484773"/>
            <a:ext cx="1264057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ED6024F8-1590-05CF-BA49-CC52C6520820}"/>
              </a:ext>
            </a:extLst>
          </p:cNvPr>
          <p:cNvSpPr/>
          <p:nvPr/>
        </p:nvSpPr>
        <p:spPr>
          <a:xfrm>
            <a:off x="10260069" y="3897558"/>
            <a:ext cx="602667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699A164-EB01-DBEA-A8E7-7378B78D00B6}"/>
              </a:ext>
            </a:extLst>
          </p:cNvPr>
          <p:cNvCxnSpPr>
            <a:cxnSpLocks/>
            <a:stCxn id="104" idx="2"/>
            <a:endCxn id="105" idx="1"/>
          </p:cNvCxnSpPr>
          <p:nvPr/>
        </p:nvCxnSpPr>
        <p:spPr>
          <a:xfrm>
            <a:off x="9669260" y="3769289"/>
            <a:ext cx="590809" cy="228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81B7D61-144A-FEA4-0B0F-893462C4E77E}"/>
              </a:ext>
            </a:extLst>
          </p:cNvPr>
          <p:cNvSpPr/>
          <p:nvPr/>
        </p:nvSpPr>
        <p:spPr>
          <a:xfrm>
            <a:off x="9028496" y="2902389"/>
            <a:ext cx="1830005" cy="28451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423AD45C-7A2B-BB2F-6419-2B22DD7F734D}"/>
              </a:ext>
            </a:extLst>
          </p:cNvPr>
          <p:cNvSpPr/>
          <p:nvPr/>
        </p:nvSpPr>
        <p:spPr>
          <a:xfrm>
            <a:off x="11205205" y="2915366"/>
            <a:ext cx="872495" cy="200484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D2ABBBDD-20A8-0C7C-EAF1-B9C0F359B090}"/>
              </a:ext>
            </a:extLst>
          </p:cNvPr>
          <p:cNvCxnSpPr>
            <a:cxnSpLocks/>
            <a:stCxn id="114" idx="3"/>
            <a:endCxn id="115" idx="1"/>
          </p:cNvCxnSpPr>
          <p:nvPr/>
        </p:nvCxnSpPr>
        <p:spPr>
          <a:xfrm flipV="1">
            <a:off x="10858501" y="3015608"/>
            <a:ext cx="346704" cy="2903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31DA79A-4DFA-C109-DB46-3077127F6F3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0326" y="3910584"/>
            <a:ext cx="1051214" cy="872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E61A654E-652D-BDBE-9E7B-FF0084139F60}"/>
              </a:ext>
            </a:extLst>
          </p:cNvPr>
          <p:cNvSpPr/>
          <p:nvPr/>
        </p:nvSpPr>
        <p:spPr>
          <a:xfrm>
            <a:off x="555576" y="3919435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4538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</p:cNvCxnSpPr>
          <p:nvPr/>
        </p:nvCxnSpPr>
        <p:spPr>
          <a:xfrm flipH="1">
            <a:off x="2436320" y="5718138"/>
            <a:ext cx="563261" cy="1399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800100" y="5770221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6579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1342</TotalTime>
  <Words>912</Words>
  <Application>Microsoft Office PowerPoint</Application>
  <PresentationFormat>Widescreen</PresentationFormat>
  <Paragraphs>261</Paragraphs>
  <Slides>27</Slides>
  <Notes>27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Dashboard Screen</vt:lpstr>
      <vt:lpstr>Workspace Screen</vt:lpstr>
      <vt:lpstr>Board Screen</vt:lpstr>
      <vt:lpstr>Card Screen</vt:lpstr>
      <vt:lpstr>Card Screen</vt:lpstr>
      <vt:lpstr>Card Screen</vt:lpstr>
      <vt:lpstr>Card Screen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192</cp:revision>
  <dcterms:created xsi:type="dcterms:W3CDTF">2025-07-10T03:51:23Z</dcterms:created>
  <dcterms:modified xsi:type="dcterms:W3CDTF">2025-08-08T10:12:37Z</dcterms:modified>
</cp:coreProperties>
</file>