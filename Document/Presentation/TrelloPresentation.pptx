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32.xml" ContentType="application/vnd.openxmlformats-officedocument.presentationml.tag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ags/tag33.xml" ContentType="application/vnd.openxmlformats-officedocument.presentationml.tags+xml"/>
  <Override PartName="/ppt/notesSlides/notesSlide28.xml" ContentType="application/vnd.openxmlformats-officedocument.presentationml.notesSlide+xml"/>
  <Override PartName="/ppt/tags/tag34.xml" ContentType="application/vnd.openxmlformats-officedocument.presentationml.tag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tags/tag35.xml" ContentType="application/vnd.openxmlformats-officedocument.presentationml.tags+xml"/>
  <Override PartName="/ppt/notesSlides/notesSlide31.xml" ContentType="application/vnd.openxmlformats-officedocument.presentationml.notesSlide+xml"/>
  <Override PartName="/ppt/tags/tag36.xml" ContentType="application/vnd.openxmlformats-officedocument.presentationml.tag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tags/tag37.xml" ContentType="application/vnd.openxmlformats-officedocument.presentationml.tags+xml"/>
  <Override PartName="/ppt/notesSlides/notesSlide34.xml" ContentType="application/vnd.openxmlformats-officedocument.presentationml.notesSlide+xml"/>
  <Override PartName="/ppt/tags/tag38.xml" ContentType="application/vnd.openxmlformats-officedocument.presentationml.tags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55"/>
  </p:notesMasterIdLst>
  <p:handoutMasterIdLst>
    <p:handoutMasterId r:id="rId56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3" r:id="rId14"/>
    <p:sldId id="2145705954" r:id="rId15"/>
    <p:sldId id="2145705964" r:id="rId16"/>
    <p:sldId id="2145705972" r:id="rId17"/>
    <p:sldId id="2145705955" r:id="rId18"/>
    <p:sldId id="2145705974" r:id="rId19"/>
    <p:sldId id="2145705956" r:id="rId20"/>
    <p:sldId id="2145705975" r:id="rId21"/>
    <p:sldId id="2145705957" r:id="rId22"/>
    <p:sldId id="2145705976" r:id="rId23"/>
    <p:sldId id="2145705958" r:id="rId24"/>
    <p:sldId id="2145705977" r:id="rId25"/>
    <p:sldId id="2145705959" r:id="rId26"/>
    <p:sldId id="2145705978" r:id="rId27"/>
    <p:sldId id="2145705960" r:id="rId28"/>
    <p:sldId id="2145705961" r:id="rId29"/>
    <p:sldId id="2145705962" r:id="rId30"/>
    <p:sldId id="2145705979" r:id="rId31"/>
    <p:sldId id="2145705965" r:id="rId32"/>
    <p:sldId id="2145705966" r:id="rId33"/>
    <p:sldId id="2145705980" r:id="rId34"/>
    <p:sldId id="2145705967" r:id="rId35"/>
    <p:sldId id="2145705968" r:id="rId36"/>
    <p:sldId id="2145705981" r:id="rId37"/>
    <p:sldId id="2145705969" r:id="rId38"/>
    <p:sldId id="2145705982" r:id="rId39"/>
    <p:sldId id="2145705970" r:id="rId40"/>
    <p:sldId id="2145705983" r:id="rId41"/>
    <p:sldId id="2145705971" r:id="rId42"/>
    <p:sldId id="2145705984" r:id="rId43"/>
    <p:sldId id="315" r:id="rId44"/>
    <p:sldId id="2145705823" r:id="rId45"/>
    <p:sldId id="2145705933" r:id="rId46"/>
    <p:sldId id="2145705739" r:id="rId47"/>
    <p:sldId id="2145705913" r:id="rId48"/>
    <p:sldId id="2145705949" r:id="rId49"/>
    <p:sldId id="2145705749" r:id="rId50"/>
    <p:sldId id="2145705911" r:id="rId51"/>
    <p:sldId id="2145705934" r:id="rId52"/>
    <p:sldId id="2145705791" r:id="rId53"/>
    <p:sldId id="2145705742" r:id="rId54"/>
  </p:sldIdLst>
  <p:sldSz cx="12192000" cy="6858000"/>
  <p:notesSz cx="6858000" cy="9144000"/>
  <p:custDataLst>
    <p:tags r:id="rId5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3"/>
            <p14:sldId id="2145705954"/>
            <p14:sldId id="2145705964"/>
            <p14:sldId id="2145705972"/>
            <p14:sldId id="2145705955"/>
            <p14:sldId id="2145705974"/>
            <p14:sldId id="2145705956"/>
            <p14:sldId id="2145705975"/>
            <p14:sldId id="2145705957"/>
            <p14:sldId id="2145705976"/>
            <p14:sldId id="2145705958"/>
            <p14:sldId id="2145705977"/>
            <p14:sldId id="2145705959"/>
            <p14:sldId id="2145705978"/>
            <p14:sldId id="2145705960"/>
            <p14:sldId id="2145705961"/>
            <p14:sldId id="2145705962"/>
            <p14:sldId id="2145705979"/>
            <p14:sldId id="2145705965"/>
            <p14:sldId id="2145705966"/>
            <p14:sldId id="2145705980"/>
            <p14:sldId id="2145705967"/>
            <p14:sldId id="2145705968"/>
            <p14:sldId id="2145705981"/>
            <p14:sldId id="2145705969"/>
            <p14:sldId id="2145705982"/>
            <p14:sldId id="2145705970"/>
            <p14:sldId id="2145705983"/>
            <p14:sldId id="2145705971"/>
            <p14:sldId id="2145705984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0" autoAdjust="0"/>
    <p:restoredTop sz="50769" autoAdjust="0"/>
  </p:normalViewPr>
  <p:slideViewPr>
    <p:cSldViewPr snapToGrid="0" snapToObjects="1" showGuides="1">
      <p:cViewPr>
        <p:scale>
          <a:sx n="75" d="100"/>
          <a:sy n="75" d="100"/>
        </p:scale>
        <p:origin x="-36" y="-95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-186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gs" Target="tags/tag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11.08.2025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Board that the user has starred.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UserStarredBoard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'active'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</a:p>
          <a:p>
            <a:endParaRPr lang="en-US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that the user has accessed recently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b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UserViewHistory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5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List all Workspace that the current user is a member of.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 that the current user is a member of belonging to a specific workspace.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information of a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Bio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'james85@booth-daniels.net'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Retrieve all workspace types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1503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List all boards in a specific workspace, created by a specific user, where the current user is a member.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Board  that the current user is a member of belonging to a specific workspace.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dirty="0"/>
              <a:t>Retrieve workspace information.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ShortName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Website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WorkspaceDescription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Id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Workspace that the current user is a member of.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40340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members in the workspace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LastActive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UserLastActive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2. List All Role Permission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8850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members in the board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Role Permission in Board Member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181567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members available for selection on the card, including members from the workspace and from the board containing that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5261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workspace setting keys with the current user's selected values.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workspace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8091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board's setting key and user's choice of a specific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3.List all workspace setting keys with the current user's selected values.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4.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665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3707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6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notesSlide" Target="../notesSlides/notesSlide28.xml"/><Relationship Id="rId7" Type="http://schemas.openxmlformats.org/officeDocument/2006/relationships/image" Target="../media/image6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67.png"/><Relationship Id="rId5" Type="http://schemas.openxmlformats.org/officeDocument/2006/relationships/image" Target="../media/image66.emf"/><Relationship Id="rId4" Type="http://schemas.openxmlformats.org/officeDocument/2006/relationships/oleObject" Target="../embeddings/oleObject31.bin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notesSlide" Target="../notesSlides/notesSlide29.xml"/><Relationship Id="rId7" Type="http://schemas.openxmlformats.org/officeDocument/2006/relationships/image" Target="../media/image7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71.png"/><Relationship Id="rId5" Type="http://schemas.openxmlformats.org/officeDocument/2006/relationships/image" Target="../media/image70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7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notesSlide" Target="../notesSlides/notesSlide31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82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81.png"/><Relationship Id="rId5" Type="http://schemas.openxmlformats.org/officeDocument/2006/relationships/image" Target="../media/image77.emf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79.svg"/><Relationship Id="rId14" Type="http://schemas.openxmlformats.org/officeDocument/2006/relationships/image" Target="../media/image8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notesSlide" Target="../notesSlides/notesSlide32.xml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91.png"/><Relationship Id="rId5" Type="http://schemas.openxmlformats.org/officeDocument/2006/relationships/image" Target="../media/image86.emf"/><Relationship Id="rId10" Type="http://schemas.openxmlformats.org/officeDocument/2006/relationships/image" Target="../media/image90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8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emf"/><Relationship Id="rId3" Type="http://schemas.openxmlformats.org/officeDocument/2006/relationships/notesSlide" Target="../notesSlides/notesSlide34.xml"/><Relationship Id="rId7" Type="http://schemas.openxmlformats.org/officeDocument/2006/relationships/image" Target="../media/image9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68.png"/><Relationship Id="rId5" Type="http://schemas.openxmlformats.org/officeDocument/2006/relationships/image" Target="../media/image93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9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7" Type="http://schemas.openxmlformats.org/officeDocument/2006/relationships/image" Target="../media/image9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98.png"/><Relationship Id="rId5" Type="http://schemas.openxmlformats.org/officeDocument/2006/relationships/image" Target="../media/image97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05/08/2025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Entities </a:t>
            </a:r>
            <a:r>
              <a:rPr lang="en-US"/>
              <a:t>and Relationship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86BC34-47C8-9971-9E84-9558EC05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Creation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E22CC1-28D5-2866-C469-3B975788D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2363"/>
            <a:ext cx="12192000" cy="586784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ADA7F32-C7DA-E40B-A3DA-E698A56923D5}"/>
              </a:ext>
            </a:extLst>
          </p:cNvPr>
          <p:cNvSpPr/>
          <p:nvPr/>
        </p:nvSpPr>
        <p:spPr>
          <a:xfrm>
            <a:off x="2949936" y="2513255"/>
            <a:ext cx="2650764" cy="26143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03B4F2-318C-08DA-3FD9-972F130A112E}"/>
              </a:ext>
            </a:extLst>
          </p:cNvPr>
          <p:cNvSpPr/>
          <p:nvPr/>
        </p:nvSpPr>
        <p:spPr>
          <a:xfrm>
            <a:off x="790431" y="1437877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562AA6-03BA-D0D0-8EFE-02A10D5A18B3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1765300" y="1595955"/>
            <a:ext cx="1184636" cy="9173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D1198-EBE5-CE75-4A5F-5DCEAA88E369}"/>
              </a:ext>
            </a:extLst>
          </p:cNvPr>
          <p:cNvSpPr/>
          <p:nvPr/>
        </p:nvSpPr>
        <p:spPr>
          <a:xfrm>
            <a:off x="3032124" y="2700175"/>
            <a:ext cx="2524125" cy="37957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0006CE-7CFA-5476-B71F-B87DD6179149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2095500" y="2830173"/>
            <a:ext cx="936624" cy="5979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1180FAA-C092-FFAC-FC40-7951E666B9B3}"/>
              </a:ext>
            </a:extLst>
          </p:cNvPr>
          <p:cNvSpPr/>
          <p:nvPr/>
        </p:nvSpPr>
        <p:spPr>
          <a:xfrm>
            <a:off x="701307" y="2689565"/>
            <a:ext cx="139419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F5CDA-75D5-D42C-3554-DA3E414FD8AA}"/>
              </a:ext>
            </a:extLst>
          </p:cNvPr>
          <p:cNvSpPr/>
          <p:nvPr/>
        </p:nvSpPr>
        <p:spPr>
          <a:xfrm>
            <a:off x="3032124" y="3447603"/>
            <a:ext cx="2524125" cy="33064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69817A-D3ED-3C58-5AB6-56B7BEFE4252}"/>
              </a:ext>
            </a:extLst>
          </p:cNvPr>
          <p:cNvCxnSpPr>
            <a:cxnSpLocks/>
            <a:stCxn id="20" idx="1"/>
            <a:endCxn id="22" idx="3"/>
          </p:cNvCxnSpPr>
          <p:nvPr/>
        </p:nvCxnSpPr>
        <p:spPr>
          <a:xfrm flipH="1" flipV="1">
            <a:off x="2178050" y="3577601"/>
            <a:ext cx="854074" cy="3532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5DF7F-09A4-641C-F598-231B551F4075}"/>
              </a:ext>
            </a:extLst>
          </p:cNvPr>
          <p:cNvSpPr/>
          <p:nvPr/>
        </p:nvSpPr>
        <p:spPr>
          <a:xfrm>
            <a:off x="701307" y="3436993"/>
            <a:ext cx="147674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WorkspaceTypeId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312B2EE-E146-9987-188F-2488FC1617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045" y="2447785"/>
            <a:ext cx="3119706" cy="267845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A66A7E6-F689-5CBE-3502-B34604D08D26}"/>
              </a:ext>
            </a:extLst>
          </p:cNvPr>
          <p:cNvSpPr/>
          <p:nvPr/>
        </p:nvSpPr>
        <p:spPr>
          <a:xfrm>
            <a:off x="3032124" y="3992936"/>
            <a:ext cx="2524125" cy="94101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C796868-6D3F-EF24-153E-7467DFFEB882}"/>
              </a:ext>
            </a:extLst>
          </p:cNvPr>
          <p:cNvCxnSpPr>
            <a:cxnSpLocks/>
            <a:stCxn id="27" idx="1"/>
            <a:endCxn id="29" idx="3"/>
          </p:cNvCxnSpPr>
          <p:nvPr/>
        </p:nvCxnSpPr>
        <p:spPr>
          <a:xfrm flipH="1">
            <a:off x="2463800" y="4463443"/>
            <a:ext cx="568324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319C88E-64B2-7D14-9815-AA5922D24503}"/>
              </a:ext>
            </a:extLst>
          </p:cNvPr>
          <p:cNvSpPr/>
          <p:nvPr/>
        </p:nvSpPr>
        <p:spPr>
          <a:xfrm>
            <a:off x="693728" y="4322835"/>
            <a:ext cx="1770072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ED8ED3-E31D-CC83-1DC0-980506687F1D}"/>
              </a:ext>
            </a:extLst>
          </p:cNvPr>
          <p:cNvSpPr/>
          <p:nvPr/>
        </p:nvSpPr>
        <p:spPr>
          <a:xfrm>
            <a:off x="6685591" y="2430704"/>
            <a:ext cx="3125159" cy="269553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94455F4-DD43-9C24-BEA2-67C001B7F443}"/>
              </a:ext>
            </a:extLst>
          </p:cNvPr>
          <p:cNvSpPr/>
          <p:nvPr/>
        </p:nvSpPr>
        <p:spPr>
          <a:xfrm>
            <a:off x="6742959" y="1726397"/>
            <a:ext cx="136671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WorkspaceType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E68B73-FCB1-906D-3726-F4B94E7068B6}"/>
              </a:ext>
            </a:extLst>
          </p:cNvPr>
          <p:cNvCxnSpPr>
            <a:cxnSpLocks/>
            <a:endCxn id="34" idx="3"/>
          </p:cNvCxnSpPr>
          <p:nvPr/>
        </p:nvCxnSpPr>
        <p:spPr>
          <a:xfrm flipH="1" flipV="1">
            <a:off x="8109672" y="1884475"/>
            <a:ext cx="126278" cy="5462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2ACB7-091D-EBDB-2B1B-A1C0D9C29421}"/>
              </a:ext>
            </a:extLst>
          </p:cNvPr>
          <p:cNvSpPr/>
          <p:nvPr/>
        </p:nvSpPr>
        <p:spPr>
          <a:xfrm>
            <a:off x="6726421" y="3032012"/>
            <a:ext cx="1014229" cy="198448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AAF358F-AD6C-FA70-5F5A-FD4FCBB6C198}"/>
              </a:ext>
            </a:extLst>
          </p:cNvPr>
          <p:cNvCxnSpPr>
            <a:cxnSpLocks/>
            <a:stCxn id="38" idx="3"/>
            <a:endCxn id="40" idx="1"/>
          </p:cNvCxnSpPr>
          <p:nvPr/>
        </p:nvCxnSpPr>
        <p:spPr>
          <a:xfrm flipV="1">
            <a:off x="7740650" y="3908896"/>
            <a:ext cx="352844" cy="1153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D61DC70-5F7B-939D-2F14-81569E3752A6}"/>
              </a:ext>
            </a:extLst>
          </p:cNvPr>
          <p:cNvSpPr/>
          <p:nvPr/>
        </p:nvSpPr>
        <p:spPr>
          <a:xfrm>
            <a:off x="8093494" y="3778250"/>
            <a:ext cx="1717256" cy="261291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9346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10657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02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555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3202001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698380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670775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670774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670773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670772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595984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595983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320134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590864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928639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684851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512982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351942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763778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665167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595983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763778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514353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1199287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311999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733678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4221187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615285" y="2544601"/>
            <a:ext cx="3839984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458355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455269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468747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601512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0864035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532247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0864035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532246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0872144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540355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763778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225212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766487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311999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771184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3190324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344215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414342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49EEA8-441A-FE83-4CB5-FC27F716BAE6}"/>
              </a:ext>
            </a:extLst>
          </p:cNvPr>
          <p:cNvSpPr/>
          <p:nvPr/>
        </p:nvSpPr>
        <p:spPr>
          <a:xfrm>
            <a:off x="980042" y="3165488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729772-4C87-551D-D07C-2AF7EEFD2E7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 flipV="1">
            <a:off x="2092754" y="3275942"/>
            <a:ext cx="503230" cy="75680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BDF29C7-A0C6-1CAC-E6C4-9BE03931CC32}"/>
              </a:ext>
            </a:extLst>
          </p:cNvPr>
          <p:cNvSpPr/>
          <p:nvPr/>
        </p:nvSpPr>
        <p:spPr>
          <a:xfrm>
            <a:off x="1458465" y="1903883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B559EF6D-8B46-7568-FD02-6F40FC74F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1765"/>
            <a:ext cx="12192000" cy="592237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E12F17-FDB0-CE4A-39CA-B273A672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Creation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8A12A9-BB64-F651-08E5-84A0B6F8AF8C}"/>
              </a:ext>
            </a:extLst>
          </p:cNvPr>
          <p:cNvSpPr/>
          <p:nvPr/>
        </p:nvSpPr>
        <p:spPr>
          <a:xfrm>
            <a:off x="9705022" y="2137104"/>
            <a:ext cx="1914776" cy="399880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1AF654-BB28-7B23-D501-1B73B1704C83}"/>
              </a:ext>
            </a:extLst>
          </p:cNvPr>
          <p:cNvSpPr/>
          <p:nvPr/>
        </p:nvSpPr>
        <p:spPr>
          <a:xfrm>
            <a:off x="7738475" y="1629875"/>
            <a:ext cx="746760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C045CB-17DE-4E30-7E8A-262FE8378A45}"/>
              </a:ext>
            </a:extLst>
          </p:cNvPr>
          <p:cNvCxnSpPr>
            <a:cxnSpLocks/>
          </p:cNvCxnSpPr>
          <p:nvPr/>
        </p:nvCxnSpPr>
        <p:spPr>
          <a:xfrm flipH="1" flipV="1">
            <a:off x="8485235" y="1739075"/>
            <a:ext cx="1231581" cy="38426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79E351C-0CC8-151A-0F85-C88B6E68DF64}"/>
              </a:ext>
            </a:extLst>
          </p:cNvPr>
          <p:cNvSpPr/>
          <p:nvPr/>
        </p:nvSpPr>
        <p:spPr>
          <a:xfrm>
            <a:off x="9753961" y="3429000"/>
            <a:ext cx="1816898" cy="54594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6B47D9-CC26-ADBD-5394-13E4A1C63648}"/>
              </a:ext>
            </a:extLst>
          </p:cNvPr>
          <p:cNvSpPr/>
          <p:nvPr/>
        </p:nvSpPr>
        <p:spPr>
          <a:xfrm>
            <a:off x="8130250" y="3207625"/>
            <a:ext cx="1321057" cy="218400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C7074A-BDD4-6323-3235-D23396E60281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9451307" y="3316825"/>
            <a:ext cx="302654" cy="3851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E4BC6-0C99-8796-E9CB-E4C5A0C6693C}"/>
              </a:ext>
            </a:extLst>
          </p:cNvPr>
          <p:cNvSpPr/>
          <p:nvPr/>
        </p:nvSpPr>
        <p:spPr>
          <a:xfrm>
            <a:off x="9753961" y="4136507"/>
            <a:ext cx="1816898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BC495C-7B9E-4604-4E25-F3680D3FCC2D}"/>
              </a:ext>
            </a:extLst>
          </p:cNvPr>
          <p:cNvSpPr/>
          <p:nvPr/>
        </p:nvSpPr>
        <p:spPr>
          <a:xfrm>
            <a:off x="8206169" y="3614165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1902DE-7BAA-8958-32AF-D1747876669F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>
          <a:xfrm flipH="1" flipV="1">
            <a:off x="9451307" y="3724618"/>
            <a:ext cx="302654" cy="5565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1CA679F-71BC-26D2-DAF3-6DD139BD37A7}"/>
              </a:ext>
            </a:extLst>
          </p:cNvPr>
          <p:cNvSpPr/>
          <p:nvPr/>
        </p:nvSpPr>
        <p:spPr>
          <a:xfrm>
            <a:off x="9757614" y="4792511"/>
            <a:ext cx="1838366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B51855-383F-CBF8-A3A2-71DAB8D155FE}"/>
              </a:ext>
            </a:extLst>
          </p:cNvPr>
          <p:cNvSpPr/>
          <p:nvPr/>
        </p:nvSpPr>
        <p:spPr>
          <a:xfrm>
            <a:off x="8206169" y="4820552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WorkspaceId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E56378-FF89-6D88-D76A-570EBD15FC0D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 flipV="1">
            <a:off x="9451307" y="4931005"/>
            <a:ext cx="306307" cy="61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21B0DDED-E975-9C10-6B48-304EEFC13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825" y="3660696"/>
            <a:ext cx="2513109" cy="2193717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A8236EA-9A3C-B0B5-F736-DBB5DE2DCDBE}"/>
              </a:ext>
            </a:extLst>
          </p:cNvPr>
          <p:cNvSpPr/>
          <p:nvPr/>
        </p:nvSpPr>
        <p:spPr>
          <a:xfrm>
            <a:off x="3734744" y="3660697"/>
            <a:ext cx="2476190" cy="2048520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81892B-B5DE-FE42-79F5-CE550D78E370}"/>
              </a:ext>
            </a:extLst>
          </p:cNvPr>
          <p:cNvCxnSpPr>
            <a:cxnSpLocks/>
            <a:endCxn id="56" idx="3"/>
          </p:cNvCxnSpPr>
          <p:nvPr/>
        </p:nvCxnSpPr>
        <p:spPr>
          <a:xfrm flipH="1" flipV="1">
            <a:off x="6210934" y="4684957"/>
            <a:ext cx="3546680" cy="107554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7BAC00DB-52F9-340C-86FE-2BDE26AA6CDB}"/>
              </a:ext>
            </a:extLst>
          </p:cNvPr>
          <p:cNvSpPr/>
          <p:nvPr/>
        </p:nvSpPr>
        <p:spPr>
          <a:xfrm flipV="1">
            <a:off x="9757615" y="5340959"/>
            <a:ext cx="548436" cy="14471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112E6460-3B91-7EE5-66A9-549E12C8FB51}"/>
              </a:ext>
            </a:extLst>
          </p:cNvPr>
          <p:cNvSpPr/>
          <p:nvPr/>
        </p:nvSpPr>
        <p:spPr>
          <a:xfrm>
            <a:off x="8206168" y="5746235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D66DF87-4A04-B4EA-7269-E6BF0D7613AD}"/>
              </a:ext>
            </a:extLst>
          </p:cNvPr>
          <p:cNvCxnSpPr>
            <a:cxnSpLocks/>
            <a:stCxn id="78" idx="1"/>
            <a:endCxn id="79" idx="3"/>
          </p:cNvCxnSpPr>
          <p:nvPr/>
        </p:nvCxnSpPr>
        <p:spPr>
          <a:xfrm flipH="1">
            <a:off x="9283699" y="5413318"/>
            <a:ext cx="473916" cy="4421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C24459E1-5583-68EA-F5F2-2F48B8B1602E}"/>
              </a:ext>
            </a:extLst>
          </p:cNvPr>
          <p:cNvSpPr/>
          <p:nvPr/>
        </p:nvSpPr>
        <p:spPr>
          <a:xfrm>
            <a:off x="8206169" y="526727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9BC7C95-D96C-4E6E-E62F-C91E24C8B3C5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9283700" y="519630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DF45126E-C457-CB8C-2E41-8CBBF979092E}"/>
              </a:ext>
            </a:extLst>
          </p:cNvPr>
          <p:cNvSpPr/>
          <p:nvPr/>
        </p:nvSpPr>
        <p:spPr>
          <a:xfrm flipV="1">
            <a:off x="9757614" y="5131045"/>
            <a:ext cx="548436" cy="1362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B92F847-1491-8143-7733-35CC25940DFB}"/>
              </a:ext>
            </a:extLst>
          </p:cNvPr>
          <p:cNvSpPr/>
          <p:nvPr/>
        </p:nvSpPr>
        <p:spPr>
          <a:xfrm>
            <a:off x="2248869" y="446655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181152A-F40B-8398-AB17-BC3D2D5A6AB4}"/>
              </a:ext>
            </a:extLst>
          </p:cNvPr>
          <p:cNvCxnSpPr>
            <a:cxnSpLocks/>
            <a:endCxn id="94" idx="3"/>
          </p:cNvCxnSpPr>
          <p:nvPr/>
        </p:nvCxnSpPr>
        <p:spPr>
          <a:xfrm flipH="1">
            <a:off x="3326400" y="439558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5B2E1CA2-C5E3-86CA-7C8E-9C78BEC5479B}"/>
              </a:ext>
            </a:extLst>
          </p:cNvPr>
          <p:cNvSpPr/>
          <p:nvPr/>
        </p:nvSpPr>
        <p:spPr>
          <a:xfrm flipV="1">
            <a:off x="3800314" y="4330324"/>
            <a:ext cx="2295686" cy="132752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26A41B7-BBC7-F6F4-49EB-A15A5A04CE18}"/>
              </a:ext>
            </a:extLst>
          </p:cNvPr>
          <p:cNvSpPr/>
          <p:nvPr/>
        </p:nvSpPr>
        <p:spPr>
          <a:xfrm>
            <a:off x="3844516" y="4395651"/>
            <a:ext cx="1033329" cy="2271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A6723EE2-C036-7835-8483-97EB0470CF64}"/>
              </a:ext>
            </a:extLst>
          </p:cNvPr>
          <p:cNvSpPr/>
          <p:nvPr/>
        </p:nvSpPr>
        <p:spPr>
          <a:xfrm>
            <a:off x="1921543" y="4883633"/>
            <a:ext cx="1404857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D9082C8-6CC9-8DCF-13FF-D958B6256F99}"/>
              </a:ext>
            </a:extLst>
          </p:cNvPr>
          <p:cNvCxnSpPr>
            <a:cxnSpLocks/>
            <a:stCxn id="97" idx="1"/>
            <a:endCxn id="98" idx="3"/>
          </p:cNvCxnSpPr>
          <p:nvPr/>
        </p:nvCxnSpPr>
        <p:spPr>
          <a:xfrm flipH="1">
            <a:off x="3326400" y="4509226"/>
            <a:ext cx="518116" cy="4848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49797120-C6C0-AB3E-2D7E-5FC0C9CCE525}"/>
              </a:ext>
            </a:extLst>
          </p:cNvPr>
          <p:cNvSpPr/>
          <p:nvPr/>
        </p:nvSpPr>
        <p:spPr>
          <a:xfrm>
            <a:off x="2244305" y="5311541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A1475F5-F3A1-90B0-3115-57B735BD2C32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>
            <a:off x="3321836" y="4937165"/>
            <a:ext cx="544048" cy="4835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110DE4-9F81-C04F-AF87-504936A102F3}"/>
              </a:ext>
            </a:extLst>
          </p:cNvPr>
          <p:cNvSpPr/>
          <p:nvPr/>
        </p:nvSpPr>
        <p:spPr>
          <a:xfrm flipV="1">
            <a:off x="3865885" y="4883632"/>
            <a:ext cx="928366" cy="1578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3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User Relationship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9CB2A3-478D-3289-907B-B84108697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000"/>
            <a:ext cx="11474194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927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3"/>
            <a:endCxn id="109" idx="0"/>
          </p:cNvCxnSpPr>
          <p:nvPr/>
        </p:nvCxnSpPr>
        <p:spPr>
          <a:xfrm>
            <a:off x="709613" y="3066083"/>
            <a:ext cx="1204912" cy="7375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1276350" y="3803650"/>
            <a:ext cx="12763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r>
              <a:rPr lang="en-US" sz="1200" dirty="0">
                <a:solidFill>
                  <a:srgbClr val="005194"/>
                </a:solidFill>
              </a:rPr>
              <a:t>Item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98E788-0A02-802D-4675-6C785A20EE5C}"/>
              </a:ext>
            </a:extLst>
          </p:cNvPr>
          <p:cNvSpPr/>
          <p:nvPr/>
        </p:nvSpPr>
        <p:spPr>
          <a:xfrm>
            <a:off x="2244264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950F93-1032-A65F-9925-1A5C163FB505}"/>
              </a:ext>
            </a:extLst>
          </p:cNvPr>
          <p:cNvSpPr/>
          <p:nvPr/>
        </p:nvSpPr>
        <p:spPr>
          <a:xfrm>
            <a:off x="252488" y="3496047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D28AFB-D5DE-38FA-4767-01D62ED06517}"/>
              </a:ext>
            </a:extLst>
          </p:cNvPr>
          <p:cNvCxnSpPr>
            <a:cxnSpLocks/>
            <a:stCxn id="104" idx="2"/>
            <a:endCxn id="11" idx="0"/>
          </p:cNvCxnSpPr>
          <p:nvPr/>
        </p:nvCxnSpPr>
        <p:spPr>
          <a:xfrm>
            <a:off x="497443" y="3165947"/>
            <a:ext cx="217246" cy="3301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6E1FC28-2261-3E6E-BD82-C6E53C4AD3C3}"/>
              </a:ext>
            </a:extLst>
          </p:cNvPr>
          <p:cNvSpPr/>
          <p:nvPr/>
        </p:nvSpPr>
        <p:spPr>
          <a:xfrm>
            <a:off x="8151818" y="608789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A1BFB6-E79C-FDDD-6262-E16BD2AE98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372"/>
          <a:stretch/>
        </p:blipFill>
        <p:spPr>
          <a:xfrm>
            <a:off x="8677144" y="2361814"/>
            <a:ext cx="2353811" cy="322291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73EA373-8411-63F2-C6E4-3D8C967F7137}"/>
              </a:ext>
            </a:extLst>
          </p:cNvPr>
          <p:cNvSpPr/>
          <p:nvPr/>
        </p:nvSpPr>
        <p:spPr>
          <a:xfrm>
            <a:off x="8713208" y="4521443"/>
            <a:ext cx="2315959" cy="673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73B4876-8688-4360-8198-05D35EFFBF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62" y="2071965"/>
            <a:ext cx="265389" cy="273881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29B423B-66F0-C59D-BF66-37BB8D437E6D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 flipH="1">
            <a:off x="8498870" y="5195341"/>
            <a:ext cx="1372318" cy="8925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C7879380-6641-58EA-ABF1-D0F5A5EA5EC2}"/>
              </a:ext>
            </a:extLst>
          </p:cNvPr>
          <p:cNvSpPr/>
          <p:nvPr/>
        </p:nvSpPr>
        <p:spPr>
          <a:xfrm>
            <a:off x="9207066" y="4559025"/>
            <a:ext cx="134229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A2BB005-3642-4A87-5E08-C38EBBA5534D}"/>
              </a:ext>
            </a:extLst>
          </p:cNvPr>
          <p:cNvSpPr/>
          <p:nvPr/>
        </p:nvSpPr>
        <p:spPr>
          <a:xfrm>
            <a:off x="7421584" y="524196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2986D25-339D-B2C8-37CE-84A326AFB95D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8497176" y="4688898"/>
            <a:ext cx="709890" cy="66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0C63D7-3580-D6ED-7FE8-249DCA5DA746}"/>
              </a:ext>
            </a:extLst>
          </p:cNvPr>
          <p:cNvSpPr/>
          <p:nvPr/>
        </p:nvSpPr>
        <p:spPr>
          <a:xfrm>
            <a:off x="7421584" y="424147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636A1DE-7D38-D200-F5A2-8825567F46CA}"/>
              </a:ext>
            </a:extLst>
          </p:cNvPr>
          <p:cNvCxnSpPr>
            <a:cxnSpLocks/>
            <a:endCxn id="69" idx="3"/>
          </p:cNvCxnSpPr>
          <p:nvPr/>
        </p:nvCxnSpPr>
        <p:spPr>
          <a:xfrm flipH="1" flipV="1">
            <a:off x="8497176" y="4351931"/>
            <a:ext cx="984885" cy="2154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5A0E4AD9-572D-7D2C-9BA3-DB2F6628EEAB}"/>
              </a:ext>
            </a:extLst>
          </p:cNvPr>
          <p:cNvSpPr/>
          <p:nvPr/>
        </p:nvSpPr>
        <p:spPr>
          <a:xfrm>
            <a:off x="9391083" y="4559790"/>
            <a:ext cx="181955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Card, Member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626D7-B528-ADA8-6B38-3CFE5D264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336332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49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Card </a:t>
            </a:r>
            <a:r>
              <a:rPr lang="vi-VN" dirty="0"/>
              <a:t>Detail</a:t>
            </a:r>
            <a:r>
              <a:rPr lang="en-US" dirty="0"/>
              <a:t>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F64C2-F84E-4002-515C-065D4A6F3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357751" cy="562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23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C2A0F-0990-5EA3-A89D-F3909126B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3161" y="3470708"/>
            <a:ext cx="1018109" cy="25153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F2AD5-E6FF-A769-7B8C-0F283A64FB01}"/>
              </a:ext>
            </a:extLst>
          </p:cNvPr>
          <p:cNvSpPr/>
          <p:nvPr/>
        </p:nvSpPr>
        <p:spPr>
          <a:xfrm>
            <a:off x="1356964" y="216614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DataType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787211C-8E57-A24E-346F-8FEC8EF8141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1576" r="1576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CustomField</a:t>
            </a:r>
            <a:r>
              <a:rPr lang="en-US" dirty="0"/>
              <a:t>,  </a:t>
            </a:r>
            <a:r>
              <a:rPr lang="en-US" dirty="0" err="1"/>
              <a:t>FieldValue</a:t>
            </a:r>
            <a:r>
              <a:rPr lang="en-US" dirty="0"/>
              <a:t>, </a:t>
            </a:r>
            <a:r>
              <a:rPr lang="en-US" dirty="0" err="1"/>
              <a:t>FieldItem</a:t>
            </a:r>
            <a:r>
              <a:rPr lang="en-US" dirty="0"/>
              <a:t> Relationship</a:t>
            </a:r>
          </a:p>
        </p:txBody>
      </p:sp>
    </p:spTree>
    <p:extLst>
      <p:ext uri="{BB962C8B-B14F-4D97-AF65-F5344CB8AC3E}">
        <p14:creationId xmlns:p14="http://schemas.microsoft.com/office/powerpoint/2010/main" val="2290614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105629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UploadedAt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12758-1499-E100-D48B-D20E33039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49"/>
            <a:ext cx="11378523" cy="311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00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  <a:stCxn id="163" idx="0"/>
            <a:endCxn id="167" idx="0"/>
          </p:cNvCxnSpPr>
          <p:nvPr/>
        </p:nvCxnSpPr>
        <p:spPr>
          <a:xfrm flipH="1">
            <a:off x="2671023" y="5858098"/>
            <a:ext cx="605180" cy="75233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1861647" y="6610433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CheckList</a:t>
            </a:r>
            <a:r>
              <a:rPr lang="en-US" dirty="0"/>
              <a:t> and </a:t>
            </a:r>
            <a:r>
              <a:rPr lang="en-US" dirty="0" err="1"/>
              <a:t>CheckListItem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4CE82F-E84C-F2A0-A355-4A9976CD3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413013" cy="386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4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1781284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FBAA629-2480-FF91-59E1-28835CBA43E5}"/>
              </a:ext>
            </a:extLst>
          </p:cNvPr>
          <p:cNvSpPr/>
          <p:nvPr/>
        </p:nvSpPr>
        <p:spPr>
          <a:xfrm flipV="1">
            <a:off x="4398428" y="2920332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C02F65-E456-BB95-C1B2-3C36CCABB01A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3954105" y="3117609"/>
            <a:ext cx="544910" cy="3858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6282A-72B1-0C0D-F2ED-3A9CB985E7F2}"/>
              </a:ext>
            </a:extLst>
          </p:cNvPr>
          <p:cNvSpPr/>
          <p:nvPr/>
        </p:nvSpPr>
        <p:spPr>
          <a:xfrm flipV="1">
            <a:off x="4646282" y="3029649"/>
            <a:ext cx="544910" cy="8795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35BF66-48D3-21D8-77DD-14035ED38C55}"/>
              </a:ext>
            </a:extLst>
          </p:cNvPr>
          <p:cNvCxnSpPr>
            <a:cxnSpLocks/>
            <a:stCxn id="13" idx="0"/>
            <a:endCxn id="15" idx="3"/>
          </p:cNvCxnSpPr>
          <p:nvPr/>
        </p:nvCxnSpPr>
        <p:spPr>
          <a:xfrm flipH="1">
            <a:off x="3954105" y="3117608"/>
            <a:ext cx="964632" cy="7790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2A17F-6EA2-46DE-08F7-6E6E9BF025EC}"/>
              </a:ext>
            </a:extLst>
          </p:cNvPr>
          <p:cNvSpPr/>
          <p:nvPr/>
        </p:nvSpPr>
        <p:spPr>
          <a:xfrm>
            <a:off x="3003552" y="3771515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27858F-06BC-F7CA-ED5C-30E211E354A5}"/>
              </a:ext>
            </a:extLst>
          </p:cNvPr>
          <p:cNvSpPr/>
          <p:nvPr/>
        </p:nvSpPr>
        <p:spPr>
          <a:xfrm>
            <a:off x="3003550" y="3346386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633BD3-617B-6465-9673-7FBD81DF81E8}"/>
              </a:ext>
            </a:extLst>
          </p:cNvPr>
          <p:cNvSpPr/>
          <p:nvPr/>
        </p:nvSpPr>
        <p:spPr>
          <a:xfrm>
            <a:off x="2969854" y="1857262"/>
            <a:ext cx="984251" cy="241572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05A8C6-730D-7F73-050B-9B472B266496}"/>
              </a:ext>
            </a:extLst>
          </p:cNvPr>
          <p:cNvCxnSpPr>
            <a:cxnSpLocks/>
            <a:stCxn id="22" idx="1"/>
            <a:endCxn id="20" idx="2"/>
          </p:cNvCxnSpPr>
          <p:nvPr/>
        </p:nvCxnSpPr>
        <p:spPr>
          <a:xfrm flipH="1" flipV="1">
            <a:off x="3461980" y="2098834"/>
            <a:ext cx="894119" cy="2552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7390D-DCC8-C25D-04B9-18E737882349}"/>
              </a:ext>
            </a:extLst>
          </p:cNvPr>
          <p:cNvSpPr/>
          <p:nvPr/>
        </p:nvSpPr>
        <p:spPr>
          <a:xfrm>
            <a:off x="4356099" y="2240076"/>
            <a:ext cx="1386245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F58B71-0B83-A686-C3E8-DE4DA2A03DA1}"/>
              </a:ext>
            </a:extLst>
          </p:cNvPr>
          <p:cNvSpPr/>
          <p:nvPr/>
        </p:nvSpPr>
        <p:spPr>
          <a:xfrm flipV="1">
            <a:off x="6819723" y="4229680"/>
            <a:ext cx="319265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153A22-7E19-EFCB-4B7F-AAC982AD8197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6375400" y="4426957"/>
            <a:ext cx="603956" cy="3858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ADA57BE-FD7A-F247-AF1F-8F4C151A589A}"/>
              </a:ext>
            </a:extLst>
          </p:cNvPr>
          <p:cNvSpPr/>
          <p:nvPr/>
        </p:nvSpPr>
        <p:spPr>
          <a:xfrm>
            <a:off x="4918737" y="4655735"/>
            <a:ext cx="145666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PermissionName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1B461A-3016-4CE3-FDC4-789488E1D67B}"/>
              </a:ext>
            </a:extLst>
          </p:cNvPr>
          <p:cNvSpPr/>
          <p:nvPr/>
        </p:nvSpPr>
        <p:spPr>
          <a:xfrm>
            <a:off x="5218785" y="3011839"/>
            <a:ext cx="650505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2A93D4-C632-C5DC-8478-577B16D1E857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>
          <a:xfrm flipV="1">
            <a:off x="5869290" y="2611000"/>
            <a:ext cx="900068" cy="453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928040-292A-496C-7242-E187AD610668}"/>
              </a:ext>
            </a:extLst>
          </p:cNvPr>
          <p:cNvSpPr/>
          <p:nvPr/>
        </p:nvSpPr>
        <p:spPr>
          <a:xfrm>
            <a:off x="6108958" y="2349163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6164F4-EAB7-6704-E2C0-E7816673E6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8CC7D7-193B-8AA7-CEB2-32E375CD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CEF82-A332-E125-4F4D-A95F24CF5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03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421F3-20E9-4336-63F0-C55DEFB6AA1F}"/>
              </a:ext>
            </a:extLst>
          </p:cNvPr>
          <p:cNvSpPr/>
          <p:nvPr/>
        </p:nvSpPr>
        <p:spPr>
          <a:xfrm>
            <a:off x="3028950" y="4220858"/>
            <a:ext cx="1857375" cy="200468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F52BA-7F16-4CE7-7D4B-AD3CF68900FD}"/>
              </a:ext>
            </a:extLst>
          </p:cNvPr>
          <p:cNvSpPr/>
          <p:nvPr/>
        </p:nvSpPr>
        <p:spPr>
          <a:xfrm>
            <a:off x="1752297" y="383484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88935D-E379-F137-7EA3-C5FE138859BE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702852" y="3965764"/>
            <a:ext cx="326098" cy="2618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A78BB5-6545-3A6D-E3C6-3444331B4820}"/>
              </a:ext>
            </a:extLst>
          </p:cNvPr>
          <p:cNvSpPr/>
          <p:nvPr/>
        </p:nvSpPr>
        <p:spPr>
          <a:xfrm>
            <a:off x="3064670" y="4295761"/>
            <a:ext cx="51435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7A4D3F-7607-43F9-D801-90A09BE1D166}"/>
              </a:ext>
            </a:extLst>
          </p:cNvPr>
          <p:cNvCxnSpPr>
            <a:cxnSpLocks/>
            <a:stCxn id="10" idx="1"/>
            <a:endCxn id="12" idx="0"/>
          </p:cNvCxnSpPr>
          <p:nvPr/>
        </p:nvCxnSpPr>
        <p:spPr>
          <a:xfrm flipH="1">
            <a:off x="2202326" y="4348646"/>
            <a:ext cx="862344" cy="6195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D49A82-CBEC-5C2A-65B9-7B3FF203F1A2}"/>
              </a:ext>
            </a:extLst>
          </p:cNvPr>
          <p:cNvSpPr/>
          <p:nvPr/>
        </p:nvSpPr>
        <p:spPr>
          <a:xfrm>
            <a:off x="1701800" y="4968240"/>
            <a:ext cx="1001051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1FB966-6D64-31D6-A8E3-6DD216D65DB1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 flipV="1">
            <a:off x="2702851" y="5099159"/>
            <a:ext cx="361818" cy="6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DE1EE8-5194-BE4C-F6F4-D09ECE62DF05}"/>
              </a:ext>
            </a:extLst>
          </p:cNvPr>
          <p:cNvSpPr/>
          <p:nvPr/>
        </p:nvSpPr>
        <p:spPr>
          <a:xfrm>
            <a:off x="3064669" y="5052998"/>
            <a:ext cx="571499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13496F-EC3D-DF74-BF39-C5E662B47F99}"/>
              </a:ext>
            </a:extLst>
          </p:cNvPr>
          <p:cNvSpPr/>
          <p:nvPr/>
        </p:nvSpPr>
        <p:spPr>
          <a:xfrm>
            <a:off x="3064670" y="5829029"/>
            <a:ext cx="75168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FDD8EF-40B9-A014-DD69-D162260ED663}"/>
              </a:ext>
            </a:extLst>
          </p:cNvPr>
          <p:cNvCxnSpPr>
            <a:cxnSpLocks/>
          </p:cNvCxnSpPr>
          <p:nvPr/>
        </p:nvCxnSpPr>
        <p:spPr>
          <a:xfrm flipH="1" flipV="1">
            <a:off x="2202326" y="5230077"/>
            <a:ext cx="862344" cy="656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FD4609-C46C-DB87-9A0D-24D45E3621D4}"/>
              </a:ext>
            </a:extLst>
          </p:cNvPr>
          <p:cNvSpPr/>
          <p:nvPr/>
        </p:nvSpPr>
        <p:spPr>
          <a:xfrm>
            <a:off x="5291999" y="509228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56E269-E751-84C7-1B72-A2255E06F2E3}"/>
              </a:ext>
            </a:extLst>
          </p:cNvPr>
          <p:cNvSpPr/>
          <p:nvPr/>
        </p:nvSpPr>
        <p:spPr>
          <a:xfrm>
            <a:off x="3075483" y="4464133"/>
            <a:ext cx="991691" cy="49849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04082AE-DA45-47C6-7448-1E9C1E6037DA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>
            <a:off x="4067174" y="4713379"/>
            <a:ext cx="1224825" cy="509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905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Member, </a:t>
            </a:r>
            <a:r>
              <a:rPr lang="en-US" dirty="0" err="1"/>
              <a:t>RolePermission</a:t>
            </a:r>
            <a:r>
              <a:rPr lang="en-US" dirty="0"/>
              <a:t>, </a:t>
            </a:r>
            <a:r>
              <a:rPr lang="en-US" dirty="0" err="1"/>
              <a:t>ShareLink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B643CB-09A9-87C3-BE75-BF4202472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044" y="1098550"/>
            <a:ext cx="11354668" cy="5110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564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165">
            <a:extLst>
              <a:ext uri="{FF2B5EF4-FFF2-40B4-BE49-F238E27FC236}">
                <a16:creationId xmlns:a16="http://schemas.microsoft.com/office/drawing/2014/main" id="{402CDD5A-8A91-C382-54F3-5EFE9E04E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8092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Screen	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7ACBC37-3E82-0757-EB6D-656A59949B78}"/>
              </a:ext>
            </a:extLst>
          </p:cNvPr>
          <p:cNvSpPr/>
          <p:nvPr/>
        </p:nvSpPr>
        <p:spPr>
          <a:xfrm>
            <a:off x="2203450" y="1380307"/>
            <a:ext cx="685800" cy="1974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AFD1835-AD05-F4FA-A9CC-5418F10F70C9}"/>
              </a:ext>
            </a:extLst>
          </p:cNvPr>
          <p:cNvSpPr/>
          <p:nvPr/>
        </p:nvSpPr>
        <p:spPr>
          <a:xfrm>
            <a:off x="4006850" y="1320953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40F12A9-10A3-F781-7D1F-5617759F45C3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2889250" y="1479031"/>
            <a:ext cx="1117600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0C8CAE23-AB90-2A84-D7AF-7EDABF408DB8}"/>
              </a:ext>
            </a:extLst>
          </p:cNvPr>
          <p:cNvSpPr/>
          <p:nvPr/>
        </p:nvSpPr>
        <p:spPr>
          <a:xfrm>
            <a:off x="4406900" y="3363531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C79192CE-5E02-9E02-1273-AA6CEDD2B53B}"/>
              </a:ext>
            </a:extLst>
          </p:cNvPr>
          <p:cNvSpPr/>
          <p:nvPr/>
        </p:nvSpPr>
        <p:spPr>
          <a:xfrm>
            <a:off x="2203450" y="334962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A82D78B-9A0E-0905-9EEF-67E5EFB86F40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492500" y="3465178"/>
            <a:ext cx="914400" cy="2167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58BD76DC-1023-C1AB-5A50-D05DFCAECDF6}"/>
              </a:ext>
            </a:extLst>
          </p:cNvPr>
          <p:cNvSpPr/>
          <p:nvPr/>
        </p:nvSpPr>
        <p:spPr>
          <a:xfrm>
            <a:off x="6578600" y="3789560"/>
            <a:ext cx="108469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30FBD1-71CD-6E32-6FDB-F11C9A2D2B99}"/>
              </a:ext>
            </a:extLst>
          </p:cNvPr>
          <p:cNvSpPr/>
          <p:nvPr/>
        </p:nvSpPr>
        <p:spPr>
          <a:xfrm>
            <a:off x="2203450" y="3654617"/>
            <a:ext cx="3892550" cy="363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D576BE88-88BF-D9EA-40E3-44BCBD915AC9}"/>
              </a:ext>
            </a:extLst>
          </p:cNvPr>
          <p:cNvCxnSpPr>
            <a:cxnSpLocks/>
            <a:stCxn id="177" idx="3"/>
            <a:endCxn id="176" idx="1"/>
          </p:cNvCxnSpPr>
          <p:nvPr/>
        </p:nvCxnSpPr>
        <p:spPr>
          <a:xfrm>
            <a:off x="6096000" y="3836379"/>
            <a:ext cx="482600" cy="674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C63E8F5-9511-BE1C-86E7-158CCD16DED0}"/>
              </a:ext>
            </a:extLst>
          </p:cNvPr>
          <p:cNvSpPr/>
          <p:nvPr/>
        </p:nvSpPr>
        <p:spPr>
          <a:xfrm flipH="1">
            <a:off x="2237354" y="3724660"/>
            <a:ext cx="422502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C7DF02AD-7774-DB5D-735F-F0E9D965E298}"/>
              </a:ext>
            </a:extLst>
          </p:cNvPr>
          <p:cNvCxnSpPr>
            <a:cxnSpLocks/>
            <a:stCxn id="186" idx="2"/>
            <a:endCxn id="188" idx="1"/>
          </p:cNvCxnSpPr>
          <p:nvPr/>
        </p:nvCxnSpPr>
        <p:spPr>
          <a:xfrm>
            <a:off x="2448605" y="3874293"/>
            <a:ext cx="1853709" cy="4446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886B4B62-659F-2907-4AA7-98E01BBDEFA0}"/>
              </a:ext>
            </a:extLst>
          </p:cNvPr>
          <p:cNvSpPr/>
          <p:nvPr/>
        </p:nvSpPr>
        <p:spPr>
          <a:xfrm>
            <a:off x="4302314" y="4193726"/>
            <a:ext cx="1266636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SettingContent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95DED0E-AFF1-2142-5FBD-B619B08B8451}"/>
              </a:ext>
            </a:extLst>
          </p:cNvPr>
          <p:cNvSpPr/>
          <p:nvPr/>
        </p:nvSpPr>
        <p:spPr>
          <a:xfrm flipH="1">
            <a:off x="2237354" y="3434224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25E6BC6-4965-4FAE-1E02-538F64C707A9}"/>
              </a:ext>
            </a:extLst>
          </p:cNvPr>
          <p:cNvCxnSpPr>
            <a:cxnSpLocks/>
            <a:stCxn id="196" idx="1"/>
            <a:endCxn id="198" idx="1"/>
          </p:cNvCxnSpPr>
          <p:nvPr/>
        </p:nvCxnSpPr>
        <p:spPr>
          <a:xfrm flipV="1">
            <a:off x="3187700" y="3173166"/>
            <a:ext cx="1219199" cy="3358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FF75511D-8A70-E0EE-72C3-7C6B6C9C3102}"/>
              </a:ext>
            </a:extLst>
          </p:cNvPr>
          <p:cNvSpPr/>
          <p:nvPr/>
        </p:nvSpPr>
        <p:spPr>
          <a:xfrm>
            <a:off x="4406899" y="3062774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3FE84C-E124-76AC-D67D-81CD8419DEE7}"/>
              </a:ext>
            </a:extLst>
          </p:cNvPr>
          <p:cNvSpPr/>
          <p:nvPr/>
        </p:nvSpPr>
        <p:spPr>
          <a:xfrm>
            <a:off x="10245725" y="4232518"/>
            <a:ext cx="1946275" cy="11961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3FF9E14-0FEC-5322-5245-32D232B56771}"/>
              </a:ext>
            </a:extLst>
          </p:cNvPr>
          <p:cNvSpPr/>
          <p:nvPr/>
        </p:nvSpPr>
        <p:spPr>
          <a:xfrm flipH="1">
            <a:off x="10509250" y="4271309"/>
            <a:ext cx="546100" cy="1727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E5F51FE3-3EA2-6040-BED1-0C3A253AB527}"/>
              </a:ext>
            </a:extLst>
          </p:cNvPr>
          <p:cNvCxnSpPr>
            <a:cxnSpLocks/>
            <a:stCxn id="205" idx="3"/>
            <a:endCxn id="207" idx="3"/>
          </p:cNvCxnSpPr>
          <p:nvPr/>
        </p:nvCxnSpPr>
        <p:spPr>
          <a:xfrm flipH="1">
            <a:off x="9622459" y="4357690"/>
            <a:ext cx="886791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52351A30-6C73-5563-08FC-3DEC297E9C59}"/>
              </a:ext>
            </a:extLst>
          </p:cNvPr>
          <p:cNvSpPr/>
          <p:nvPr/>
        </p:nvSpPr>
        <p:spPr>
          <a:xfrm>
            <a:off x="8450580" y="4232518"/>
            <a:ext cx="1171879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DisplayName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32C1778C-F5B8-7630-93A2-0F24F45488AC}"/>
              </a:ext>
            </a:extLst>
          </p:cNvPr>
          <p:cNvSpPr/>
          <p:nvPr/>
        </p:nvSpPr>
        <p:spPr>
          <a:xfrm>
            <a:off x="8450580" y="4675469"/>
            <a:ext cx="1171879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006A1FA6-4274-07F4-EC35-FB5C58B6DC6E}"/>
              </a:ext>
            </a:extLst>
          </p:cNvPr>
          <p:cNvCxnSpPr>
            <a:cxnSpLocks/>
            <a:stCxn id="204" idx="1"/>
            <a:endCxn id="214" idx="3"/>
          </p:cNvCxnSpPr>
          <p:nvPr/>
        </p:nvCxnSpPr>
        <p:spPr>
          <a:xfrm flipH="1" flipV="1">
            <a:off x="9622459" y="4789760"/>
            <a:ext cx="623266" cy="408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AD7ACD1F-FDFD-9207-264B-D011A81EB504}"/>
              </a:ext>
            </a:extLst>
          </p:cNvPr>
          <p:cNvSpPr/>
          <p:nvPr/>
        </p:nvSpPr>
        <p:spPr>
          <a:xfrm>
            <a:off x="2203450" y="1775146"/>
            <a:ext cx="1803400" cy="4208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CE85D0C-E9F0-2299-3FC5-E1C3A22D6F4C}"/>
              </a:ext>
            </a:extLst>
          </p:cNvPr>
          <p:cNvCxnSpPr>
            <a:cxnSpLocks/>
            <a:stCxn id="225" idx="3"/>
            <a:endCxn id="229" idx="1"/>
          </p:cNvCxnSpPr>
          <p:nvPr/>
        </p:nvCxnSpPr>
        <p:spPr>
          <a:xfrm>
            <a:off x="4006850" y="1985562"/>
            <a:ext cx="928782" cy="840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C207699A-CCA2-0CAF-17FD-5E99195F2564}"/>
              </a:ext>
            </a:extLst>
          </p:cNvPr>
          <p:cNvSpPr/>
          <p:nvPr/>
        </p:nvSpPr>
        <p:spPr>
          <a:xfrm>
            <a:off x="4935632" y="1835886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F7DAA3F-2C05-AD77-E38E-EED7EF3273DD}"/>
              </a:ext>
            </a:extLst>
          </p:cNvPr>
          <p:cNvSpPr/>
          <p:nvPr/>
        </p:nvSpPr>
        <p:spPr>
          <a:xfrm>
            <a:off x="7663296" y="5119839"/>
            <a:ext cx="194627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07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>
            <a:extLst>
              <a:ext uri="{FF2B5EF4-FFF2-40B4-BE49-F238E27FC236}">
                <a16:creationId xmlns:a16="http://schemas.microsoft.com/office/drawing/2014/main" id="{233ED7FE-084F-D7EB-6263-E4F670525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57" y="1098000"/>
            <a:ext cx="702246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User Setting Screen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10A8-1CC8-46BD-225C-A4E6E6559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8000"/>
            <a:ext cx="6516948" cy="5969247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765922-3700-7010-91CD-A0E23AFCFD1C}"/>
              </a:ext>
            </a:extLst>
          </p:cNvPr>
          <p:cNvSpPr/>
          <p:nvPr/>
        </p:nvSpPr>
        <p:spPr>
          <a:xfrm>
            <a:off x="2296303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Setting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F550E2-7CA1-08D6-2763-1AF42D113EBC}"/>
              </a:ext>
            </a:extLst>
          </p:cNvPr>
          <p:cNvSpPr/>
          <p:nvPr/>
        </p:nvSpPr>
        <p:spPr>
          <a:xfrm flipH="1">
            <a:off x="7130800" y="4421887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9EF1916-9BD7-E188-E974-B30A6B936C54}"/>
              </a:ext>
            </a:extLst>
          </p:cNvPr>
          <p:cNvCxnSpPr>
            <a:cxnSpLocks/>
            <a:stCxn id="30" idx="1"/>
            <a:endCxn id="34" idx="1"/>
          </p:cNvCxnSpPr>
          <p:nvPr/>
        </p:nvCxnSpPr>
        <p:spPr>
          <a:xfrm flipV="1">
            <a:off x="8081146" y="4496495"/>
            <a:ext cx="917089" cy="2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3377AF-D228-A4E7-08E9-D7F8F6F612EC}"/>
              </a:ext>
            </a:extLst>
          </p:cNvPr>
          <p:cNvSpPr/>
          <p:nvPr/>
        </p:nvSpPr>
        <p:spPr>
          <a:xfrm>
            <a:off x="8998235" y="4386103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D408CAE-E8D9-0D05-8DDD-3FA2864ECABB}"/>
              </a:ext>
            </a:extLst>
          </p:cNvPr>
          <p:cNvSpPr/>
          <p:nvPr/>
        </p:nvSpPr>
        <p:spPr>
          <a:xfrm>
            <a:off x="8493265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User Setting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C6FF274-CCE9-1FFC-3015-D21CBA6020A6}"/>
              </a:ext>
            </a:extLst>
          </p:cNvPr>
          <p:cNvSpPr/>
          <p:nvPr/>
        </p:nvSpPr>
        <p:spPr>
          <a:xfrm>
            <a:off x="8998235" y="4057738"/>
            <a:ext cx="981253" cy="23908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1BDF51-B11F-1528-BF97-6560A77E9049}"/>
              </a:ext>
            </a:extLst>
          </p:cNvPr>
          <p:cNvSpPr/>
          <p:nvPr/>
        </p:nvSpPr>
        <p:spPr>
          <a:xfrm>
            <a:off x="7066733" y="433243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9A4EFA-6F44-533E-8A67-57109342EECD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8355783" y="4177280"/>
            <a:ext cx="642452" cy="16695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D702623-1185-CA6B-B31F-64CBACCDDAA2}"/>
              </a:ext>
            </a:extLst>
          </p:cNvPr>
          <p:cNvSpPr/>
          <p:nvPr/>
        </p:nvSpPr>
        <p:spPr>
          <a:xfrm flipH="1">
            <a:off x="4137803" y="2356192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1078B45-03B2-6027-E7AA-210224E6A587}"/>
              </a:ext>
            </a:extLst>
          </p:cNvPr>
          <p:cNvCxnSpPr>
            <a:cxnSpLocks/>
            <a:stCxn id="44" idx="0"/>
            <a:endCxn id="49" idx="3"/>
          </p:cNvCxnSpPr>
          <p:nvPr/>
        </p:nvCxnSpPr>
        <p:spPr>
          <a:xfrm flipH="1" flipV="1">
            <a:off x="3427575" y="1984061"/>
            <a:ext cx="1185401" cy="37213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51C6987-EEB0-1F78-3806-D746D356BD2E}"/>
              </a:ext>
            </a:extLst>
          </p:cNvPr>
          <p:cNvSpPr/>
          <p:nvPr/>
        </p:nvSpPr>
        <p:spPr>
          <a:xfrm>
            <a:off x="2513176" y="1873669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3C073A4-528A-758A-6699-7D32E42536C4}"/>
              </a:ext>
            </a:extLst>
          </p:cNvPr>
          <p:cNvSpPr/>
          <p:nvPr/>
        </p:nvSpPr>
        <p:spPr>
          <a:xfrm>
            <a:off x="2459032" y="2209904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589235-E986-2248-BD90-8096B429B8B8}"/>
              </a:ext>
            </a:extLst>
          </p:cNvPr>
          <p:cNvSpPr/>
          <p:nvPr/>
        </p:nvSpPr>
        <p:spPr>
          <a:xfrm>
            <a:off x="4073737" y="2275973"/>
            <a:ext cx="1289050" cy="2481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0B96915-29F2-92CC-9DC5-841E641C532B}"/>
              </a:ext>
            </a:extLst>
          </p:cNvPr>
          <p:cNvCxnSpPr>
            <a:cxnSpLocks/>
            <a:stCxn id="54" idx="1"/>
            <a:endCxn id="53" idx="3"/>
          </p:cNvCxnSpPr>
          <p:nvPr/>
        </p:nvCxnSpPr>
        <p:spPr>
          <a:xfrm flipH="1" flipV="1">
            <a:off x="3440285" y="2311551"/>
            <a:ext cx="633452" cy="884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AF7310F-3D9A-77D4-553F-D86181E734A7}"/>
              </a:ext>
            </a:extLst>
          </p:cNvPr>
          <p:cNvSpPr/>
          <p:nvPr/>
        </p:nvSpPr>
        <p:spPr>
          <a:xfrm>
            <a:off x="4073737" y="2567383"/>
            <a:ext cx="557794" cy="11629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0A55718-AE09-2336-E9D5-071A2FF1432A}"/>
              </a:ext>
            </a:extLst>
          </p:cNvPr>
          <p:cNvCxnSpPr>
            <a:cxnSpLocks/>
            <a:endCxn id="70" idx="3"/>
          </p:cNvCxnSpPr>
          <p:nvPr/>
        </p:nvCxnSpPr>
        <p:spPr>
          <a:xfrm flipH="1" flipV="1">
            <a:off x="3440284" y="2599079"/>
            <a:ext cx="633453" cy="442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F8DAB47-68D8-6585-57FA-463B0025595D}"/>
              </a:ext>
            </a:extLst>
          </p:cNvPr>
          <p:cNvSpPr/>
          <p:nvPr/>
        </p:nvSpPr>
        <p:spPr>
          <a:xfrm>
            <a:off x="2296303" y="2497432"/>
            <a:ext cx="114398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6263DD8-62B9-783E-81E5-55ED047952F0}"/>
              </a:ext>
            </a:extLst>
          </p:cNvPr>
          <p:cNvSpPr/>
          <p:nvPr/>
        </p:nvSpPr>
        <p:spPr>
          <a:xfrm>
            <a:off x="8998235" y="4696270"/>
            <a:ext cx="1070820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5BA9BEA-A1E0-1AFB-FC74-FDE4FDABD9A3}"/>
              </a:ext>
            </a:extLst>
          </p:cNvPr>
          <p:cNvSpPr/>
          <p:nvPr/>
        </p:nvSpPr>
        <p:spPr>
          <a:xfrm>
            <a:off x="7166519" y="4712388"/>
            <a:ext cx="1289050" cy="1852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806EE4-42D5-2266-42AD-934FBB15BAE1}"/>
              </a:ext>
            </a:extLst>
          </p:cNvPr>
          <p:cNvCxnSpPr>
            <a:cxnSpLocks/>
            <a:stCxn id="87" idx="3"/>
            <a:endCxn id="86" idx="1"/>
          </p:cNvCxnSpPr>
          <p:nvPr/>
        </p:nvCxnSpPr>
        <p:spPr>
          <a:xfrm>
            <a:off x="8455569" y="4804992"/>
            <a:ext cx="542666" cy="78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17F1FE7-455B-6C80-F096-C9B861C4415E}"/>
              </a:ext>
            </a:extLst>
          </p:cNvPr>
          <p:cNvSpPr/>
          <p:nvPr/>
        </p:nvSpPr>
        <p:spPr>
          <a:xfrm>
            <a:off x="7204215" y="5129973"/>
            <a:ext cx="1289050" cy="7687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CDB2D3C-B941-500A-CF30-0E2879ECDA9C}"/>
              </a:ext>
            </a:extLst>
          </p:cNvPr>
          <p:cNvSpPr/>
          <p:nvPr/>
        </p:nvSpPr>
        <p:spPr>
          <a:xfrm>
            <a:off x="8995541" y="5425713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705B642-548B-930F-6306-EF17F8105151}"/>
              </a:ext>
            </a:extLst>
          </p:cNvPr>
          <p:cNvCxnSpPr>
            <a:cxnSpLocks/>
            <a:stCxn id="90" idx="3"/>
            <a:endCxn id="92" idx="1"/>
          </p:cNvCxnSpPr>
          <p:nvPr/>
        </p:nvCxnSpPr>
        <p:spPr>
          <a:xfrm>
            <a:off x="8493265" y="5514353"/>
            <a:ext cx="502276" cy="279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A742C6BF-DFC7-780A-D9A2-E1FAEE6094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6379" y="2710564"/>
            <a:ext cx="1752829" cy="2209592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64A73D13-A94B-CECF-3DED-A11C5B509298}"/>
              </a:ext>
            </a:extLst>
          </p:cNvPr>
          <p:cNvSpPr/>
          <p:nvPr/>
        </p:nvSpPr>
        <p:spPr>
          <a:xfrm>
            <a:off x="4084782" y="2988468"/>
            <a:ext cx="1619995" cy="190912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EC7C96B-57CA-5D2C-143C-11EE60D37C00}"/>
              </a:ext>
            </a:extLst>
          </p:cNvPr>
          <p:cNvSpPr/>
          <p:nvPr/>
        </p:nvSpPr>
        <p:spPr>
          <a:xfrm>
            <a:off x="2264493" y="3042942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9FAB0B1-DE94-93A6-7472-DE2C5F1B708D}"/>
              </a:ext>
            </a:extLst>
          </p:cNvPr>
          <p:cNvCxnSpPr>
            <a:cxnSpLocks/>
            <a:endCxn id="102" idx="3"/>
          </p:cNvCxnSpPr>
          <p:nvPr/>
        </p:nvCxnSpPr>
        <p:spPr>
          <a:xfrm flipH="1">
            <a:off x="3440285" y="3158107"/>
            <a:ext cx="646094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B4FDA65-C182-E17D-0F63-0E3ED1AA3EA6}"/>
              </a:ext>
            </a:extLst>
          </p:cNvPr>
          <p:cNvSpPr/>
          <p:nvPr/>
        </p:nvSpPr>
        <p:spPr>
          <a:xfrm>
            <a:off x="8998235" y="6161348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IsBoolean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2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59E845-A2C7-6AAE-1D2D-755F19986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138558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4A7F68-34D2-D389-64F2-2EC3FD58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Category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D1FFE-1698-BC18-44B6-A58589850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83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B13CDD-655B-07AB-C8F4-E0A03C977CC0}"/>
              </a:ext>
            </a:extLst>
          </p:cNvPr>
          <p:cNvSpPr/>
          <p:nvPr/>
        </p:nvSpPr>
        <p:spPr>
          <a:xfrm flipH="1">
            <a:off x="4501900" y="2765851"/>
            <a:ext cx="406650" cy="1280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B7ED33-3292-D04A-5B64-97EBA028D085}"/>
              </a:ext>
            </a:extLst>
          </p:cNvPr>
          <p:cNvCxnSpPr>
            <a:cxnSpLocks/>
            <a:stCxn id="6" idx="1"/>
            <a:endCxn id="8" idx="2"/>
          </p:cNvCxnSpPr>
          <p:nvPr/>
        </p:nvCxnSpPr>
        <p:spPr>
          <a:xfrm flipV="1">
            <a:off x="4908550" y="1662121"/>
            <a:ext cx="2457473" cy="11677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059E0-A6E6-EDB3-4040-6EAE19C4C3F7}"/>
              </a:ext>
            </a:extLst>
          </p:cNvPr>
          <p:cNvSpPr/>
          <p:nvPr/>
        </p:nvSpPr>
        <p:spPr>
          <a:xfrm>
            <a:off x="6418626" y="1441337"/>
            <a:ext cx="189479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TemplateCategoryName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12532C-3FFC-407D-9A28-C88D21225676}"/>
              </a:ext>
            </a:extLst>
          </p:cNvPr>
          <p:cNvSpPr/>
          <p:nvPr/>
        </p:nvSpPr>
        <p:spPr>
          <a:xfrm flipH="1">
            <a:off x="4337050" y="2063752"/>
            <a:ext cx="5314950" cy="10413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5C2A-43C0-08B0-2E38-2BA12B1D9B94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3848100" y="1647862"/>
            <a:ext cx="510501" cy="4174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F951D0-B639-E87E-D4C9-4FC17DC1A80C}"/>
              </a:ext>
            </a:extLst>
          </p:cNvPr>
          <p:cNvSpPr/>
          <p:nvPr/>
        </p:nvSpPr>
        <p:spPr>
          <a:xfrm>
            <a:off x="3103500" y="1444568"/>
            <a:ext cx="148919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TemplateCategory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6D31DBB-C729-5DB4-A0EC-3B3F5E489CB3}"/>
              </a:ext>
            </a:extLst>
          </p:cNvPr>
          <p:cNvSpPr/>
          <p:nvPr/>
        </p:nvSpPr>
        <p:spPr>
          <a:xfrm flipH="1">
            <a:off x="4419474" y="2131950"/>
            <a:ext cx="558925" cy="55300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11C55F-B318-C2EB-145B-EBC47AB0649E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4765251" y="1656607"/>
            <a:ext cx="600912" cy="4753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0F9A4B-84F5-B1D9-7BBC-52BC21F333C4}"/>
              </a:ext>
            </a:extLst>
          </p:cNvPr>
          <p:cNvSpPr/>
          <p:nvPr/>
        </p:nvSpPr>
        <p:spPr>
          <a:xfrm>
            <a:off x="4958951" y="1435823"/>
            <a:ext cx="81442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IconUrl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C3C724-D876-D777-22F0-9BC72B66211F}"/>
              </a:ext>
            </a:extLst>
          </p:cNvPr>
          <p:cNvSpPr/>
          <p:nvPr/>
        </p:nvSpPr>
        <p:spPr>
          <a:xfrm flipH="1">
            <a:off x="4337050" y="3436876"/>
            <a:ext cx="5359400" cy="2176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2E5BF4-D0B6-1E0E-7365-A0CE634D7A7B}"/>
              </a:ext>
            </a:extLst>
          </p:cNvPr>
          <p:cNvCxnSpPr>
            <a:cxnSpLocks/>
          </p:cNvCxnSpPr>
          <p:nvPr/>
        </p:nvCxnSpPr>
        <p:spPr>
          <a:xfrm flipH="1" flipV="1">
            <a:off x="3851927" y="4207366"/>
            <a:ext cx="485123" cy="204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35623286-84DB-66F9-A35B-248F17874888}"/>
              </a:ext>
            </a:extLst>
          </p:cNvPr>
          <p:cNvSpPr/>
          <p:nvPr/>
        </p:nvSpPr>
        <p:spPr>
          <a:xfrm>
            <a:off x="2943878" y="410571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A28157-492B-E161-71DD-D000E125071D}"/>
              </a:ext>
            </a:extLst>
          </p:cNvPr>
          <p:cNvSpPr/>
          <p:nvPr/>
        </p:nvSpPr>
        <p:spPr>
          <a:xfrm flipH="1">
            <a:off x="4412325" y="3492431"/>
            <a:ext cx="1588423" cy="4432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19124C-9E89-1410-5189-98BBA230316B}"/>
              </a:ext>
            </a:extLst>
          </p:cNvPr>
          <p:cNvSpPr/>
          <p:nvPr/>
        </p:nvSpPr>
        <p:spPr>
          <a:xfrm>
            <a:off x="2937339" y="3732358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F5C96B-00AD-E1DA-A349-9F85799ACE7F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3851927" y="3051853"/>
            <a:ext cx="567547" cy="44057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65D396-F3C1-0943-EDD4-47DCB8A956BD}"/>
              </a:ext>
            </a:extLst>
          </p:cNvPr>
          <p:cNvSpPr/>
          <p:nvPr/>
        </p:nvSpPr>
        <p:spPr>
          <a:xfrm>
            <a:off x="2495550" y="2941461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50D9B09-28F3-1C65-F909-84260F9BB293}"/>
              </a:ext>
            </a:extLst>
          </p:cNvPr>
          <p:cNvSpPr/>
          <p:nvPr/>
        </p:nvSpPr>
        <p:spPr>
          <a:xfrm>
            <a:off x="2933512" y="3308363"/>
            <a:ext cx="91841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CreateBy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D463289-0840-EF6D-E6A0-DC86EF23E82B}"/>
              </a:ext>
            </a:extLst>
          </p:cNvPr>
          <p:cNvSpPr/>
          <p:nvPr/>
        </p:nvSpPr>
        <p:spPr>
          <a:xfrm flipH="1">
            <a:off x="4412325" y="4045767"/>
            <a:ext cx="352926" cy="3661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7FD06A-AF40-0821-B5F7-D2E5D9985C5E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851927" y="3418755"/>
            <a:ext cx="567547" cy="65214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B1FF39C-DA81-FB73-D1E3-9FF818D59A18}"/>
              </a:ext>
            </a:extLst>
          </p:cNvPr>
          <p:cNvSpPr/>
          <p:nvPr/>
        </p:nvSpPr>
        <p:spPr>
          <a:xfrm>
            <a:off x="2933512" y="4470197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C9079D2-B386-AB08-48BC-CF61D2B7AE53}"/>
              </a:ext>
            </a:extLst>
          </p:cNvPr>
          <p:cNvCxnSpPr>
            <a:cxnSpLocks/>
            <a:stCxn id="56" idx="2"/>
            <a:endCxn id="61" idx="3"/>
          </p:cNvCxnSpPr>
          <p:nvPr/>
        </p:nvCxnSpPr>
        <p:spPr>
          <a:xfrm flipH="1">
            <a:off x="3848100" y="4411874"/>
            <a:ext cx="740688" cy="16871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B30EB-8C69-0032-6ED4-5A3E01B6C0BC}"/>
              </a:ext>
            </a:extLst>
          </p:cNvPr>
          <p:cNvSpPr/>
          <p:nvPr/>
        </p:nvSpPr>
        <p:spPr>
          <a:xfrm flipH="1">
            <a:off x="4412325" y="4478973"/>
            <a:ext cx="953838" cy="1114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FD06DA-A29B-6444-6913-881657846BE6}"/>
              </a:ext>
            </a:extLst>
          </p:cNvPr>
          <p:cNvSpPr/>
          <p:nvPr/>
        </p:nvSpPr>
        <p:spPr>
          <a:xfrm>
            <a:off x="2933512" y="4812868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E38B350-F7EC-C6D8-A6FB-B7800404B51C}"/>
              </a:ext>
            </a:extLst>
          </p:cNvPr>
          <p:cNvCxnSpPr>
            <a:cxnSpLocks/>
            <a:stCxn id="67" idx="3"/>
            <a:endCxn id="68" idx="3"/>
          </p:cNvCxnSpPr>
          <p:nvPr/>
        </p:nvCxnSpPr>
        <p:spPr>
          <a:xfrm flipH="1">
            <a:off x="3848100" y="4534702"/>
            <a:ext cx="564225" cy="3885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2BF5FDF-96DE-F29B-CE24-F084772C77E0}"/>
              </a:ext>
            </a:extLst>
          </p:cNvPr>
          <p:cNvSpPr/>
          <p:nvPr/>
        </p:nvSpPr>
        <p:spPr>
          <a:xfrm>
            <a:off x="2876550" y="5132344"/>
            <a:ext cx="96883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47866D-86CD-4D81-9897-497F10629FF1}"/>
              </a:ext>
            </a:extLst>
          </p:cNvPr>
          <p:cNvCxnSpPr>
            <a:cxnSpLocks/>
            <a:stCxn id="78" idx="3"/>
            <a:endCxn id="73" idx="3"/>
          </p:cNvCxnSpPr>
          <p:nvPr/>
        </p:nvCxnSpPr>
        <p:spPr>
          <a:xfrm flipH="1">
            <a:off x="3845388" y="4679826"/>
            <a:ext cx="576849" cy="56291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F5828F7E-153B-CCE4-A5ED-CDAB94AE6324}"/>
              </a:ext>
            </a:extLst>
          </p:cNvPr>
          <p:cNvSpPr/>
          <p:nvPr/>
        </p:nvSpPr>
        <p:spPr>
          <a:xfrm flipH="1">
            <a:off x="4422237" y="4635252"/>
            <a:ext cx="514094" cy="891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AD9E576-5CFF-7912-07C4-ABF003D30527}"/>
              </a:ext>
            </a:extLst>
          </p:cNvPr>
          <p:cNvSpPr/>
          <p:nvPr/>
        </p:nvSpPr>
        <p:spPr>
          <a:xfrm flipH="1">
            <a:off x="4412325" y="4758079"/>
            <a:ext cx="1478888" cy="2296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6CAED60-964F-13D8-1C5F-E13C80805A13}"/>
              </a:ext>
            </a:extLst>
          </p:cNvPr>
          <p:cNvCxnSpPr>
            <a:cxnSpLocks/>
            <a:stCxn id="79" idx="3"/>
          </p:cNvCxnSpPr>
          <p:nvPr/>
        </p:nvCxnSpPr>
        <p:spPr>
          <a:xfrm flipH="1">
            <a:off x="3851927" y="4872922"/>
            <a:ext cx="560398" cy="63252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E328231-62E7-62DA-DFDD-8686C1634031}"/>
              </a:ext>
            </a:extLst>
          </p:cNvPr>
          <p:cNvSpPr/>
          <p:nvPr/>
        </p:nvSpPr>
        <p:spPr>
          <a:xfrm>
            <a:off x="2262188" y="5437384"/>
            <a:ext cx="158973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2F7A1-668D-533D-B81D-1BEB6B74D9F1}"/>
              </a:ext>
            </a:extLst>
          </p:cNvPr>
          <p:cNvSpPr/>
          <p:nvPr/>
        </p:nvSpPr>
        <p:spPr>
          <a:xfrm flipH="1">
            <a:off x="4426012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6BFA1A-5B1A-0ED3-2364-00BF7EB842D0}"/>
              </a:ext>
            </a:extLst>
          </p:cNvPr>
          <p:cNvCxnSpPr>
            <a:cxnSpLocks/>
            <a:stCxn id="2" idx="3"/>
            <a:endCxn id="11" idx="3"/>
          </p:cNvCxnSpPr>
          <p:nvPr/>
        </p:nvCxnSpPr>
        <p:spPr>
          <a:xfrm flipH="1">
            <a:off x="3855565" y="5094533"/>
            <a:ext cx="570447" cy="76654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445205-F849-89F7-5E33-306EA08E1DB1}"/>
              </a:ext>
            </a:extLst>
          </p:cNvPr>
          <p:cNvSpPr/>
          <p:nvPr/>
        </p:nvSpPr>
        <p:spPr>
          <a:xfrm>
            <a:off x="2127440" y="5759433"/>
            <a:ext cx="1728125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0F7A51-497E-7D36-FA53-D19E4C373A4D}"/>
              </a:ext>
            </a:extLst>
          </p:cNvPr>
          <p:cNvSpPr/>
          <p:nvPr/>
        </p:nvSpPr>
        <p:spPr>
          <a:xfrm flipH="1">
            <a:off x="4793325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AF4322-DF51-8399-8F3E-CD9DD213EDF0}"/>
              </a:ext>
            </a:extLst>
          </p:cNvPr>
          <p:cNvCxnSpPr>
            <a:cxnSpLocks/>
            <a:stCxn id="15" idx="2"/>
            <a:endCxn id="20" idx="3"/>
          </p:cNvCxnSpPr>
          <p:nvPr/>
        </p:nvCxnSpPr>
        <p:spPr>
          <a:xfrm flipH="1">
            <a:off x="3874427" y="5155413"/>
            <a:ext cx="1084523" cy="9991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6C482F5-C490-AEB5-B927-0C7C70B1F618}"/>
              </a:ext>
            </a:extLst>
          </p:cNvPr>
          <p:cNvSpPr/>
          <p:nvPr/>
        </p:nvSpPr>
        <p:spPr>
          <a:xfrm>
            <a:off x="2146301" y="6052938"/>
            <a:ext cx="172812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UserTemplateViewed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D40AC54-2DB4-F3DA-D186-1DF27A67DA33}"/>
              </a:ext>
            </a:extLst>
          </p:cNvPr>
          <p:cNvSpPr/>
          <p:nvPr/>
        </p:nvSpPr>
        <p:spPr>
          <a:xfrm>
            <a:off x="1911940" y="333522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790645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B53A4B10-051D-B991-90F5-2C5B3D3EC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8951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DC55CE6-2475-34B3-9C3A-7F15A908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6D860-8BAD-DE63-00BE-563F2AF6CD5E}"/>
              </a:ext>
            </a:extLst>
          </p:cNvPr>
          <p:cNvSpPr/>
          <p:nvPr/>
        </p:nvSpPr>
        <p:spPr>
          <a:xfrm flipH="1">
            <a:off x="4291013" y="1981199"/>
            <a:ext cx="5405437" cy="49878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A3DD3-11A1-BACC-12BB-C2567184364A}"/>
              </a:ext>
            </a:extLst>
          </p:cNvPr>
          <p:cNvSpPr/>
          <p:nvPr/>
        </p:nvSpPr>
        <p:spPr>
          <a:xfrm flipH="1">
            <a:off x="4337049" y="2105275"/>
            <a:ext cx="428201" cy="433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F9FB70-A6BD-2B56-7476-FA7A39C2CDE7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556125" y="1656607"/>
            <a:ext cx="214112" cy="4486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5A4394-A425-BE95-2EC4-7F0A94F2A990}"/>
              </a:ext>
            </a:extLst>
          </p:cNvPr>
          <p:cNvSpPr/>
          <p:nvPr/>
        </p:nvSpPr>
        <p:spPr>
          <a:xfrm>
            <a:off x="4295375" y="1435823"/>
            <a:ext cx="949724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FD9F00-5E52-08F5-EE95-734561B0EA6B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5306344" y="1657330"/>
            <a:ext cx="675355" cy="4486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AC5DD6-CD72-9795-AED7-9A7F9C2B655D}"/>
              </a:ext>
            </a:extLst>
          </p:cNvPr>
          <p:cNvSpPr/>
          <p:nvPr/>
        </p:nvSpPr>
        <p:spPr>
          <a:xfrm>
            <a:off x="5397498" y="143654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TemplateTitle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D15F98-469D-7AF4-2199-C3EA522ED00E}"/>
              </a:ext>
            </a:extLst>
          </p:cNvPr>
          <p:cNvSpPr/>
          <p:nvPr/>
        </p:nvSpPr>
        <p:spPr>
          <a:xfrm flipH="1">
            <a:off x="4843715" y="2105999"/>
            <a:ext cx="925259" cy="1863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0CBD2A-D409-9508-C3CE-DB344D1F498E}"/>
              </a:ext>
            </a:extLst>
          </p:cNvPr>
          <p:cNvSpPr/>
          <p:nvPr/>
        </p:nvSpPr>
        <p:spPr>
          <a:xfrm flipH="1">
            <a:off x="5291998" y="2322265"/>
            <a:ext cx="562701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C4F726-A1AD-060B-2FF6-2C98C672DAE5}"/>
              </a:ext>
            </a:extLst>
          </p:cNvPr>
          <p:cNvSpPr/>
          <p:nvPr/>
        </p:nvSpPr>
        <p:spPr>
          <a:xfrm flipH="1">
            <a:off x="5887309" y="2322265"/>
            <a:ext cx="1351690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473F239-5872-4523-C065-6BEAC260F601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791199" y="1966170"/>
            <a:ext cx="774700" cy="3560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BA6F520-06DD-D1F8-065F-21A0344636D8}"/>
              </a:ext>
            </a:extLst>
          </p:cNvPr>
          <p:cNvSpPr/>
          <p:nvPr/>
        </p:nvSpPr>
        <p:spPr>
          <a:xfrm>
            <a:off x="5981698" y="174538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12B754F-4995-25CB-9459-94019CF86731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6295722" y="2140573"/>
            <a:ext cx="430513" cy="1816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E6F2BC4-206B-6F0F-FACA-5FE50D7900EF}"/>
              </a:ext>
            </a:extLst>
          </p:cNvPr>
          <p:cNvSpPr/>
          <p:nvPr/>
        </p:nvSpPr>
        <p:spPr>
          <a:xfrm>
            <a:off x="6726235" y="2030181"/>
            <a:ext cx="56197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EE483D1-42C4-6343-F61F-C08C1DD77489}"/>
              </a:ext>
            </a:extLst>
          </p:cNvPr>
          <p:cNvSpPr/>
          <p:nvPr/>
        </p:nvSpPr>
        <p:spPr>
          <a:xfrm flipH="1">
            <a:off x="4975091" y="2472373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F23C8E3-632A-F30B-9317-6181E8EC8986}"/>
              </a:ext>
            </a:extLst>
          </p:cNvPr>
          <p:cNvCxnSpPr>
            <a:cxnSpLocks/>
            <a:stCxn id="37" idx="3"/>
            <a:endCxn id="39" idx="3"/>
          </p:cNvCxnSpPr>
          <p:nvPr/>
        </p:nvCxnSpPr>
        <p:spPr>
          <a:xfrm flipH="1">
            <a:off x="4094488" y="2533253"/>
            <a:ext cx="880603" cy="178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0DA5AF8-A68D-148D-68E9-950167DA143E}"/>
              </a:ext>
            </a:extLst>
          </p:cNvPr>
          <p:cNvSpPr/>
          <p:nvPr/>
        </p:nvSpPr>
        <p:spPr>
          <a:xfrm>
            <a:off x="2408182" y="260961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C2BE6C1-F5B3-A041-A81C-75BE0F6F2858}"/>
              </a:ext>
            </a:extLst>
          </p:cNvPr>
          <p:cNvSpPr/>
          <p:nvPr/>
        </p:nvSpPr>
        <p:spPr>
          <a:xfrm>
            <a:off x="6222945" y="248405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C91FE9-60F2-B3B0-C342-AEABA8B49AF2}"/>
              </a:ext>
            </a:extLst>
          </p:cNvPr>
          <p:cNvSpPr/>
          <p:nvPr/>
        </p:nvSpPr>
        <p:spPr>
          <a:xfrm flipH="1">
            <a:off x="5551752" y="2487852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1D49D0D-9333-3B34-2B8D-E93641716112}"/>
              </a:ext>
            </a:extLst>
          </p:cNvPr>
          <p:cNvCxnSpPr>
            <a:cxnSpLocks/>
            <a:stCxn id="45" idx="1"/>
            <a:endCxn id="43" idx="1"/>
          </p:cNvCxnSpPr>
          <p:nvPr/>
        </p:nvCxnSpPr>
        <p:spPr>
          <a:xfrm>
            <a:off x="5777309" y="2548732"/>
            <a:ext cx="445636" cy="369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7D9FE2C-67C5-9FBD-7C01-E6AEDB433B89}"/>
              </a:ext>
            </a:extLst>
          </p:cNvPr>
          <p:cNvSpPr/>
          <p:nvPr/>
        </p:nvSpPr>
        <p:spPr>
          <a:xfrm flipH="1">
            <a:off x="4337049" y="2941951"/>
            <a:ext cx="4403728" cy="38790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59B1B89-AC28-2D4D-3899-9796F6022B42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094063" y="3245916"/>
            <a:ext cx="242987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99D1A15-659C-F295-2F3A-40F11A5810FC}"/>
              </a:ext>
            </a:extLst>
          </p:cNvPr>
          <p:cNvSpPr/>
          <p:nvPr/>
        </p:nvSpPr>
        <p:spPr>
          <a:xfrm>
            <a:off x="2495550" y="3135524"/>
            <a:ext cx="159851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FFF7396-FABC-4EC3-FCED-12802AEDD2C2}"/>
              </a:ext>
            </a:extLst>
          </p:cNvPr>
          <p:cNvSpPr/>
          <p:nvPr/>
        </p:nvSpPr>
        <p:spPr>
          <a:xfrm>
            <a:off x="3214089" y="147229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6209CF-6705-4041-6C3A-9A4BBD499603}"/>
              </a:ext>
            </a:extLst>
          </p:cNvPr>
          <p:cNvSpPr/>
          <p:nvPr/>
        </p:nvSpPr>
        <p:spPr>
          <a:xfrm flipH="1">
            <a:off x="8912403" y="2993778"/>
            <a:ext cx="574497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D37B639-4AA0-9D26-88F9-E6D9EC4EE14C}"/>
              </a:ext>
            </a:extLst>
          </p:cNvPr>
          <p:cNvSpPr/>
          <p:nvPr/>
        </p:nvSpPr>
        <p:spPr>
          <a:xfrm>
            <a:off x="10086973" y="2916429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AF888C-4DA7-CDE5-1C02-4BF418B53020}"/>
              </a:ext>
            </a:extLst>
          </p:cNvPr>
          <p:cNvCxnSpPr>
            <a:cxnSpLocks/>
            <a:stCxn id="58" idx="1"/>
            <a:endCxn id="59" idx="1"/>
          </p:cNvCxnSpPr>
          <p:nvPr/>
        </p:nvCxnSpPr>
        <p:spPr>
          <a:xfrm flipV="1">
            <a:off x="9486900" y="3026821"/>
            <a:ext cx="600073" cy="1440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B577FF2-645D-AA3E-FCEF-B0D2F6372E81}"/>
              </a:ext>
            </a:extLst>
          </p:cNvPr>
          <p:cNvSpPr/>
          <p:nvPr/>
        </p:nvSpPr>
        <p:spPr>
          <a:xfrm flipH="1">
            <a:off x="8929362" y="3429000"/>
            <a:ext cx="724225" cy="1713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BA480AA-9054-EA03-B763-37CEAAC8EF17}"/>
              </a:ext>
            </a:extLst>
          </p:cNvPr>
          <p:cNvSpPr/>
          <p:nvPr/>
        </p:nvSpPr>
        <p:spPr>
          <a:xfrm>
            <a:off x="10086973" y="3425395"/>
            <a:ext cx="1038227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6C465C6-99D1-F53C-12AA-7B74336A6C4C}"/>
              </a:ext>
            </a:extLst>
          </p:cNvPr>
          <p:cNvCxnSpPr>
            <a:cxnSpLocks/>
            <a:stCxn id="66" idx="1"/>
            <a:endCxn id="67" idx="1"/>
          </p:cNvCxnSpPr>
          <p:nvPr/>
        </p:nvCxnSpPr>
        <p:spPr>
          <a:xfrm>
            <a:off x="9653587" y="3514669"/>
            <a:ext cx="433386" cy="12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8920BB9-7612-9498-C0CC-25E829B69250}"/>
              </a:ext>
            </a:extLst>
          </p:cNvPr>
          <p:cNvSpPr/>
          <p:nvPr/>
        </p:nvSpPr>
        <p:spPr>
          <a:xfrm flipH="1">
            <a:off x="9724859" y="3680992"/>
            <a:ext cx="785978" cy="15896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53284A05-604A-4E95-E793-F1D5236B67C9}"/>
              </a:ext>
            </a:extLst>
          </p:cNvPr>
          <p:cNvSpPr/>
          <p:nvPr/>
        </p:nvSpPr>
        <p:spPr>
          <a:xfrm>
            <a:off x="10086973" y="4144791"/>
            <a:ext cx="116840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05BDB73-A5D5-B84F-49D0-19B8677BD387}"/>
              </a:ext>
            </a:extLst>
          </p:cNvPr>
          <p:cNvCxnSpPr>
            <a:cxnSpLocks/>
            <a:stCxn id="71" idx="1"/>
            <a:endCxn id="72" idx="0"/>
          </p:cNvCxnSpPr>
          <p:nvPr/>
        </p:nvCxnSpPr>
        <p:spPr>
          <a:xfrm>
            <a:off x="10510837" y="3760475"/>
            <a:ext cx="160337" cy="3843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E74BD53-8B3B-0915-261A-E557FD4985FC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4122138" y="1586423"/>
            <a:ext cx="178429" cy="3947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5B838C41-B80E-8406-6672-804D20BE5D7A}"/>
              </a:ext>
            </a:extLst>
          </p:cNvPr>
          <p:cNvSpPr/>
          <p:nvPr/>
        </p:nvSpPr>
        <p:spPr>
          <a:xfrm>
            <a:off x="3214088" y="1855778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6924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A2C7C8-1479-02B0-F1C7-53C39AB71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098174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58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91E2E48-EFE7-10DA-2B26-023A8E0B24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DF2052-53C9-6771-19EE-9164BE08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 and 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BC440-C69E-9828-EAD7-95569CCA6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9899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4A69B4-62A8-1895-FE38-B8F10F6F1E56}"/>
              </a:ext>
            </a:extLst>
          </p:cNvPr>
          <p:cNvSpPr/>
          <p:nvPr/>
        </p:nvSpPr>
        <p:spPr>
          <a:xfrm flipH="1">
            <a:off x="2132295" y="2254616"/>
            <a:ext cx="9340012" cy="212688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4C9D2D-AF38-3A28-6FFB-BB4270F9E006}"/>
              </a:ext>
            </a:extLst>
          </p:cNvPr>
          <p:cNvSpPr/>
          <p:nvPr/>
        </p:nvSpPr>
        <p:spPr>
          <a:xfrm>
            <a:off x="1135032" y="1799549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026C0A-A222-827D-1BF2-E13FAD701ABF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043081" y="1913682"/>
            <a:ext cx="89214" cy="34093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B433ABD-DFBF-E918-1E7B-77B9113AC755}"/>
              </a:ext>
            </a:extLst>
          </p:cNvPr>
          <p:cNvSpPr/>
          <p:nvPr/>
        </p:nvSpPr>
        <p:spPr>
          <a:xfrm flipH="1">
            <a:off x="2221510" y="4039952"/>
            <a:ext cx="642340" cy="2399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891017-3F5F-EC21-5BE4-962A671FC615}"/>
              </a:ext>
            </a:extLst>
          </p:cNvPr>
          <p:cNvSpPr/>
          <p:nvPr/>
        </p:nvSpPr>
        <p:spPr>
          <a:xfrm>
            <a:off x="1135032" y="443541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Collection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17540C-EA17-91D7-AFFC-72E7A392A4E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43081" y="4154766"/>
            <a:ext cx="178429" cy="39477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679A3DD-393B-2F77-7D4D-B31362B9425B}"/>
              </a:ext>
            </a:extLst>
          </p:cNvPr>
          <p:cNvCxnSpPr>
            <a:cxnSpLocks/>
          </p:cNvCxnSpPr>
          <p:nvPr/>
        </p:nvCxnSpPr>
        <p:spPr>
          <a:xfrm flipH="1">
            <a:off x="2043081" y="4224338"/>
            <a:ext cx="326978" cy="7162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377018F-B5CA-FAAC-E152-2FC009C2CE0B}"/>
              </a:ext>
            </a:extLst>
          </p:cNvPr>
          <p:cNvSpPr/>
          <p:nvPr/>
        </p:nvSpPr>
        <p:spPr>
          <a:xfrm>
            <a:off x="695326" y="4830187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CollectionName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3755194-5FFF-107F-E173-0CF0D2AA8746}"/>
              </a:ext>
            </a:extLst>
          </p:cNvPr>
          <p:cNvSpPr/>
          <p:nvPr/>
        </p:nvSpPr>
        <p:spPr>
          <a:xfrm flipH="1">
            <a:off x="2280845" y="4104189"/>
            <a:ext cx="178428" cy="1201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6CBFB29-A763-83EE-16A6-34FD20B6BD80}"/>
              </a:ext>
            </a:extLst>
          </p:cNvPr>
          <p:cNvSpPr/>
          <p:nvPr/>
        </p:nvSpPr>
        <p:spPr>
          <a:xfrm>
            <a:off x="689814" y="1490313"/>
            <a:ext cx="1353267" cy="2207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BoardCollection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7CB3CE-DAA0-1A83-9C2D-BDCAD54365AA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700713" y="2134466"/>
            <a:ext cx="40466" cy="21099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920411-86CB-5006-7586-A3403A0D58B3}"/>
              </a:ext>
            </a:extLst>
          </p:cNvPr>
          <p:cNvSpPr/>
          <p:nvPr/>
        </p:nvSpPr>
        <p:spPr>
          <a:xfrm>
            <a:off x="5067301" y="1913682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B8299D-9A42-6746-420E-BF7031C610B2}"/>
              </a:ext>
            </a:extLst>
          </p:cNvPr>
          <p:cNvSpPr/>
          <p:nvPr/>
        </p:nvSpPr>
        <p:spPr>
          <a:xfrm flipH="1">
            <a:off x="4581132" y="2345462"/>
            <a:ext cx="2253055" cy="4453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A7A655-6964-514D-085A-A53A766A2EF8}"/>
              </a:ext>
            </a:extLst>
          </p:cNvPr>
          <p:cNvSpPr/>
          <p:nvPr/>
        </p:nvSpPr>
        <p:spPr>
          <a:xfrm flipH="1">
            <a:off x="4581132" y="2851888"/>
            <a:ext cx="541462" cy="10442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A947E1A-9F6B-6FF3-D7B7-650E8D4CE5CD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4140978" y="2654783"/>
            <a:ext cx="440154" cy="2561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378597-F82B-E7DA-469C-5CCF42E70417}"/>
              </a:ext>
            </a:extLst>
          </p:cNvPr>
          <p:cNvSpPr/>
          <p:nvPr/>
        </p:nvSpPr>
        <p:spPr>
          <a:xfrm>
            <a:off x="3086099" y="2544391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FBB137-E0F0-A99C-4DE2-5BE37EC19E6D}"/>
              </a:ext>
            </a:extLst>
          </p:cNvPr>
          <p:cNvCxnSpPr>
            <a:cxnSpLocks/>
            <a:stCxn id="33" idx="3"/>
            <a:endCxn id="36" idx="0"/>
          </p:cNvCxnSpPr>
          <p:nvPr/>
        </p:nvCxnSpPr>
        <p:spPr>
          <a:xfrm flipH="1">
            <a:off x="10470175" y="2683872"/>
            <a:ext cx="527439" cy="5798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40AC20A-9320-A3B2-39DB-81E9FBB2E094}"/>
              </a:ext>
            </a:extLst>
          </p:cNvPr>
          <p:cNvSpPr/>
          <p:nvPr/>
        </p:nvSpPr>
        <p:spPr>
          <a:xfrm flipH="1">
            <a:off x="10997614" y="2602568"/>
            <a:ext cx="437149" cy="1626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3B8BEC-BF1B-F5AD-B0AE-DFC7C923E150}"/>
              </a:ext>
            </a:extLst>
          </p:cNvPr>
          <p:cNvSpPr/>
          <p:nvPr/>
        </p:nvSpPr>
        <p:spPr>
          <a:xfrm>
            <a:off x="9942735" y="3263679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95DE8A0-2DFB-BCA9-C62D-A6C5604733D8}"/>
              </a:ext>
            </a:extLst>
          </p:cNvPr>
          <p:cNvSpPr/>
          <p:nvPr/>
        </p:nvSpPr>
        <p:spPr>
          <a:xfrm flipH="1">
            <a:off x="202210" y="2997855"/>
            <a:ext cx="1492936" cy="2658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E054DD-A100-42EB-E072-8141462A5F30}"/>
              </a:ext>
            </a:extLst>
          </p:cNvPr>
          <p:cNvCxnSpPr>
            <a:cxnSpLocks/>
            <a:endCxn id="44" idx="3"/>
          </p:cNvCxnSpPr>
          <p:nvPr/>
        </p:nvCxnSpPr>
        <p:spPr>
          <a:xfrm flipH="1" flipV="1">
            <a:off x="1194386" y="2192798"/>
            <a:ext cx="489913" cy="80505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F75D7B1-6E69-D89E-03C4-711F143292E4}"/>
              </a:ext>
            </a:extLst>
          </p:cNvPr>
          <p:cNvSpPr/>
          <p:nvPr/>
        </p:nvSpPr>
        <p:spPr>
          <a:xfrm>
            <a:off x="104947" y="2078665"/>
            <a:ext cx="108943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716A6A4-9DD3-DE66-7506-5A479B7EE18F}"/>
              </a:ext>
            </a:extLst>
          </p:cNvPr>
          <p:cNvSpPr/>
          <p:nvPr/>
        </p:nvSpPr>
        <p:spPr>
          <a:xfrm flipH="1">
            <a:off x="448962" y="3077160"/>
            <a:ext cx="745424" cy="1223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59EBD79-64EB-A893-1A7E-74CC9EE11A59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>
            <a:off x="821674" y="3199545"/>
            <a:ext cx="79334" cy="48759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417149D-012E-D1DF-2E0F-AC2AC3CDB0BD}"/>
              </a:ext>
            </a:extLst>
          </p:cNvPr>
          <p:cNvSpPr/>
          <p:nvPr/>
        </p:nvSpPr>
        <p:spPr>
          <a:xfrm>
            <a:off x="117717" y="3687139"/>
            <a:ext cx="1566582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69CE0DE-D3B7-572B-5FFA-43DED91185E0}"/>
              </a:ext>
            </a:extLst>
          </p:cNvPr>
          <p:cNvSpPr/>
          <p:nvPr/>
        </p:nvSpPr>
        <p:spPr>
          <a:xfrm>
            <a:off x="117717" y="2615378"/>
            <a:ext cx="84316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B44627-FB3C-69B6-BDA0-9B0FD94D56BB}"/>
              </a:ext>
            </a:extLst>
          </p:cNvPr>
          <p:cNvSpPr/>
          <p:nvPr/>
        </p:nvSpPr>
        <p:spPr>
          <a:xfrm flipH="1">
            <a:off x="256708" y="3063750"/>
            <a:ext cx="133817" cy="13579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9A7C65-160F-883A-C792-7BC8637C2933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63399" y="2836162"/>
            <a:ext cx="175900" cy="2409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592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Collection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EB210C-8F19-D410-9DDF-8AA794F2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50"/>
            <a:ext cx="11411817" cy="440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148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803A093C-B014-447C-0F72-FDA662AF0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952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736A9A-6082-36E0-581F-C18109B24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CF164-41D0-F967-93F7-570BADF23EDE}"/>
              </a:ext>
            </a:extLst>
          </p:cNvPr>
          <p:cNvSpPr/>
          <p:nvPr/>
        </p:nvSpPr>
        <p:spPr>
          <a:xfrm flipH="1">
            <a:off x="1888054" y="1831103"/>
            <a:ext cx="5356160" cy="29911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AE2FBB0-9FFC-9B1C-2BB7-45CF5CBA709C}"/>
              </a:ext>
            </a:extLst>
          </p:cNvPr>
          <p:cNvSpPr/>
          <p:nvPr/>
        </p:nvSpPr>
        <p:spPr>
          <a:xfrm>
            <a:off x="2132295" y="5527566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4B49F8C-2615-8C74-B64E-F93D82097B0E}"/>
              </a:ext>
            </a:extLst>
          </p:cNvPr>
          <p:cNvCxnSpPr>
            <a:cxnSpLocks/>
            <a:stCxn id="8" idx="2"/>
            <a:endCxn id="9" idx="3"/>
          </p:cNvCxnSpPr>
          <p:nvPr/>
        </p:nvCxnSpPr>
        <p:spPr>
          <a:xfrm flipH="1">
            <a:off x="3040344" y="4822256"/>
            <a:ext cx="1525790" cy="81944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8DAB2C1-D006-4F3E-2D19-9E6023EA472F}"/>
              </a:ext>
            </a:extLst>
          </p:cNvPr>
          <p:cNvSpPr/>
          <p:nvPr/>
        </p:nvSpPr>
        <p:spPr>
          <a:xfrm flipH="1">
            <a:off x="5532120" y="2141220"/>
            <a:ext cx="1645920" cy="21183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C12333-38F0-974F-66B0-3D82C317441E}"/>
              </a:ext>
            </a:extLst>
          </p:cNvPr>
          <p:cNvCxnSpPr>
            <a:cxnSpLocks/>
            <a:stCxn id="18" idx="1"/>
            <a:endCxn id="23" idx="2"/>
          </p:cNvCxnSpPr>
          <p:nvPr/>
        </p:nvCxnSpPr>
        <p:spPr>
          <a:xfrm flipV="1">
            <a:off x="7178040" y="2691850"/>
            <a:ext cx="668655" cy="50855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091D047-185D-9C7F-1D67-90823F1C8002}"/>
              </a:ext>
            </a:extLst>
          </p:cNvPr>
          <p:cNvSpPr/>
          <p:nvPr/>
        </p:nvSpPr>
        <p:spPr>
          <a:xfrm>
            <a:off x="7392670" y="24635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0E8BBA-3B60-7A54-F454-5F72BF6770CC}"/>
              </a:ext>
            </a:extLst>
          </p:cNvPr>
          <p:cNvSpPr/>
          <p:nvPr/>
        </p:nvSpPr>
        <p:spPr>
          <a:xfrm flipH="1">
            <a:off x="737134" y="2141220"/>
            <a:ext cx="647165" cy="10909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A8334DA-6FF0-39AA-297C-F258B3B2A775}"/>
              </a:ext>
            </a:extLst>
          </p:cNvPr>
          <p:cNvCxnSpPr>
            <a:cxnSpLocks/>
            <a:stCxn id="26" idx="0"/>
            <a:endCxn id="28" idx="2"/>
          </p:cNvCxnSpPr>
          <p:nvPr/>
        </p:nvCxnSpPr>
        <p:spPr>
          <a:xfrm flipV="1">
            <a:off x="1060716" y="1627214"/>
            <a:ext cx="716633" cy="514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0E6F3E-C9A2-D8F1-86B9-64D158512B93}"/>
              </a:ext>
            </a:extLst>
          </p:cNvPr>
          <p:cNvSpPr/>
          <p:nvPr/>
        </p:nvSpPr>
        <p:spPr>
          <a:xfrm>
            <a:off x="1243297" y="1398949"/>
            <a:ext cx="1068103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CardSticker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6481F0-1CEC-E121-A418-5E0CAAD73172}"/>
              </a:ext>
            </a:extLst>
          </p:cNvPr>
          <p:cNvSpPr/>
          <p:nvPr/>
        </p:nvSpPr>
        <p:spPr>
          <a:xfrm flipH="1">
            <a:off x="9990146" y="1831103"/>
            <a:ext cx="1878004" cy="14010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E27A203-F5B1-1FD9-70D6-2EEE664C5CB5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9718106" y="2039501"/>
            <a:ext cx="272040" cy="335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413854B-84D0-09B3-1AF5-433CA3F477ED}"/>
              </a:ext>
            </a:extLst>
          </p:cNvPr>
          <p:cNvSpPr/>
          <p:nvPr/>
        </p:nvSpPr>
        <p:spPr>
          <a:xfrm>
            <a:off x="8810057" y="22603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BACF336-FF51-B96D-C36C-528A5F5A7C9C}"/>
              </a:ext>
            </a:extLst>
          </p:cNvPr>
          <p:cNvSpPr/>
          <p:nvPr/>
        </p:nvSpPr>
        <p:spPr>
          <a:xfrm flipH="1">
            <a:off x="9883099" y="3288819"/>
            <a:ext cx="816649" cy="2222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5D88940-0321-45C7-2078-DDC0D840C341}"/>
              </a:ext>
            </a:extLst>
          </p:cNvPr>
          <p:cNvCxnSpPr>
            <a:cxnSpLocks/>
            <a:stCxn id="45" idx="3"/>
            <a:endCxn id="47" idx="3"/>
          </p:cNvCxnSpPr>
          <p:nvPr/>
        </p:nvCxnSpPr>
        <p:spPr>
          <a:xfrm flipH="1">
            <a:off x="9718107" y="3399919"/>
            <a:ext cx="164992" cy="282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2A32E18-D997-9688-B14D-CF4A879C1F3A}"/>
              </a:ext>
            </a:extLst>
          </p:cNvPr>
          <p:cNvSpPr/>
          <p:nvPr/>
        </p:nvSpPr>
        <p:spPr>
          <a:xfrm>
            <a:off x="8420101" y="3314002"/>
            <a:ext cx="12980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StickerCategory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EE643B7-AE44-FBE2-63A1-FF958656A4F9}"/>
              </a:ext>
            </a:extLst>
          </p:cNvPr>
          <p:cNvCxnSpPr>
            <a:cxnSpLocks/>
            <a:stCxn id="54" idx="3"/>
            <a:endCxn id="55" idx="3"/>
          </p:cNvCxnSpPr>
          <p:nvPr/>
        </p:nvCxnSpPr>
        <p:spPr>
          <a:xfrm flipH="1" flipV="1">
            <a:off x="9714850" y="3760877"/>
            <a:ext cx="289736" cy="60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6DFF0F2-13FD-A83F-7575-0F0B592BA5A2}"/>
              </a:ext>
            </a:extLst>
          </p:cNvPr>
          <p:cNvSpPr/>
          <p:nvPr/>
        </p:nvSpPr>
        <p:spPr>
          <a:xfrm flipH="1">
            <a:off x="10004586" y="3569181"/>
            <a:ext cx="437149" cy="3955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36F2F67-E129-CE0F-EBBF-AC101B4D11DC}"/>
              </a:ext>
            </a:extLst>
          </p:cNvPr>
          <p:cNvSpPr/>
          <p:nvPr/>
        </p:nvSpPr>
        <p:spPr>
          <a:xfrm>
            <a:off x="8659971" y="3650485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StickerUrl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2B0E76D-DD09-77A5-AE6D-70F0BAC5B94C}"/>
              </a:ext>
            </a:extLst>
          </p:cNvPr>
          <p:cNvSpPr/>
          <p:nvPr/>
        </p:nvSpPr>
        <p:spPr>
          <a:xfrm flipH="1">
            <a:off x="9924871" y="3326059"/>
            <a:ext cx="657403" cy="1559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EE78EC-6A5F-68BF-F4D5-FFB33DB5A5CC}"/>
              </a:ext>
            </a:extLst>
          </p:cNvPr>
          <p:cNvCxnSpPr>
            <a:cxnSpLocks/>
            <a:stCxn id="66" idx="3"/>
            <a:endCxn id="71" idx="3"/>
          </p:cNvCxnSpPr>
          <p:nvPr/>
        </p:nvCxnSpPr>
        <p:spPr>
          <a:xfrm flipH="1" flipV="1">
            <a:off x="9714850" y="3122933"/>
            <a:ext cx="210021" cy="2811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094F788D-7F99-AA1A-397B-5A23797E0806}"/>
              </a:ext>
            </a:extLst>
          </p:cNvPr>
          <p:cNvSpPr/>
          <p:nvPr/>
        </p:nvSpPr>
        <p:spPr>
          <a:xfrm>
            <a:off x="8420102" y="3012541"/>
            <a:ext cx="129474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CategoryValue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026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Sticker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670C4A-327B-DAF4-17A3-5E96A3F8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308167" cy="38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D40050-8810-EF9E-DB60-795C4FF73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Notification</a:t>
            </a:r>
            <a:r>
              <a:rPr lang="en-US" dirty="0"/>
              <a:t> and Activity</a:t>
            </a:r>
            <a:r>
              <a:rPr lang="vi-VN" dirty="0"/>
              <a:t> Screen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78672A-C6AD-1EC3-ADF1-A80A23D0A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76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5BB843-B01B-35DA-C0A8-F22F172EBC83}"/>
              </a:ext>
            </a:extLst>
          </p:cNvPr>
          <p:cNvSpPr/>
          <p:nvPr/>
        </p:nvSpPr>
        <p:spPr>
          <a:xfrm flipH="1">
            <a:off x="9391650" y="1652585"/>
            <a:ext cx="2487930" cy="45500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2EA636A-45BD-FC5E-0084-9544EF80A95C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9086917" y="1268917"/>
            <a:ext cx="304733" cy="38366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EB0279-82E2-6F3F-B274-292BE0A4B620}"/>
              </a:ext>
            </a:extLst>
          </p:cNvPr>
          <p:cNvSpPr/>
          <p:nvPr/>
        </p:nvSpPr>
        <p:spPr>
          <a:xfrm>
            <a:off x="7941311" y="1154784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Notification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D2551B-3D54-CBEC-D756-3C6880AD7E2E}"/>
              </a:ext>
            </a:extLst>
          </p:cNvPr>
          <p:cNvSpPr/>
          <p:nvPr/>
        </p:nvSpPr>
        <p:spPr>
          <a:xfrm flipH="1">
            <a:off x="11491912" y="1519736"/>
            <a:ext cx="566734" cy="947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7953B9-84C6-DC72-A2C4-8EC4823056E9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>
          <a:xfrm flipH="1" flipV="1">
            <a:off x="11491912" y="1375568"/>
            <a:ext cx="283367" cy="1441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A4F0E3-EC29-B662-E784-1F045E6D3FFF}"/>
              </a:ext>
            </a:extLst>
          </p:cNvPr>
          <p:cNvSpPr/>
          <p:nvPr/>
        </p:nvSpPr>
        <p:spPr>
          <a:xfrm>
            <a:off x="11135049" y="1154784"/>
            <a:ext cx="71372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IsRead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E1E891-9455-527F-408A-1A96767D32BA}"/>
              </a:ext>
            </a:extLst>
          </p:cNvPr>
          <p:cNvSpPr/>
          <p:nvPr/>
        </p:nvSpPr>
        <p:spPr>
          <a:xfrm flipH="1">
            <a:off x="9515475" y="1733739"/>
            <a:ext cx="2247900" cy="9600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DA4399-992C-4CB3-3E44-AF83CF44630C}"/>
              </a:ext>
            </a:extLst>
          </p:cNvPr>
          <p:cNvCxnSpPr>
            <a:cxnSpLocks/>
            <a:stCxn id="20" idx="3"/>
            <a:endCxn id="23" idx="3"/>
          </p:cNvCxnSpPr>
          <p:nvPr/>
        </p:nvCxnSpPr>
        <p:spPr>
          <a:xfrm flipH="1">
            <a:off x="9086917" y="2213775"/>
            <a:ext cx="428558" cy="2570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1688BA9-7B0D-13EF-432C-04329D548F3B}"/>
              </a:ext>
            </a:extLst>
          </p:cNvPr>
          <p:cNvSpPr/>
          <p:nvPr/>
        </p:nvSpPr>
        <p:spPr>
          <a:xfrm>
            <a:off x="7941311" y="2356687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A58925F-3767-E859-0199-B09B129F7665}"/>
              </a:ext>
            </a:extLst>
          </p:cNvPr>
          <p:cNvSpPr/>
          <p:nvPr/>
        </p:nvSpPr>
        <p:spPr>
          <a:xfrm flipH="1">
            <a:off x="9728198" y="1822952"/>
            <a:ext cx="792163" cy="829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E322A66-0B5E-A8A4-5588-5161D63FF70A}"/>
              </a:ext>
            </a:extLst>
          </p:cNvPr>
          <p:cNvCxnSpPr>
            <a:cxnSpLocks/>
            <a:stCxn id="32" idx="0"/>
            <a:endCxn id="34" idx="2"/>
          </p:cNvCxnSpPr>
          <p:nvPr/>
        </p:nvCxnSpPr>
        <p:spPr>
          <a:xfrm flipV="1">
            <a:off x="10124279" y="1351880"/>
            <a:ext cx="89262" cy="4710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4E41DC-78BF-B7F7-D47C-2AB8A467FC6C}"/>
              </a:ext>
            </a:extLst>
          </p:cNvPr>
          <p:cNvSpPr/>
          <p:nvPr/>
        </p:nvSpPr>
        <p:spPr>
          <a:xfrm>
            <a:off x="9501904" y="1131096"/>
            <a:ext cx="142327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776E4B-30ED-9C17-9D09-238125F4D1E5}"/>
              </a:ext>
            </a:extLst>
          </p:cNvPr>
          <p:cNvSpPr/>
          <p:nvPr/>
        </p:nvSpPr>
        <p:spPr>
          <a:xfrm flipH="1">
            <a:off x="9573578" y="1773255"/>
            <a:ext cx="946783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66812C7-E854-5B30-8CF7-85DBD630C7EA}"/>
              </a:ext>
            </a:extLst>
          </p:cNvPr>
          <p:cNvCxnSpPr>
            <a:cxnSpLocks/>
            <a:stCxn id="44" idx="3"/>
            <a:endCxn id="48" idx="3"/>
          </p:cNvCxnSpPr>
          <p:nvPr/>
        </p:nvCxnSpPr>
        <p:spPr>
          <a:xfrm flipH="1" flipV="1">
            <a:off x="9076658" y="1696036"/>
            <a:ext cx="496920" cy="178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FB252A-C23C-A5DC-898C-CE948AED065B}"/>
              </a:ext>
            </a:extLst>
          </p:cNvPr>
          <p:cNvSpPr/>
          <p:nvPr/>
        </p:nvSpPr>
        <p:spPr>
          <a:xfrm>
            <a:off x="7931052" y="1581903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87F809-6F0D-2838-6D7D-D38B590E17E3}"/>
              </a:ext>
            </a:extLst>
          </p:cNvPr>
          <p:cNvSpPr/>
          <p:nvPr/>
        </p:nvSpPr>
        <p:spPr>
          <a:xfrm flipH="1">
            <a:off x="9564846" y="2024736"/>
            <a:ext cx="1046004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BEE81D-7C7A-514E-B04E-91C2A7219C24}"/>
              </a:ext>
            </a:extLst>
          </p:cNvPr>
          <p:cNvCxnSpPr>
            <a:cxnSpLocks/>
            <a:endCxn id="56" idx="3"/>
          </p:cNvCxnSpPr>
          <p:nvPr/>
        </p:nvCxnSpPr>
        <p:spPr>
          <a:xfrm flipH="1">
            <a:off x="9086917" y="2234492"/>
            <a:ext cx="570699" cy="5734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C374BB2-0FC3-66C6-C5C8-DBD1D54A4814}"/>
              </a:ext>
            </a:extLst>
          </p:cNvPr>
          <p:cNvSpPr/>
          <p:nvPr/>
        </p:nvSpPr>
        <p:spPr>
          <a:xfrm>
            <a:off x="7941311" y="269381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840373B-A3F7-FEBC-2815-DD22AB59D5D9}"/>
              </a:ext>
            </a:extLst>
          </p:cNvPr>
          <p:cNvCxnSpPr>
            <a:cxnSpLocks/>
            <a:stCxn id="60" idx="3"/>
            <a:endCxn id="59" idx="3"/>
          </p:cNvCxnSpPr>
          <p:nvPr/>
        </p:nvCxnSpPr>
        <p:spPr>
          <a:xfrm flipH="1">
            <a:off x="9076658" y="2422864"/>
            <a:ext cx="651539" cy="7520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DC75C61-EB26-1AC7-E032-C1B738CB3A0A}"/>
              </a:ext>
            </a:extLst>
          </p:cNvPr>
          <p:cNvSpPr/>
          <p:nvPr/>
        </p:nvSpPr>
        <p:spPr>
          <a:xfrm>
            <a:off x="7931052" y="3064559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89B9FF9-B735-4544-B39C-2A818FB2277E}"/>
              </a:ext>
            </a:extLst>
          </p:cNvPr>
          <p:cNvSpPr/>
          <p:nvPr/>
        </p:nvSpPr>
        <p:spPr>
          <a:xfrm flipH="1">
            <a:off x="9728197" y="2260775"/>
            <a:ext cx="1860552" cy="3241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FDE218B-1CD0-52B5-D906-E80CB79C9848}"/>
              </a:ext>
            </a:extLst>
          </p:cNvPr>
          <p:cNvSpPr/>
          <p:nvPr/>
        </p:nvSpPr>
        <p:spPr>
          <a:xfrm flipH="1">
            <a:off x="10213541" y="2393625"/>
            <a:ext cx="784659" cy="10826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EF197A2-8303-0D89-E23F-3D485D6EC1C7}"/>
              </a:ext>
            </a:extLst>
          </p:cNvPr>
          <p:cNvCxnSpPr>
            <a:cxnSpLocks/>
            <a:stCxn id="64" idx="2"/>
            <a:endCxn id="70" idx="3"/>
          </p:cNvCxnSpPr>
          <p:nvPr/>
        </p:nvCxnSpPr>
        <p:spPr>
          <a:xfrm flipH="1">
            <a:off x="9075018" y="2501887"/>
            <a:ext cx="1530852" cy="9869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EB218C9F-89E6-C75F-BC7C-894B5F9AD071}"/>
              </a:ext>
            </a:extLst>
          </p:cNvPr>
          <p:cNvSpPr/>
          <p:nvPr/>
        </p:nvSpPr>
        <p:spPr>
          <a:xfrm>
            <a:off x="7929412" y="3378465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9B4BE79-A019-2C47-E04F-174E98E13DD1}"/>
              </a:ext>
            </a:extLst>
          </p:cNvPr>
          <p:cNvSpPr/>
          <p:nvPr/>
        </p:nvSpPr>
        <p:spPr>
          <a:xfrm flipH="1">
            <a:off x="9460068" y="4742843"/>
            <a:ext cx="2388706" cy="85785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83EE292-A090-7DDD-04F2-479B95100B87}"/>
              </a:ext>
            </a:extLst>
          </p:cNvPr>
          <p:cNvCxnSpPr>
            <a:cxnSpLocks/>
            <a:stCxn id="72" idx="3"/>
            <a:endCxn id="76" idx="3"/>
          </p:cNvCxnSpPr>
          <p:nvPr/>
        </p:nvCxnSpPr>
        <p:spPr>
          <a:xfrm flipH="1" flipV="1">
            <a:off x="9075018" y="5161964"/>
            <a:ext cx="385050" cy="98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1959721-1976-A561-113D-FA358AFB59AA}"/>
              </a:ext>
            </a:extLst>
          </p:cNvPr>
          <p:cNvSpPr/>
          <p:nvPr/>
        </p:nvSpPr>
        <p:spPr>
          <a:xfrm>
            <a:off x="7929412" y="504783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BFFFAAF-2538-87A9-A9D6-6EE57635B2A7}"/>
              </a:ext>
            </a:extLst>
          </p:cNvPr>
          <p:cNvSpPr/>
          <p:nvPr/>
        </p:nvSpPr>
        <p:spPr>
          <a:xfrm flipH="1">
            <a:off x="9612468" y="4895243"/>
            <a:ext cx="539531" cy="3808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3423D7B-2AE0-EFDD-C09F-36C309E3CF17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9075018" y="4876633"/>
            <a:ext cx="530612" cy="9748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930CF160-B289-79E2-CB51-7A4F47399A7B}"/>
              </a:ext>
            </a:extLst>
          </p:cNvPr>
          <p:cNvSpPr/>
          <p:nvPr/>
        </p:nvSpPr>
        <p:spPr>
          <a:xfrm>
            <a:off x="7929412" y="4762500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240421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Notification and Activity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8C6B1E-4C54-DB64-9AD7-EE7DB0BD8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550"/>
            <a:ext cx="11302002" cy="361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07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2488</TotalTime>
  <Words>2884</Words>
  <Application>Microsoft Office PowerPoint</Application>
  <PresentationFormat>Widescreen</PresentationFormat>
  <Paragraphs>663</Paragraphs>
  <Slides>51</Slides>
  <Notes>35</Notes>
  <HiddenSlides>9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Cascadia Mono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Creation</vt:lpstr>
      <vt:lpstr>Workspace Screen</vt:lpstr>
      <vt:lpstr>Board Creation</vt:lpstr>
      <vt:lpstr>Workspace, Board, User Relationship </vt:lpstr>
      <vt:lpstr>Board Screen</vt:lpstr>
      <vt:lpstr>Workspace, Board, Card, Member Relationship</vt:lpstr>
      <vt:lpstr>Card Screen</vt:lpstr>
      <vt:lpstr>Card and Card Detail Relationship</vt:lpstr>
      <vt:lpstr>Card Screen</vt:lpstr>
      <vt:lpstr>CustomField,  FieldValue, FieldItem Relationship</vt:lpstr>
      <vt:lpstr>Card Screen</vt:lpstr>
      <vt:lpstr>Attachment Relationship</vt:lpstr>
      <vt:lpstr>Card Screen</vt:lpstr>
      <vt:lpstr>CheckList and CheckListItem Relationship</vt:lpstr>
      <vt:lpstr>Workspace Member</vt:lpstr>
      <vt:lpstr>Board Member</vt:lpstr>
      <vt:lpstr>Card Member</vt:lpstr>
      <vt:lpstr>Member, RolePermission, ShareLink Relationship</vt:lpstr>
      <vt:lpstr>Workspace Setting Screen </vt:lpstr>
      <vt:lpstr>Board and User Setting Screen </vt:lpstr>
      <vt:lpstr>Setting Relationship</vt:lpstr>
      <vt:lpstr>Template Category Screen</vt:lpstr>
      <vt:lpstr>Template Screen</vt:lpstr>
      <vt:lpstr>Template Relationship</vt:lpstr>
      <vt:lpstr>Collection and Board Screen</vt:lpstr>
      <vt:lpstr>Board and Collection Relationship</vt:lpstr>
      <vt:lpstr>Card Sticker Screen</vt:lpstr>
      <vt:lpstr>Card and Sticker Relationship</vt:lpstr>
      <vt:lpstr>Notification and Activity Screen</vt:lpstr>
      <vt:lpstr>Notification and Activity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540</cp:revision>
  <dcterms:created xsi:type="dcterms:W3CDTF">2025-07-10T03:51:23Z</dcterms:created>
  <dcterms:modified xsi:type="dcterms:W3CDTF">2025-08-11T04:58:31Z</dcterms:modified>
</cp:coreProperties>
</file>