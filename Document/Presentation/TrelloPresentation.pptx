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28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29.xml" ContentType="application/vnd.openxmlformats-officedocument.presentationml.tags+xml"/>
  <Override PartName="/ppt/notesSlides/notesSlide5.xml" ContentType="application/vnd.openxmlformats-officedocument.presentationml.notesSlide+xml"/>
  <Override PartName="/ppt/tags/tag30.xml" ContentType="application/vnd.openxmlformats-officedocument.presentationml.tags+xml"/>
  <Override PartName="/ppt/notesSlides/notesSlide6.xml" ContentType="application/vnd.openxmlformats-officedocument.presentationml.notesSlide+xml"/>
  <Override PartName="/ppt/tags/tag31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tags/tag32.xml" ContentType="application/vnd.openxmlformats-officedocument.presentationml.tags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tags/tag33.xml" ContentType="application/vnd.openxmlformats-officedocument.presentationml.tags+xml"/>
  <Override PartName="/ppt/notesSlides/notesSlide20.xml" ContentType="application/vnd.openxmlformats-officedocument.presentationml.notesSlide+xml"/>
  <Override PartName="/ppt/tags/tag34.xml" ContentType="application/vnd.openxmlformats-officedocument.presentationml.tags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tags/tag35.xml" ContentType="application/vnd.openxmlformats-officedocument.presentationml.tags+xml"/>
  <Override PartName="/ppt/notesSlides/notesSlide23.xml" ContentType="application/vnd.openxmlformats-officedocument.presentationml.notesSlide+xml"/>
  <Override PartName="/ppt/tags/tag36.xml" ContentType="application/vnd.openxmlformats-officedocument.presentationml.tags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tags/tag37.xml" ContentType="application/vnd.openxmlformats-officedocument.presentationml.tags+xml"/>
  <Override PartName="/ppt/notesSlides/notesSlide26.xml" ContentType="application/vnd.openxmlformats-officedocument.presentationml.notesSlide+xml"/>
  <Override PartName="/ppt/tags/tag38.xml" ContentType="application/vnd.openxmlformats-officedocument.presentationml.tags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3"/>
  </p:sldMasterIdLst>
  <p:notesMasterIdLst>
    <p:notesMasterId r:id="rId33"/>
  </p:notesMasterIdLst>
  <p:handoutMasterIdLst>
    <p:handoutMasterId r:id="rId34"/>
  </p:handoutMasterIdLst>
  <p:sldIdLst>
    <p:sldId id="321" r:id="rId4"/>
    <p:sldId id="330" r:id="rId5"/>
    <p:sldId id="290" r:id="rId6"/>
    <p:sldId id="331" r:id="rId7"/>
    <p:sldId id="294" r:id="rId8"/>
    <p:sldId id="281" r:id="rId9"/>
    <p:sldId id="2145705925" r:id="rId10"/>
    <p:sldId id="2145705951" r:id="rId11"/>
    <p:sldId id="2145705952" r:id="rId12"/>
    <p:sldId id="2145705953" r:id="rId13"/>
    <p:sldId id="2145705954" r:id="rId14"/>
    <p:sldId id="2145705955" r:id="rId15"/>
    <p:sldId id="2145705956" r:id="rId16"/>
    <p:sldId id="2145705957" r:id="rId17"/>
    <p:sldId id="2145705958" r:id="rId18"/>
    <p:sldId id="2145705959" r:id="rId19"/>
    <p:sldId id="2145705960" r:id="rId20"/>
    <p:sldId id="2145705961" r:id="rId21"/>
    <p:sldId id="315" r:id="rId22"/>
    <p:sldId id="2145705823" r:id="rId23"/>
    <p:sldId id="2145705933" r:id="rId24"/>
    <p:sldId id="2145705739" r:id="rId25"/>
    <p:sldId id="2145705913" r:id="rId26"/>
    <p:sldId id="2145705949" r:id="rId27"/>
    <p:sldId id="2145705749" r:id="rId28"/>
    <p:sldId id="2145705911" r:id="rId29"/>
    <p:sldId id="2145705934" r:id="rId30"/>
    <p:sldId id="2145705791" r:id="rId31"/>
    <p:sldId id="2145705742" r:id="rId32"/>
  </p:sldIdLst>
  <p:sldSz cx="12192000" cy="6858000"/>
  <p:notesSz cx="6858000" cy="9144000"/>
  <p:custDataLst>
    <p:tags r:id="rId3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es" id="{22A221C9-5B71-4357-B92B-47EC9E1F1A43}">
          <p14:sldIdLst/>
        </p14:section>
        <p14:section name="Slide examples" id="{92C1AA63-312F-4789-8247-203676534D38}">
          <p14:sldIdLst>
            <p14:sldId id="321"/>
            <p14:sldId id="330"/>
            <p14:sldId id="290"/>
            <p14:sldId id="331"/>
            <p14:sldId id="294"/>
            <p14:sldId id="281"/>
            <p14:sldId id="2145705925"/>
            <p14:sldId id="2145705951"/>
            <p14:sldId id="2145705952"/>
            <p14:sldId id="2145705953"/>
            <p14:sldId id="2145705954"/>
            <p14:sldId id="2145705955"/>
            <p14:sldId id="2145705956"/>
            <p14:sldId id="2145705957"/>
            <p14:sldId id="2145705958"/>
            <p14:sldId id="2145705959"/>
            <p14:sldId id="2145705960"/>
            <p14:sldId id="2145705961"/>
            <p14:sldId id="315"/>
            <p14:sldId id="2145705823"/>
          </p14:sldIdLst>
        </p14:section>
        <p14:section name="How-to guides" id="{940A1398-85E1-49ED-8D6E-5B86E8378269}">
          <p14:sldIdLst>
            <p14:sldId id="2145705933"/>
            <p14:sldId id="2145705739"/>
            <p14:sldId id="2145705913"/>
            <p14:sldId id="2145705949"/>
            <p14:sldId id="2145705749"/>
            <p14:sldId id="2145705911"/>
          </p14:sldIdLst>
        </p14:section>
        <p14:section name="Style guide" id="{469652BB-A032-4484-908B-5AD5FE899E09}">
          <p14:sldIdLst>
            <p14:sldId id="2145705934"/>
            <p14:sldId id="2145705791"/>
            <p14:sldId id="214570574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2E33"/>
    <a:srgbClr val="F300D6"/>
    <a:srgbClr val="9A07CB"/>
    <a:srgbClr val="00467F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90291" autoAdjust="0"/>
  </p:normalViewPr>
  <p:slideViewPr>
    <p:cSldViewPr snapToGrid="0" snapToObjects="1" showGuides="1">
      <p:cViewPr>
        <p:scale>
          <a:sx n="150" d="100"/>
          <a:sy n="150" d="100"/>
        </p:scale>
        <p:origin x="-684" y="-1068"/>
      </p:cViewPr>
      <p:guideLst/>
    </p:cSldViewPr>
  </p:slideViewPr>
  <p:outlineViewPr>
    <p:cViewPr>
      <p:scale>
        <a:sx n="33" d="100"/>
        <a:sy n="33" d="100"/>
      </p:scale>
      <p:origin x="0" y="-2460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 snapToGrid="0" snapToObjects="1" showGuides="1">
      <p:cViewPr varScale="1">
        <p:scale>
          <a:sx n="80" d="100"/>
          <a:sy n="80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tableStyles" Target="tableStyles.xml"/><Relationship Id="rId21" Type="http://schemas.openxmlformats.org/officeDocument/2006/relationships/slide" Target="slides/slide18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notesMaster" Target="notesMasters/notesMaster1.xml"/><Relationship Id="rId38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presProps" Target="pres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tags" Target="tags/tag1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7904110-CA28-333E-2C34-1D6898DC0F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78BA21-CD2F-EE12-5978-472132E8FF6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5959A-AE8E-4098-8E47-081D9FE6ACD1}" type="datetimeFigureOut">
              <a:rPr lang="en-GB" smtClean="0"/>
              <a:t>08/08/2025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0F835B-6669-0F4A-D3F6-4284B75B49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16185-AADD-6E7A-A4FC-A558DFE03E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9649B8-B442-4509-AEA1-C442A31137E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35219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/>
            </a:lvl1pPr>
          </a:lstStyle>
          <a:p>
            <a:fld id="{82F50848-CCE2-4F33-8910-F863336B6EB2}" type="datetimeFigureOut">
              <a:rPr lang="de-CH" smtClean="0"/>
              <a:pPr/>
              <a:t>08.08.2025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CH"/>
              <a:t>Click to edit Master text styles</a:t>
            </a:r>
          </a:p>
          <a:p>
            <a:pPr lvl="1"/>
            <a:r>
              <a:rPr lang="de-CH"/>
              <a:t>Second level</a:t>
            </a:r>
          </a:p>
          <a:p>
            <a:pPr lvl="2"/>
            <a:r>
              <a:rPr lang="de-CH"/>
              <a:t>Third level</a:t>
            </a:r>
          </a:p>
          <a:p>
            <a:pPr lvl="3"/>
            <a:r>
              <a:rPr lang="de-CH"/>
              <a:t>Fourth level</a:t>
            </a:r>
          </a:p>
          <a:p>
            <a:pPr lvl="4"/>
            <a:r>
              <a:rPr lang="de-CH"/>
              <a:t>Fifth level</a:t>
            </a:r>
            <a:endParaRPr lang="de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/>
            </a:lvl1pPr>
          </a:lstStyle>
          <a:p>
            <a:fld id="{6A4FF178-7F5C-4C53-AC97-DF4205D97146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55230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90493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182457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5356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28170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89669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737770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23483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71636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026986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281154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282505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971360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899510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654715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232889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546413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422447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783931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43027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518951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1847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9511018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0801098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62241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97984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9540514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46349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oleObject" Target="../embeddings/oleObject2.bin"/><Relationship Id="rId7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1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1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1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image" Target="../media/image1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4" Type="http://schemas.openxmlformats.org/officeDocument/2006/relationships/image" Target="../media/image1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4" Type="http://schemas.openxmlformats.org/officeDocument/2006/relationships/image" Target="../media/image1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4" Type="http://schemas.openxmlformats.org/officeDocument/2006/relationships/image" Target="../media/image1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4" Type="http://schemas.openxmlformats.org/officeDocument/2006/relationships/image" Target="../media/image1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4" Type="http://schemas.openxmlformats.org/officeDocument/2006/relationships/image" Target="../media/image1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4" Type="http://schemas.openxmlformats.org/officeDocument/2006/relationships/image" Target="../media/image1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4" Type="http://schemas.openxmlformats.org/officeDocument/2006/relationships/image" Target="../media/image1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7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/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DB8E7BCA-FF9A-86C4-163D-494ED3E694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25569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DB8E7BCA-FF9A-86C4-163D-494ED3E69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F14BDA87-C9C8-CD58-C9D7-0C952C1D73C0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tx2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B1088E-A830-D72F-9D81-51D4D3480FB8}"/>
              </a:ext>
            </a:extLst>
          </p:cNvPr>
          <p:cNvGrpSpPr/>
          <p:nvPr userDrawn="1"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5765E41D-34F7-E790-C1FD-DC00CEE7C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</p:spPr>
        </p:pic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78FD31BA-980D-D11B-2EEB-4180204D34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48544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076882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4666033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custome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438051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18B174F-64CB-F020-88E2-1F63BD8A9992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24" name="Text Placeholder 43">
            <a:extLst>
              <a:ext uri="{FF2B5EF4-FFF2-40B4-BE49-F238E27FC236}">
                <a16:creationId xmlns:a16="http://schemas.microsoft.com/office/drawing/2014/main" id="{BDEA299F-CF48-A5F1-3781-1AB2A986B4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69200" y="1962000"/>
            <a:ext cx="2592000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834605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9C815432-1626-BBCF-EDFF-4A58259064D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41701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C815432-1626-BBCF-EDFF-4A58259064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C9DC67D7-52EE-6ADA-F962-34E45323AA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AA92BD0-3906-45A7-FD93-C56CA8C7C6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530000"/>
            <a:ext cx="5232000" cy="4896000"/>
          </a:xfrm>
        </p:spPr>
        <p:txBody>
          <a:bodyPr anchor="t"/>
          <a:lstStyle>
            <a:lvl1pPr marL="625475" indent="-625475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ct val="130000"/>
              <a:buFont typeface="+mj-lt"/>
              <a:buAutoNum type="arabicPeriod"/>
              <a:defRPr b="1">
                <a:solidFill>
                  <a:schemeClr val="tx1"/>
                </a:solidFill>
              </a:defRPr>
            </a:lvl1pPr>
            <a:lvl2pPr marL="625475" indent="0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defRPr sz="160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Add agenda topic, 18 pt</a:t>
            </a:r>
          </a:p>
          <a:p>
            <a:pPr lvl="1"/>
            <a:r>
              <a:rPr lang="en-GB" noProof="0"/>
              <a:t>Subtopic, 16 pt</a:t>
            </a:r>
          </a:p>
          <a:p>
            <a:pPr lvl="1"/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385BAD-0861-C6A4-56E2-BF176F171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</a:t>
            </a:r>
          </a:p>
        </p:txBody>
      </p:sp>
    </p:spTree>
    <p:extLst>
      <p:ext uri="{BB962C8B-B14F-4D97-AF65-F5344CB8AC3E}">
        <p14:creationId xmlns:p14="http://schemas.microsoft.com/office/powerpoint/2010/main" val="114092815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8" orient="horz" pos="692" userDrawn="1">
          <p15:clr>
            <a:srgbClr val="FBAE40"/>
          </p15:clr>
        </p15:guide>
        <p15:guide id="9" pos="270" userDrawn="1">
          <p15:clr>
            <a:srgbClr val="FBAE40"/>
          </p15:clr>
        </p15:guide>
        <p15:guide id="10" pos="3839" userDrawn="1">
          <p15:clr>
            <a:srgbClr val="FBAE40"/>
          </p15:clr>
        </p15:guide>
        <p15:guide id="11" orient="horz" pos="4047" userDrawn="1">
          <p15:clr>
            <a:srgbClr val="FBAE40"/>
          </p15:clr>
        </p15:guide>
        <p15:guide id="12" orient="horz" pos="963" userDrawn="1">
          <p15:clr>
            <a:srgbClr val="FBAE40"/>
          </p15:clr>
        </p15:guide>
        <p15:guide id="13" pos="356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559090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Chapter 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23631067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1528763"/>
            <a:ext cx="11329200" cy="489902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87379739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587"/>
            <a:ext cx="113292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11329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69886104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500590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5447999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447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12000" y="2160587"/>
            <a:ext cx="5449788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2000" y="1530000"/>
            <a:ext cx="5449788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393578478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963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1359" userDrawn="1">
          <p15:clr>
            <a:srgbClr val="FBAE40"/>
          </p15:clr>
        </p15:guide>
        <p15:guide id="21" pos="3974" userDrawn="1">
          <p15:clr>
            <a:srgbClr val="FBAE40"/>
          </p15:clr>
        </p15:guide>
        <p15:guide id="22" pos="370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3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28247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5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516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84BE735-54B6-3B7B-5644-995106F03F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7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B2CD99D5-47E6-B7D2-CB87-F8AD5F3682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2720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9897899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210" userDrawn="1">
          <p15:clr>
            <a:srgbClr val="FBAE40"/>
          </p15:clr>
        </p15:guide>
        <p15:guide id="24" pos="4940" userDrawn="1">
          <p15:clr>
            <a:srgbClr val="FBAE40"/>
          </p15:clr>
        </p15:guide>
        <p15:guide id="25" pos="2740" userDrawn="1">
          <p15:clr>
            <a:srgbClr val="FBAE40"/>
          </p15:clr>
        </p15:guide>
        <p15:guide id="26" pos="247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663642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001"/>
            <a:ext cx="5232200" cy="4267788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232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12DC60-1B20-60A5-7F1D-CE4A63B8D6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0587211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orient="horz" pos="1359" userDrawn="1">
          <p15:clr>
            <a:srgbClr val="FBAE40"/>
          </p15:clr>
        </p15:guide>
        <p15:guide id="22" pos="3568" userDrawn="1">
          <p15:clr>
            <a:srgbClr val="FBAE40"/>
          </p15:clr>
        </p15:guide>
        <p15:guide id="23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823236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66155744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950394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B39D5703-BD1C-3A16-A4A7-30E0EE62B0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8285287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828655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6092407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492" userDrawn="1">
          <p15:clr>
            <a:srgbClr val="FBAE40"/>
          </p15:clr>
        </p15:guide>
        <p15:guide id="24" pos="576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text with 1/3 image + white space fo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3663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157B48F4-BDD6-6F20-ED74-A0F80415BF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81425" y="5131789"/>
            <a:ext cx="3178576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3853468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21622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8" y="2157413"/>
            <a:ext cx="3928356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8" y="1530000"/>
            <a:ext cx="3928356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57C43C1D-0D5A-3546-923A-9906F73102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2355" y="2157413"/>
            <a:ext cx="3924931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25734A7E-A371-8589-95F1-486EF3BDC2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92355" y="1530000"/>
            <a:ext cx="392493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5B0D54-9E65-6676-5BE0-B1EC73550C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153228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9" orient="horz" pos="963" userDrawn="1">
          <p15:clr>
            <a:srgbClr val="FBAE40"/>
          </p15:clr>
        </p15:guide>
        <p15:guide id="20" pos="270" userDrawn="1">
          <p15:clr>
            <a:srgbClr val="FBAE40"/>
          </p15:clr>
        </p15:guide>
        <p15:guide id="21" orient="horz" pos="692" userDrawn="1">
          <p15:clr>
            <a:srgbClr val="FBAE40"/>
          </p15:clr>
        </p15:guide>
        <p15:guide id="22" orient="horz" pos="4049" userDrawn="1">
          <p15:clr>
            <a:srgbClr val="FBAE40"/>
          </p15:clr>
        </p15:guide>
        <p15:guide id="23" orient="horz" pos="1359" userDrawn="1">
          <p15:clr>
            <a:srgbClr val="FBAE40"/>
          </p15:clr>
        </p15:guide>
        <p15:guide id="24" pos="5490" userDrawn="1">
          <p15:clr>
            <a:srgbClr val="FBAE40"/>
          </p15:clr>
        </p15:guide>
        <p15:guide id="25" pos="5760" userDrawn="1">
          <p15:clr>
            <a:srgbClr val="FBAE40"/>
          </p15:clr>
        </p15:guide>
        <p15:guide id="26" pos="3018" userDrawn="1">
          <p15:clr>
            <a:srgbClr val="FBAE40"/>
          </p15:clr>
        </p15:guide>
        <p15:guide id="27" pos="274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stimon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726307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29187" y="1528763"/>
            <a:ext cx="5232602" cy="489600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6E9374FC-ECE4-7A38-5807-87AE94A088B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64001" y="4365382"/>
            <a:ext cx="4798800" cy="2062406"/>
          </a:xfrm>
          <a:solidFill>
            <a:schemeClr val="tx2">
              <a:alpha val="85000"/>
            </a:schemeClr>
          </a:solidFill>
        </p:spPr>
        <p:txBody>
          <a:bodyPr lIns="288000" tIns="288000" rIns="288000" bIns="288000" anchor="b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74" name="Text Placeholder 43">
            <a:extLst>
              <a:ext uri="{FF2B5EF4-FFF2-40B4-BE49-F238E27FC236}">
                <a16:creationId xmlns:a16="http://schemas.microsoft.com/office/drawing/2014/main" id="{38EE8FDF-DB06-4651-3389-787CA10E7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4001" y="4238556"/>
            <a:ext cx="288000" cy="253652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77" name="Text Placeholder 43">
            <a:extLst>
              <a:ext uri="{FF2B5EF4-FFF2-40B4-BE49-F238E27FC236}">
                <a16:creationId xmlns:a16="http://schemas.microsoft.com/office/drawing/2014/main" id="{9A496C9E-D567-76DE-1404-D4A059685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 flipH="1" flipV="1">
            <a:off x="5374801" y="6292522"/>
            <a:ext cx="288000" cy="253652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2498870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6" pos="3840">
          <p15:clr>
            <a:srgbClr val="FBAE40"/>
          </p15:clr>
        </p15:guide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pos="411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text with image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94459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1944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3475239"/>
            <a:ext cx="11329789" cy="295254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FF00CA-6EEE-1446-767F-22A63CDAED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68109393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1916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2187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 slide / full-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86345F9D-58D8-A03C-2C14-3C466D3CBB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696876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86345F9D-58D8-A03C-2C14-3C466D3CBB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4414B2E-C340-9140-1BD1-92410CBF7B5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4" name="Text Placeholder 38">
            <a:extLst>
              <a:ext uri="{FF2B5EF4-FFF2-40B4-BE49-F238E27FC236}">
                <a16:creationId xmlns:a16="http://schemas.microsoft.com/office/drawing/2014/main" id="{9765689A-1419-4CD4-170E-F5C60B6417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098000"/>
            <a:ext cx="8640000" cy="1487991"/>
          </a:xfrm>
          <a:solidFill>
            <a:schemeClr val="tx2">
              <a:alpha val="85000"/>
            </a:schemeClr>
          </a:solidFill>
        </p:spPr>
        <p:txBody>
          <a:bodyPr wrap="square" lIns="432000" tIns="432000" rIns="432000" bIns="432000" anchor="t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4000" b="1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Text, 40pt</a:t>
            </a:r>
          </a:p>
        </p:txBody>
      </p:sp>
      <p:sp>
        <p:nvSpPr>
          <p:cNvPr id="15" name="Text Placeholder 43">
            <a:extLst>
              <a:ext uri="{FF2B5EF4-FFF2-40B4-BE49-F238E27FC236}">
                <a16:creationId xmlns:a16="http://schemas.microsoft.com/office/drawing/2014/main" id="{8E425FDA-ACD2-D989-043B-F820E6AB516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841432" y="172618"/>
            <a:ext cx="1350568" cy="684364"/>
          </a:xfr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567951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3" pos="270" userDrawn="1">
          <p15:clr>
            <a:srgbClr val="FBAE40"/>
          </p15:clr>
        </p15:guide>
        <p15:guide id="4" pos="571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61297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B1008097-4228-1AEA-6834-837AEB6C76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348137067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0" pos="270" userDrawn="1">
          <p15:clr>
            <a:srgbClr val="FBAE40"/>
          </p15:clr>
        </p15:guide>
        <p15:guide id="11" orient="horz" pos="692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5140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6136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2298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6136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2298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C2CF4B-8A3C-13FA-BECD-9DB01F4A6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33046461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4976729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" name="Picture Placeholder 3">
            <a:extLst>
              <a:ext uri="{FF2B5EF4-FFF2-40B4-BE49-F238E27FC236}">
                <a16:creationId xmlns:a16="http://schemas.microsoft.com/office/drawing/2014/main" id="{575FA654-6B49-780A-BFB4-222C9877472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5842F8D1-C8E7-B7F7-193F-396D7F0C1FD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F7ED4793-8249-B71F-2BD9-1E188E5895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01AD36-B7B0-8DA3-E4DF-7B92563C3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187357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4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771151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7" name="Picture Placeholder 3">
            <a:extLst>
              <a:ext uri="{FF2B5EF4-FFF2-40B4-BE49-F238E27FC236}">
                <a16:creationId xmlns:a16="http://schemas.microsoft.com/office/drawing/2014/main" id="{D01BDA65-4A3A-8C7F-6D57-257CEA15EDAB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5822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5822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B19CB6E8-97CB-822F-3F85-A7275483C4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50847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6" name="Text Placeholder 43">
            <a:extLst>
              <a:ext uri="{FF2B5EF4-FFF2-40B4-BE49-F238E27FC236}">
                <a16:creationId xmlns:a16="http://schemas.microsoft.com/office/drawing/2014/main" id="{2EF03F68-E44D-2D1B-E3CF-23E57CD8AC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50847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6F69C67C-E89D-2384-2449-3AE3B29A56D6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43">
            <a:extLst>
              <a:ext uri="{FF2B5EF4-FFF2-40B4-BE49-F238E27FC236}">
                <a16:creationId xmlns:a16="http://schemas.microsoft.com/office/drawing/2014/main" id="{4675A820-B82C-20ED-4FD7-8096B1F92A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DF422E5E-8133-BB32-C099-047DCCC1623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B07921-E735-F94C-40EB-71F2AF0C4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09191098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5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10138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Picture Placeholder 3">
            <a:extLst>
              <a:ext uri="{FF2B5EF4-FFF2-40B4-BE49-F238E27FC236}">
                <a16:creationId xmlns:a16="http://schemas.microsoft.com/office/drawing/2014/main" id="{05696C37-BDF4-2F3D-603C-E1844610595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63" name="Picture Placeholder 3">
            <a:extLst>
              <a:ext uri="{FF2B5EF4-FFF2-40B4-BE49-F238E27FC236}">
                <a16:creationId xmlns:a16="http://schemas.microsoft.com/office/drawing/2014/main" id="{E7C418BE-D8E0-8035-E432-74FD98A897B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99175D0A-6D9D-DBBC-30F3-D0FC5D29CD3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43">
            <a:extLst>
              <a:ext uri="{FF2B5EF4-FFF2-40B4-BE49-F238E27FC236}">
                <a16:creationId xmlns:a16="http://schemas.microsoft.com/office/drawing/2014/main" id="{70D8A088-B7AE-9853-F92D-69BFEFB60E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1" name="Text Placeholder 43">
            <a:extLst>
              <a:ext uri="{FF2B5EF4-FFF2-40B4-BE49-F238E27FC236}">
                <a16:creationId xmlns:a16="http://schemas.microsoft.com/office/drawing/2014/main" id="{101E0012-1AFC-2117-1AFF-131E7D68BC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2" name="Text Placeholder 43">
            <a:extLst>
              <a:ext uri="{FF2B5EF4-FFF2-40B4-BE49-F238E27FC236}">
                <a16:creationId xmlns:a16="http://schemas.microsoft.com/office/drawing/2014/main" id="{76B9F0EE-35D9-4F4C-DF19-6F1329686F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3" name="Text Placeholder 43">
            <a:extLst>
              <a:ext uri="{FF2B5EF4-FFF2-40B4-BE49-F238E27FC236}">
                <a16:creationId xmlns:a16="http://schemas.microsoft.com/office/drawing/2014/main" id="{290CBF69-D6CA-7FA4-2148-5B01F5233DF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F30F8F33-E146-584B-B117-177763926F7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5" name="Picture Placeholder 3">
            <a:extLst>
              <a:ext uri="{FF2B5EF4-FFF2-40B4-BE49-F238E27FC236}">
                <a16:creationId xmlns:a16="http://schemas.microsoft.com/office/drawing/2014/main" id="{93AD48AD-2E9D-CCFA-CC34-50B41218A9B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6" name="Text Placeholder 43">
            <a:extLst>
              <a:ext uri="{FF2B5EF4-FFF2-40B4-BE49-F238E27FC236}">
                <a16:creationId xmlns:a16="http://schemas.microsoft.com/office/drawing/2014/main" id="{3CFFEEC3-C7DF-AE66-30A4-4911FF001F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7" name="Text Placeholder 43">
            <a:extLst>
              <a:ext uri="{FF2B5EF4-FFF2-40B4-BE49-F238E27FC236}">
                <a16:creationId xmlns:a16="http://schemas.microsoft.com/office/drawing/2014/main" id="{AF0EB9D8-DAFE-F2BB-AAEB-93E5A6FCF4E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1" name="Text Placeholder 43">
            <a:extLst>
              <a:ext uri="{FF2B5EF4-FFF2-40B4-BE49-F238E27FC236}">
                <a16:creationId xmlns:a16="http://schemas.microsoft.com/office/drawing/2014/main" id="{8150DEEE-F1C8-412C-9A41-9C6A1510A4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6532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2" name="Text Placeholder 43">
            <a:extLst>
              <a:ext uri="{FF2B5EF4-FFF2-40B4-BE49-F238E27FC236}">
                <a16:creationId xmlns:a16="http://schemas.microsoft.com/office/drawing/2014/main" id="{C0E9FEFA-5AB3-30A2-24C9-3AC8326327F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6532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4" name="Text Placeholder 43">
            <a:extLst>
              <a:ext uri="{FF2B5EF4-FFF2-40B4-BE49-F238E27FC236}">
                <a16:creationId xmlns:a16="http://schemas.microsoft.com/office/drawing/2014/main" id="{7FA20DE0-E4E7-6C95-C8AA-55B9BE2AE57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545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5" name="Text Placeholder 43">
            <a:extLst>
              <a:ext uri="{FF2B5EF4-FFF2-40B4-BE49-F238E27FC236}">
                <a16:creationId xmlns:a16="http://schemas.microsoft.com/office/drawing/2014/main" id="{BC1BB4AA-BCDE-6809-1034-93EE2784F50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545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BA4B36-92F3-CCD6-D942-4A1C8BE3CC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2645210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953725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2E005BC1-0A00-6A3F-9AB9-2090FB403C5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55998" y="2016000"/>
            <a:ext cx="5255944" cy="301878"/>
          </a:xfrm>
        </p:spPr>
        <p:txBody>
          <a:bodyPr>
            <a:noAutofit/>
          </a:bodyPr>
          <a:lstStyle>
            <a:lvl1pPr marL="0" indent="0" rtl="0">
              <a:lnSpc>
                <a:spcPct val="120000"/>
              </a:lnSpc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5998" y="1520825"/>
            <a:ext cx="525594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EBE14B7E-1369-C17A-8857-D645DEE0EC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55998" y="2847527"/>
            <a:ext cx="5255944" cy="113966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Company address on three lines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55998" y="4535936"/>
            <a:ext cx="5255944" cy="189185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EE503F-5E60-20CF-7913-904004C1F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4707283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576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255491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Picture Placeholder 3">
            <a:extLst>
              <a:ext uri="{FF2B5EF4-FFF2-40B4-BE49-F238E27FC236}">
                <a16:creationId xmlns:a16="http://schemas.microsoft.com/office/drawing/2014/main" id="{5AC5C679-4332-8618-78DC-64B8D16861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44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916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44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2000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7916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91658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146B3A-75B7-5620-B3DF-822D076AD0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3298722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6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830139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5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1999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1999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6100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56100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D97310F-BF77-3052-7D5F-521AE85495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78813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A03D3B0-D87F-65E2-20D2-2E3D4FC53E1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AC0C46D-924E-6086-ABF8-9C7B8618C2F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278813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E75E8A5-8070-B311-99AA-D3C4B3C3923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78813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EBE829B-D1F1-110E-2A2D-99BA9886B4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10717659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9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ags" Target="../tags/tag2.xml"/><Relationship Id="rId30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C075058B-0DA5-BCC2-2884-A3AA6637B8D8}"/>
              </a:ext>
            </a:extLst>
          </p:cNvPr>
          <p:cNvGraphicFramePr>
            <a:graphicFrameLocks noChangeAspect="1"/>
          </p:cNvGraphicFramePr>
          <p:nvPr>
            <p:custDataLst>
              <p:tags r:id="rId27"/>
            </p:custDataLst>
            <p:extLst>
              <p:ext uri="{D42A27DB-BD31-4B8C-83A1-F6EECF244321}">
                <p14:modId xmlns:p14="http://schemas.microsoft.com/office/powerpoint/2010/main" val="21007809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8" imgW="306" imgH="306" progId="TCLayout.ActiveDocument.1">
                  <p:embed/>
                </p:oleObj>
              </mc:Choice>
              <mc:Fallback>
                <p:oleObj name="think-cell Slide" r:id="rId28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C075058B-0DA5-BCC2-2884-A3AA6637B8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2B6DD6-B6DA-4A3B-AA01-32E0D7927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/>
          <a:p>
            <a:r>
              <a:rPr lang="en-GB" noProof="0" dirty="0"/>
              <a:t>Title, 28pt, </a:t>
            </a:r>
            <a:br>
              <a:rPr lang="en-GB" noProof="0" dirty="0"/>
            </a:br>
            <a:r>
              <a:rPr lang="en-GB" noProof="0" dirty="0"/>
              <a:t>2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E9B469-A741-AADC-88BD-759DB5D44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  <a:p>
            <a:pPr lvl="5"/>
            <a:r>
              <a:rPr lang="en-GB" noProof="0" dirty="0"/>
              <a:t>Sixth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9D0CF3-0723-425A-205C-484322D63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rtl="0">
              <a:defRPr sz="1000">
                <a:solidFill>
                  <a:schemeClr val="bg2"/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331C2-6712-205D-6768-F1C229CF0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r" rtl="0">
              <a:defRPr sz="1000">
                <a:solidFill>
                  <a:schemeClr val="bg2"/>
                </a:solidFill>
              </a:defRPr>
            </a:lvl1pPr>
          </a:lstStyle>
          <a:p>
            <a:fld id="{97B27895-1833-42C6-927E-7C9AD7EEEA97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85608BD-05B9-34D2-34A7-A5AF7917B1E7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1021614" y="352800"/>
            <a:ext cx="738385" cy="3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376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706" r:id="rId5"/>
    <p:sldLayoutId id="2147483709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  <p:sldLayoutId id="2147483695" r:id="rId18"/>
    <p:sldLayoutId id="2147483696" r:id="rId19"/>
    <p:sldLayoutId id="2147483697" r:id="rId20"/>
    <p:sldLayoutId id="2147483698" r:id="rId21"/>
    <p:sldLayoutId id="2147483699" r:id="rId22"/>
    <p:sldLayoutId id="2147483700" r:id="rId23"/>
    <p:sldLayoutId id="2147483707" r:id="rId24"/>
    <p:sldLayoutId id="2147483708" r:id="rId25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2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14.png"/><Relationship Id="rId12" Type="http://schemas.openxmlformats.org/officeDocument/2006/relationships/image" Target="../media/image19.sv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8.xml"/><Relationship Id="rId6" Type="http://schemas.openxmlformats.org/officeDocument/2006/relationships/image" Target="../media/image13.jpg"/><Relationship Id="rId11" Type="http://schemas.openxmlformats.org/officeDocument/2006/relationships/image" Target="../media/image18.png"/><Relationship Id="rId5" Type="http://schemas.openxmlformats.org/officeDocument/2006/relationships/image" Target="../media/image1.emf"/><Relationship Id="rId10" Type="http://schemas.openxmlformats.org/officeDocument/2006/relationships/image" Target="../media/image17.svg"/><Relationship Id="rId4" Type="http://schemas.openxmlformats.org/officeDocument/2006/relationships/oleObject" Target="../embeddings/oleObject26.bin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29.xml"/><Relationship Id="rId6" Type="http://schemas.openxmlformats.org/officeDocument/2006/relationships/image" Target="../media/image20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7.bin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0.xml"/><Relationship Id="rId1" Type="http://schemas.openxmlformats.org/officeDocument/2006/relationships/tags" Target="../tags/tag30.xml"/><Relationship Id="rId6" Type="http://schemas.openxmlformats.org/officeDocument/2006/relationships/image" Target="../media/image21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8.bin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31.xml"/><Relationship Id="rId6" Type="http://schemas.openxmlformats.org/officeDocument/2006/relationships/image" Target="../media/image23.jpg"/><Relationship Id="rId5" Type="http://schemas.openxmlformats.org/officeDocument/2006/relationships/image" Target="../media/image22.emf"/><Relationship Id="rId4" Type="http://schemas.openxmlformats.org/officeDocument/2006/relationships/oleObject" Target="../embeddings/oleObject29.bin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32.xml"/><Relationship Id="rId6" Type="http://schemas.openxmlformats.org/officeDocument/2006/relationships/image" Target="../media/image36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30.bin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notesSlide" Target="../notesSlides/notesSlide20.xml"/><Relationship Id="rId7" Type="http://schemas.openxmlformats.org/officeDocument/2006/relationships/image" Target="../media/image39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3.xml"/><Relationship Id="rId6" Type="http://schemas.openxmlformats.org/officeDocument/2006/relationships/image" Target="../media/image38.png"/><Relationship Id="rId5" Type="http://schemas.openxmlformats.org/officeDocument/2006/relationships/image" Target="../media/image37.emf"/><Relationship Id="rId4" Type="http://schemas.openxmlformats.org/officeDocument/2006/relationships/oleObject" Target="../embeddings/oleObject31.bin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notesSlide" Target="../notesSlides/notesSlide21.xml"/><Relationship Id="rId7" Type="http://schemas.openxmlformats.org/officeDocument/2006/relationships/image" Target="../media/image43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4.xml"/><Relationship Id="rId6" Type="http://schemas.openxmlformats.org/officeDocument/2006/relationships/image" Target="../media/image42.png"/><Relationship Id="rId5" Type="http://schemas.openxmlformats.org/officeDocument/2006/relationships/image" Target="../media/image41.emf"/><Relationship Id="rId4" Type="http://schemas.openxmlformats.org/officeDocument/2006/relationships/oleObject" Target="../embeddings/oleObject32.bin"/><Relationship Id="rId9" Type="http://schemas.openxmlformats.org/officeDocument/2006/relationships/image" Target="../media/image4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7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4.png"/><Relationship Id="rId3" Type="http://schemas.openxmlformats.org/officeDocument/2006/relationships/notesSlide" Target="../notesSlides/notesSlide23.xml"/><Relationship Id="rId7" Type="http://schemas.openxmlformats.org/officeDocument/2006/relationships/hyperlink" Target="file:///C:\Users\Public\bbv_templates\Marketing\PPT-Bibliotheken\Bilder-Bibliothek" TargetMode="External"/><Relationship Id="rId12" Type="http://schemas.openxmlformats.org/officeDocument/2006/relationships/image" Target="../media/image53.sv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5.xml"/><Relationship Id="rId6" Type="http://schemas.openxmlformats.org/officeDocument/2006/relationships/image" Target="../media/image13.jpg"/><Relationship Id="rId11" Type="http://schemas.openxmlformats.org/officeDocument/2006/relationships/image" Target="../media/image52.png"/><Relationship Id="rId5" Type="http://schemas.openxmlformats.org/officeDocument/2006/relationships/image" Target="../media/image48.emf"/><Relationship Id="rId15" Type="http://schemas.openxmlformats.org/officeDocument/2006/relationships/image" Target="../media/image56.png"/><Relationship Id="rId10" Type="http://schemas.openxmlformats.org/officeDocument/2006/relationships/image" Target="../media/image51.png"/><Relationship Id="rId4" Type="http://schemas.openxmlformats.org/officeDocument/2006/relationships/oleObject" Target="../embeddings/oleObject33.bin"/><Relationship Id="rId9" Type="http://schemas.openxmlformats.org/officeDocument/2006/relationships/image" Target="../media/image50.svg"/><Relationship Id="rId14" Type="http://schemas.openxmlformats.org/officeDocument/2006/relationships/image" Target="../media/image55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openxmlformats.org/officeDocument/2006/relationships/notesSlide" Target="../notesSlides/notesSlide24.xml"/><Relationship Id="rId7" Type="http://schemas.openxmlformats.org/officeDocument/2006/relationships/image" Target="../media/image58.png"/><Relationship Id="rId12" Type="http://schemas.openxmlformats.org/officeDocument/2006/relationships/image" Target="../media/image63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6.xml"/><Relationship Id="rId6" Type="http://schemas.openxmlformats.org/officeDocument/2006/relationships/image" Target="../media/image13.jpg"/><Relationship Id="rId11" Type="http://schemas.openxmlformats.org/officeDocument/2006/relationships/image" Target="../media/image62.png"/><Relationship Id="rId5" Type="http://schemas.openxmlformats.org/officeDocument/2006/relationships/image" Target="../media/image57.emf"/><Relationship Id="rId10" Type="http://schemas.openxmlformats.org/officeDocument/2006/relationships/image" Target="../media/image61.png"/><Relationship Id="rId4" Type="http://schemas.openxmlformats.org/officeDocument/2006/relationships/oleObject" Target="../embeddings/oleObject34.bin"/><Relationship Id="rId9" Type="http://schemas.openxmlformats.org/officeDocument/2006/relationships/image" Target="../media/image6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emf"/><Relationship Id="rId3" Type="http://schemas.openxmlformats.org/officeDocument/2006/relationships/notesSlide" Target="../notesSlides/notesSlide26.xml"/><Relationship Id="rId7" Type="http://schemas.openxmlformats.org/officeDocument/2006/relationships/image" Target="../media/image65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7.xml"/><Relationship Id="rId6" Type="http://schemas.openxmlformats.org/officeDocument/2006/relationships/image" Target="../media/image39.png"/><Relationship Id="rId5" Type="http://schemas.openxmlformats.org/officeDocument/2006/relationships/image" Target="../media/image64.emf"/><Relationship Id="rId4" Type="http://schemas.openxmlformats.org/officeDocument/2006/relationships/oleObject" Target="../embeddings/oleObject35.bin"/><Relationship Id="rId9" Type="http://schemas.openxmlformats.org/officeDocument/2006/relationships/image" Target="../media/image6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7" Type="http://schemas.openxmlformats.org/officeDocument/2006/relationships/image" Target="../media/image70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8.xml"/><Relationship Id="rId6" Type="http://schemas.openxmlformats.org/officeDocument/2006/relationships/image" Target="../media/image69.png"/><Relationship Id="rId5" Type="http://schemas.openxmlformats.org/officeDocument/2006/relationships/image" Target="../media/image68.emf"/><Relationship Id="rId4" Type="http://schemas.openxmlformats.org/officeDocument/2006/relationships/oleObject" Target="../embeddings/oleObject36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1366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818451F-DE2B-B8D1-E7DA-DF54F2094E8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63DC8AC8-3EE6-0346-C3D1-617A95A52B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bbv Software Services AG  |  </a:t>
            </a:r>
            <a:r>
              <a:rPr lang="en-CH" dirty="0"/>
              <a:t>Date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4A268C-5455-5620-C433-3CCEA88828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Y</a:t>
            </a:r>
            <a:r>
              <a:rPr lang="en-US" dirty="0"/>
              <a:t>PP</a:t>
            </a:r>
            <a:r>
              <a:rPr lang="vi-VN" dirty="0"/>
              <a:t> 4</a:t>
            </a:r>
            <a:r>
              <a:rPr lang="en-US" dirty="0" err="1"/>
              <a:t>th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255709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2BBE1C08-AA88-72BB-AF71-C57753F3F38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221886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2BBE1C08-AA88-72BB-AF71-C57753F3F3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B458723-F8F0-9DEE-EB70-04F588D700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6389" b="26389"/>
          <a:stretch/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02ED5A7-572B-82DF-E867-D87AF7CFD7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/>
              <a:t>bbv Software Services AG  |  </a:t>
            </a:r>
            <a:r>
              <a:rPr lang="en-CH" noProof="0" dirty="0"/>
              <a:t>Date</a:t>
            </a:r>
            <a:r>
              <a:rPr lang="en-US" noProof="0" dirty="0"/>
              <a:t>: 08/05/2025</a:t>
            </a:r>
            <a:endParaRPr lang="en-GB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A50645-4898-AAC6-F648-5D00E1663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CH" noProof="0" dirty="0"/>
              <a:t>Presentation on Trello Functionalities</a:t>
            </a:r>
            <a:endParaRPr lang="en-GB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76990F-B249-6611-0800-1DA433F97A5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de-CH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C3FBF0-6FE4-4ED5-97F7-BC43A1D2912A}"/>
              </a:ext>
            </a:extLst>
          </p:cNvPr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0A1A25B-D699-C973-F9E8-41E61746C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80F7C00-B899-BC79-5218-8DD951C055F2}"/>
                </a:ext>
              </a:extLst>
            </p:cNvPr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16" name="Graphic 15">
                <a:extLst>
                  <a:ext uri="{FF2B5EF4-FFF2-40B4-BE49-F238E27FC236}">
                    <a16:creationId xmlns:a16="http://schemas.microsoft.com/office/drawing/2014/main" id="{88E55AF8-2654-F41B-C4A1-D490B9B589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</p:spPr>
          </p:pic>
          <p:pic>
            <p:nvPicPr>
              <p:cNvPr id="17" name="Graphic 16">
                <a:extLst>
                  <a:ext uri="{FF2B5EF4-FFF2-40B4-BE49-F238E27FC236}">
                    <a16:creationId xmlns:a16="http://schemas.microsoft.com/office/drawing/2014/main" id="{57BBDFB2-E80D-449C-2D7B-F4BAB3531D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185713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561E403-33F7-B94A-DE82-295AC6F21A5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25" r="15853"/>
          <a:stretch/>
        </p:blipFill>
        <p:spPr>
          <a:xfrm>
            <a:off x="6096000" y="1098000"/>
            <a:ext cx="6096000" cy="5760000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E50F8-6089-8B05-8B3F-8F26994E48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  <a:p>
            <a:r>
              <a:rPr lang="vi-VN" dirty="0"/>
              <a:t>Key </a:t>
            </a:r>
            <a:r>
              <a:rPr lang="en-US" dirty="0"/>
              <a:t>Functionalities</a:t>
            </a:r>
            <a:endParaRPr lang="vi-VN" dirty="0"/>
          </a:p>
          <a:p>
            <a:r>
              <a:rPr lang="vi-VN" dirty="0"/>
              <a:t>Screens in Trello</a:t>
            </a:r>
            <a:endParaRPr lang="en-US" dirty="0"/>
          </a:p>
          <a:p>
            <a:r>
              <a:rPr lang="en-US" dirty="0"/>
              <a:t>Q&amp;A</a:t>
            </a:r>
            <a:endParaRPr lang="en-GB" dirty="0"/>
          </a:p>
          <a:p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823D42-BBCC-FF67-3367-1A97BAB8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59810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9B0D693-42D5-3C0F-5ED4-40522D2C121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774289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9B0D693-42D5-3C0F-5ED4-40522D2C1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F648B22-9BC3-A38D-EECF-81EDB4845C6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59" b="42247"/>
          <a:stretch/>
        </p:blipFill>
        <p:spPr>
          <a:xfrm>
            <a:off x="0" y="1098000"/>
            <a:ext cx="12192000" cy="2160000"/>
          </a:xfr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1F6CD6B-1F52-35AC-8E87-6337B4A107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What is Trello?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CCE0C7-F39C-A9B7-EFD4-CECED4307F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2589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692DB2C1-905C-17B8-72EB-04AFFCFBA36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692DB2C1-905C-17B8-72EB-04AFFCFBA3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D35A2419-6612-6932-3D9B-20E686342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  <p:sp>
        <p:nvSpPr>
          <p:cNvPr id="23" name="Inhaltsplatzhalter 1">
            <a:extLst>
              <a:ext uri="{FF2B5EF4-FFF2-40B4-BE49-F238E27FC236}">
                <a16:creationId xmlns:a16="http://schemas.microsoft.com/office/drawing/2014/main" id="{14A6571E-0587-1E10-CAAE-907648CA4E6D}"/>
              </a:ext>
            </a:extLst>
          </p:cNvPr>
          <p:cNvSpPr txBox="1">
            <a:spLocks/>
          </p:cNvSpPr>
          <p:nvPr/>
        </p:nvSpPr>
        <p:spPr>
          <a:xfrm>
            <a:off x="431998" y="1527719"/>
            <a:ext cx="5232201" cy="26648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Tx/>
              <a:buNone/>
              <a:defRPr sz="18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Symbol" panose="05050102010706020507" pitchFamily="18" charset="2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2pPr>
            <a:lvl3pPr marL="359991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Arial" panose="020B0604020202020204" pitchFamily="34" charset="0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719982" indent="0" algn="just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SzPct val="100000"/>
              <a:buFont typeface="Arial" panose="020B0604020202020204" pitchFamily="34" charset="0"/>
              <a:buNone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0" indent="-359991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  <a:lvl6pPr marL="719982" indent="-359991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6pPr>
            <a:lvl7pPr marL="1079973" indent="-359991" algn="l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7pPr>
            <a:lvl8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rgbClr val="C00000"/>
              </a:buClr>
              <a:buFont typeface="+mj-lt"/>
              <a:buNone/>
              <a:tabLst>
                <a:tab pos="958827" algn="l"/>
              </a:tabLst>
              <a:defRPr sz="1800" baseline="0">
                <a:solidFill>
                  <a:schemeClr val="bg2"/>
                </a:solidFill>
                <a:latin typeface="+mj-lt"/>
                <a:ea typeface="+mn-ea"/>
              </a:defRPr>
            </a:lvl8pPr>
            <a:lvl9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defRPr sz="1800">
                <a:solidFill>
                  <a:schemeClr val="bg2"/>
                </a:solidFill>
                <a:latin typeface="+mj-lt"/>
                <a:ea typeface="+mn-ea"/>
                <a:cs typeface="Arial" pitchFamily="34" charset="0"/>
              </a:defRPr>
            </a:lvl9pPr>
          </a:lstStyle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Trello is a visual project management tool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Workspace → Board → </a:t>
            </a:r>
            <a:r>
              <a:rPr lang="vi-VN" kern="0" dirty="0">
                <a:solidFill>
                  <a:schemeClr val="tx1"/>
                </a:solidFill>
                <a:latin typeface="+mn-lt"/>
              </a:rPr>
              <a:t>Stage</a:t>
            </a:r>
            <a:r>
              <a:rPr lang="en-US" kern="0" dirty="0">
                <a:solidFill>
                  <a:schemeClr val="tx1"/>
                </a:solidFill>
                <a:latin typeface="+mn-lt"/>
              </a:rPr>
              <a:t> → Card to organize tasks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Collaborate with teams.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Intuitive drag-and-drop interface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Ideal for task management, kanban boards, and collaboration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 for teams of any size</a:t>
            </a:r>
            <a:endParaRPr lang="en-GB" kern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C5FBC1A-5B7B-90D9-1A98-E76DFB0AF1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E0B9D4-9D96-7B2F-32F9-7C6DCF60C6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1098551"/>
            <a:ext cx="6096000" cy="4723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384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D18B968-C584-8DAD-AD19-51B0EF32223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1029739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7CEAA93-EF5B-6E0E-C86D-8320414DF7B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C2C5989-BC54-3BBD-8A51-0597FC8808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Key Functionalities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4506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61690EDE-5337-827C-9C9E-0876DAA84AE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E26A09-3641-218F-541F-9F1988FFAD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1544801"/>
            <a:ext cx="5232200" cy="4267788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Workspaces and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Stages within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Cards (task items) inside Stages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custom fields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Assign Members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Labels, Due Dates, Checklists, and Attachments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Comment and track Activity on Cards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Manage Permissions and Sharing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Use Templates for quick project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CA6541B-91AB-DFDC-80FD-456C4EF32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Functionalities of Trello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B2C80F-52B9-B47F-62BE-ACC59AA3B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098550"/>
            <a:ext cx="8087854" cy="5953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809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>
            <a:extLst>
              <a:ext uri="{FF2B5EF4-FFF2-40B4-BE49-F238E27FC236}">
                <a16:creationId xmlns:a16="http://schemas.microsoft.com/office/drawing/2014/main" id="{7CE72A3F-53CC-457B-F289-536E4CDA29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834" y="1098000"/>
            <a:ext cx="12192000" cy="6931378"/>
          </a:xfrm>
          <a:prstGeom prst="rect">
            <a:avLst/>
          </a:prstGeom>
          <a:ln w="19050">
            <a:solidFill>
              <a:srgbClr val="005194"/>
            </a:solidFill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A55CFC-D8AC-C138-B21A-597995F083E1}"/>
              </a:ext>
            </a:extLst>
          </p:cNvPr>
          <p:cNvSpPr/>
          <p:nvPr/>
        </p:nvSpPr>
        <p:spPr>
          <a:xfrm>
            <a:off x="3968821" y="2079626"/>
            <a:ext cx="3104669" cy="89432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8402DB1-AED1-596E-7E92-B36235F6F680}"/>
              </a:ext>
            </a:extLst>
          </p:cNvPr>
          <p:cNvCxnSpPr>
            <a:cxnSpLocks/>
            <a:endCxn id="35" idx="1"/>
          </p:cNvCxnSpPr>
          <p:nvPr/>
        </p:nvCxnSpPr>
        <p:spPr>
          <a:xfrm flipV="1">
            <a:off x="7073490" y="1720439"/>
            <a:ext cx="987246" cy="35918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04555BE0-3F0D-0571-271F-EEF03058177D}"/>
              </a:ext>
            </a:extLst>
          </p:cNvPr>
          <p:cNvSpPr/>
          <p:nvPr/>
        </p:nvSpPr>
        <p:spPr>
          <a:xfrm>
            <a:off x="8060736" y="1562361"/>
            <a:ext cx="847725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1CCFE-03A3-DADE-0A67-5F6F66DD1AEA}"/>
              </a:ext>
            </a:extLst>
          </p:cNvPr>
          <p:cNvSpPr/>
          <p:nvPr/>
        </p:nvSpPr>
        <p:spPr>
          <a:xfrm>
            <a:off x="3959586" y="3221410"/>
            <a:ext cx="1198418" cy="26645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AAADD70-56EC-908F-7806-B7781AE0E1DC}"/>
              </a:ext>
            </a:extLst>
          </p:cNvPr>
          <p:cNvCxnSpPr>
            <a:cxnSpLocks/>
            <a:stCxn id="36" idx="3"/>
            <a:endCxn id="49" idx="1"/>
          </p:cNvCxnSpPr>
          <p:nvPr/>
        </p:nvCxnSpPr>
        <p:spPr>
          <a:xfrm flipV="1">
            <a:off x="5158004" y="3350084"/>
            <a:ext cx="569440" cy="4552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4CC69DF-F21D-D7D3-AACE-D12A606F3A40}"/>
              </a:ext>
            </a:extLst>
          </p:cNvPr>
          <p:cNvSpPr/>
          <p:nvPr/>
        </p:nvSpPr>
        <p:spPr>
          <a:xfrm>
            <a:off x="5727444" y="3192006"/>
            <a:ext cx="1346046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UserViewHistory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5A107FE-E5C5-33F9-EFA7-EE1203158CAA}"/>
              </a:ext>
            </a:extLst>
          </p:cNvPr>
          <p:cNvSpPr/>
          <p:nvPr/>
        </p:nvSpPr>
        <p:spPr>
          <a:xfrm>
            <a:off x="3959586" y="1785938"/>
            <a:ext cx="1198418" cy="21005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4BF586A-4128-3F6F-BCFA-E7B37776FF15}"/>
              </a:ext>
            </a:extLst>
          </p:cNvPr>
          <p:cNvCxnSpPr>
            <a:cxnSpLocks/>
            <a:stCxn id="60" idx="3"/>
            <a:endCxn id="62" idx="1"/>
          </p:cNvCxnSpPr>
          <p:nvPr/>
        </p:nvCxnSpPr>
        <p:spPr>
          <a:xfrm flipV="1">
            <a:off x="5158004" y="1858218"/>
            <a:ext cx="391896" cy="3274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AB4E8DE4-C889-CCD1-D005-3F5A8C9A7F18}"/>
              </a:ext>
            </a:extLst>
          </p:cNvPr>
          <p:cNvSpPr/>
          <p:nvPr/>
        </p:nvSpPr>
        <p:spPr>
          <a:xfrm>
            <a:off x="5549900" y="1700140"/>
            <a:ext cx="1523590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UserStarredBoard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F88F2CC-1E62-135E-2D70-50B3945AE8B1}"/>
              </a:ext>
            </a:extLst>
          </p:cNvPr>
          <p:cNvSpPr/>
          <p:nvPr/>
        </p:nvSpPr>
        <p:spPr>
          <a:xfrm>
            <a:off x="5603875" y="2154074"/>
            <a:ext cx="1397794" cy="46436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7A959EDE-5C0C-3402-69C6-AD6B2FAB8723}"/>
              </a:ext>
            </a:extLst>
          </p:cNvPr>
          <p:cNvCxnSpPr>
            <a:cxnSpLocks/>
            <a:stCxn id="68" idx="3"/>
            <a:endCxn id="70" idx="1"/>
          </p:cNvCxnSpPr>
          <p:nvPr/>
        </p:nvCxnSpPr>
        <p:spPr>
          <a:xfrm flipV="1">
            <a:off x="7001669" y="2371548"/>
            <a:ext cx="1059066" cy="1470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F075D6AF-3DC6-EBA5-B417-E825DFE1EA76}"/>
              </a:ext>
            </a:extLst>
          </p:cNvPr>
          <p:cNvSpPr/>
          <p:nvPr/>
        </p:nvSpPr>
        <p:spPr>
          <a:xfrm>
            <a:off x="8060735" y="2230940"/>
            <a:ext cx="1153115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BackgroudUrl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86F44FE-1FD0-7C32-1517-6932F3F70F16}"/>
              </a:ext>
            </a:extLst>
          </p:cNvPr>
          <p:cNvSpPr/>
          <p:nvPr/>
        </p:nvSpPr>
        <p:spPr>
          <a:xfrm>
            <a:off x="5603875" y="2719388"/>
            <a:ext cx="740569" cy="13671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46ABB82D-F011-6276-80EE-0619C382D3A0}"/>
              </a:ext>
            </a:extLst>
          </p:cNvPr>
          <p:cNvCxnSpPr>
            <a:cxnSpLocks/>
            <a:stCxn id="75" idx="3"/>
            <a:endCxn id="77" idx="1"/>
          </p:cNvCxnSpPr>
          <p:nvPr/>
        </p:nvCxnSpPr>
        <p:spPr>
          <a:xfrm>
            <a:off x="6344444" y="2787744"/>
            <a:ext cx="1716292" cy="1747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6531CE30-10BF-DB1B-5694-FDB5280CC94F}"/>
              </a:ext>
            </a:extLst>
          </p:cNvPr>
          <p:cNvSpPr/>
          <p:nvPr/>
        </p:nvSpPr>
        <p:spPr>
          <a:xfrm>
            <a:off x="8060736" y="2664606"/>
            <a:ext cx="1032557" cy="281215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Board</a:t>
            </a:r>
            <a:r>
              <a:rPr lang="vi-VN" sz="1200" dirty="0">
                <a:solidFill>
                  <a:srgbClr val="005D39"/>
                </a:solidFill>
              </a:rPr>
              <a:t>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90EE8260-6C0F-BE9D-F51B-439CAF22FD7F}"/>
              </a:ext>
            </a:extLst>
          </p:cNvPr>
          <p:cNvSpPr/>
          <p:nvPr/>
        </p:nvSpPr>
        <p:spPr>
          <a:xfrm>
            <a:off x="6499225" y="3893620"/>
            <a:ext cx="502444" cy="161650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8DAD82D-C533-E430-463A-69FC29242514}"/>
              </a:ext>
            </a:extLst>
          </p:cNvPr>
          <p:cNvCxnSpPr>
            <a:cxnSpLocks/>
            <a:stCxn id="85" idx="3"/>
            <a:endCxn id="87" idx="1"/>
          </p:cNvCxnSpPr>
          <p:nvPr/>
        </p:nvCxnSpPr>
        <p:spPr>
          <a:xfrm flipV="1">
            <a:off x="7001669" y="3228998"/>
            <a:ext cx="1059065" cy="745447"/>
          </a:xfrm>
          <a:prstGeom prst="straightConnector1">
            <a:avLst/>
          </a:prstGeom>
          <a:ln w="19050" cap="flat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0D10C8D8-E40C-C056-2A9E-30C17605785E}"/>
              </a:ext>
            </a:extLst>
          </p:cNvPr>
          <p:cNvSpPr/>
          <p:nvPr/>
        </p:nvSpPr>
        <p:spPr>
          <a:xfrm>
            <a:off x="8060734" y="3090549"/>
            <a:ext cx="1065486" cy="276898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BA65316-5DC8-8EFA-0395-B6439A290DBF}"/>
              </a:ext>
            </a:extLst>
          </p:cNvPr>
          <p:cNvSpPr/>
          <p:nvPr/>
        </p:nvSpPr>
        <p:spPr>
          <a:xfrm>
            <a:off x="1825986" y="3003550"/>
            <a:ext cx="1882414" cy="123190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BD6DF8DF-70C1-C889-C6F3-974F0FDA8E71}"/>
              </a:ext>
            </a:extLst>
          </p:cNvPr>
          <p:cNvCxnSpPr>
            <a:cxnSpLocks/>
            <a:stCxn id="96" idx="1"/>
            <a:endCxn id="98" idx="3"/>
          </p:cNvCxnSpPr>
          <p:nvPr/>
        </p:nvCxnSpPr>
        <p:spPr>
          <a:xfrm flipH="1" flipV="1">
            <a:off x="1546225" y="3587078"/>
            <a:ext cx="279761" cy="3242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52F1D23C-9C92-C58A-3E65-CBEA5E8DE127}"/>
              </a:ext>
            </a:extLst>
          </p:cNvPr>
          <p:cNvSpPr/>
          <p:nvPr/>
        </p:nvSpPr>
        <p:spPr>
          <a:xfrm>
            <a:off x="571356" y="3429000"/>
            <a:ext cx="974869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5C8F251D-08FE-F430-75D9-94A2CBBDF7A5}"/>
              </a:ext>
            </a:extLst>
          </p:cNvPr>
          <p:cNvSpPr/>
          <p:nvPr/>
        </p:nvSpPr>
        <p:spPr>
          <a:xfrm>
            <a:off x="1877873" y="3931444"/>
            <a:ext cx="227946" cy="2309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0AF28D77-80A7-D19A-C4E2-FF82B4188F82}"/>
              </a:ext>
            </a:extLst>
          </p:cNvPr>
          <p:cNvCxnSpPr>
            <a:cxnSpLocks/>
            <a:stCxn id="116" idx="2"/>
            <a:endCxn id="118" idx="0"/>
          </p:cNvCxnSpPr>
          <p:nvPr/>
        </p:nvCxnSpPr>
        <p:spPr>
          <a:xfrm flipH="1">
            <a:off x="946078" y="4162425"/>
            <a:ext cx="1045768" cy="5550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0D31358C-276B-3F8E-54D0-2A69E3F649EB}"/>
              </a:ext>
            </a:extLst>
          </p:cNvPr>
          <p:cNvSpPr/>
          <p:nvPr/>
        </p:nvSpPr>
        <p:spPr>
          <a:xfrm>
            <a:off x="571356" y="4717500"/>
            <a:ext cx="749444" cy="31615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FAE758DC-7F3D-6A67-2099-2FD6E65F76CB}"/>
              </a:ext>
            </a:extLst>
          </p:cNvPr>
          <p:cNvSpPr/>
          <p:nvPr/>
        </p:nvSpPr>
        <p:spPr>
          <a:xfrm>
            <a:off x="2129059" y="3931444"/>
            <a:ext cx="868142" cy="2309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81EFB936-9AE3-03E3-1668-C86727DE7C70}"/>
              </a:ext>
            </a:extLst>
          </p:cNvPr>
          <p:cNvCxnSpPr>
            <a:cxnSpLocks/>
            <a:stCxn id="136" idx="2"/>
            <a:endCxn id="138" idx="0"/>
          </p:cNvCxnSpPr>
          <p:nvPr/>
        </p:nvCxnSpPr>
        <p:spPr>
          <a:xfrm>
            <a:off x="2563130" y="4162425"/>
            <a:ext cx="268579" cy="5550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35992581-1084-BF26-B66B-603A2D2B2A39}"/>
              </a:ext>
            </a:extLst>
          </p:cNvPr>
          <p:cNvSpPr/>
          <p:nvPr/>
        </p:nvSpPr>
        <p:spPr>
          <a:xfrm>
            <a:off x="2129058" y="4717500"/>
            <a:ext cx="1405302" cy="31615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9F16E4DC-ECC9-AAD6-3AF4-748D99082C65}"/>
              </a:ext>
            </a:extLst>
          </p:cNvPr>
          <p:cNvSpPr/>
          <p:nvPr/>
        </p:nvSpPr>
        <p:spPr>
          <a:xfrm>
            <a:off x="7863680" y="5093494"/>
            <a:ext cx="797719" cy="2768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/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077F9AE8-F6EA-CF4E-A8AD-3BDD56DC0985}"/>
              </a:ext>
            </a:extLst>
          </p:cNvPr>
          <p:cNvCxnSpPr>
            <a:cxnSpLocks/>
            <a:stCxn id="146" idx="0"/>
            <a:endCxn id="148" idx="2"/>
          </p:cNvCxnSpPr>
          <p:nvPr/>
        </p:nvCxnSpPr>
        <p:spPr>
          <a:xfrm flipV="1">
            <a:off x="8262540" y="4727964"/>
            <a:ext cx="243745" cy="36553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: Rounded Corners 147">
            <a:extLst>
              <a:ext uri="{FF2B5EF4-FFF2-40B4-BE49-F238E27FC236}">
                <a16:creationId xmlns:a16="http://schemas.microsoft.com/office/drawing/2014/main" id="{B68020EF-A90E-23F3-8C0B-8F9B9655A7F6}"/>
              </a:ext>
            </a:extLst>
          </p:cNvPr>
          <p:cNvSpPr/>
          <p:nvPr/>
        </p:nvSpPr>
        <p:spPr>
          <a:xfrm>
            <a:off x="8058291" y="4399413"/>
            <a:ext cx="895987" cy="32855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5C814B6-005E-02D2-C05E-C8F3B5DE8D46}"/>
              </a:ext>
            </a:extLst>
          </p:cNvPr>
          <p:cNvSpPr/>
          <p:nvPr/>
        </p:nvSpPr>
        <p:spPr>
          <a:xfrm>
            <a:off x="1782655" y="2079625"/>
            <a:ext cx="981254" cy="23036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8386C118-C581-78BE-89D4-F8EA1EBE7DDE}"/>
              </a:ext>
            </a:extLst>
          </p:cNvPr>
          <p:cNvCxnSpPr>
            <a:cxnSpLocks/>
            <a:stCxn id="154" idx="1"/>
            <a:endCxn id="156" idx="3"/>
          </p:cNvCxnSpPr>
          <p:nvPr/>
        </p:nvCxnSpPr>
        <p:spPr>
          <a:xfrm flipH="1" flipV="1">
            <a:off x="1509278" y="2098389"/>
            <a:ext cx="273377" cy="964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56A2BAEE-A30A-89D9-F03E-B7036701A872}"/>
              </a:ext>
            </a:extLst>
          </p:cNvPr>
          <p:cNvSpPr/>
          <p:nvPr/>
        </p:nvSpPr>
        <p:spPr>
          <a:xfrm>
            <a:off x="528025" y="1940311"/>
            <a:ext cx="98125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Template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2E47E54-7332-2209-8146-01601FBAFE96}"/>
              </a:ext>
            </a:extLst>
          </p:cNvPr>
          <p:cNvSpPr/>
          <p:nvPr/>
        </p:nvSpPr>
        <p:spPr>
          <a:xfrm>
            <a:off x="11846560" y="1169459"/>
            <a:ext cx="299474" cy="2768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C1E428D4-1EB0-DE9D-725A-1459EDB2F35F}"/>
              </a:ext>
            </a:extLst>
          </p:cNvPr>
          <p:cNvCxnSpPr>
            <a:cxnSpLocks/>
            <a:stCxn id="164" idx="2"/>
            <a:endCxn id="166" idx="0"/>
          </p:cNvCxnSpPr>
          <p:nvPr/>
        </p:nvCxnSpPr>
        <p:spPr>
          <a:xfrm flipH="1">
            <a:off x="11725677" y="1446357"/>
            <a:ext cx="270620" cy="177505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Rectangle: Rounded Corners 165">
            <a:extLst>
              <a:ext uri="{FF2B5EF4-FFF2-40B4-BE49-F238E27FC236}">
                <a16:creationId xmlns:a16="http://schemas.microsoft.com/office/drawing/2014/main" id="{165C9CF7-616D-E48D-11A0-3FD18E765120}"/>
              </a:ext>
            </a:extLst>
          </p:cNvPr>
          <p:cNvSpPr/>
          <p:nvPr/>
        </p:nvSpPr>
        <p:spPr>
          <a:xfrm>
            <a:off x="11427460" y="3221410"/>
            <a:ext cx="596433" cy="32855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A03A4EB1-AEA0-E194-C1DA-4CC2CEEE08F0}"/>
              </a:ext>
            </a:extLst>
          </p:cNvPr>
          <p:cNvSpPr/>
          <p:nvPr/>
        </p:nvSpPr>
        <p:spPr>
          <a:xfrm>
            <a:off x="11364118" y="1207294"/>
            <a:ext cx="161925" cy="16192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5E259895-5D03-D82F-6BD8-4754835A4034}"/>
              </a:ext>
            </a:extLst>
          </p:cNvPr>
          <p:cNvCxnSpPr>
            <a:cxnSpLocks/>
            <a:stCxn id="177" idx="2"/>
            <a:endCxn id="179" idx="0"/>
          </p:cNvCxnSpPr>
          <p:nvPr/>
        </p:nvCxnSpPr>
        <p:spPr>
          <a:xfrm flipH="1">
            <a:off x="10809585" y="1369220"/>
            <a:ext cx="635496" cy="185219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2BD20915-2ABE-90D9-0135-AB9B6E63F7EE}"/>
              </a:ext>
            </a:extLst>
          </p:cNvPr>
          <p:cNvSpPr/>
          <p:nvPr/>
        </p:nvSpPr>
        <p:spPr>
          <a:xfrm>
            <a:off x="10315214" y="3221411"/>
            <a:ext cx="988741" cy="32855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Notification</a:t>
            </a: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4E577B21-3844-3B09-ADF9-37AF317F875D}"/>
              </a:ext>
            </a:extLst>
          </p:cNvPr>
          <p:cNvSpPr/>
          <p:nvPr/>
        </p:nvSpPr>
        <p:spPr>
          <a:xfrm>
            <a:off x="5201865" y="5524500"/>
            <a:ext cx="227385" cy="227188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148DEE3F-9C0A-96A6-343E-34061F8B41F5}"/>
              </a:ext>
            </a:extLst>
          </p:cNvPr>
          <p:cNvCxnSpPr>
            <a:cxnSpLocks/>
            <a:stCxn id="199" idx="0"/>
          </p:cNvCxnSpPr>
          <p:nvPr/>
        </p:nvCxnSpPr>
        <p:spPr>
          <a:xfrm flipV="1">
            <a:off x="5315558" y="5109260"/>
            <a:ext cx="199976" cy="415240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Rectangle: Rounded Corners 200">
            <a:extLst>
              <a:ext uri="{FF2B5EF4-FFF2-40B4-BE49-F238E27FC236}">
                <a16:creationId xmlns:a16="http://schemas.microsoft.com/office/drawing/2014/main" id="{C00F60E2-95EC-E02C-6B79-2311D9B029E7}"/>
              </a:ext>
            </a:extLst>
          </p:cNvPr>
          <p:cNvSpPr/>
          <p:nvPr/>
        </p:nvSpPr>
        <p:spPr>
          <a:xfrm>
            <a:off x="5396476" y="4780709"/>
            <a:ext cx="1475812" cy="328551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Board was starred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856B5927-CA05-7788-2EE8-11B70A9D05B1}"/>
              </a:ext>
            </a:extLst>
          </p:cNvPr>
          <p:cNvSpPr/>
          <p:nvPr/>
        </p:nvSpPr>
        <p:spPr>
          <a:xfrm>
            <a:off x="6791630" y="5519737"/>
            <a:ext cx="227385" cy="227188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04AEFB53-E57E-D761-F8FE-262BA7E18298}"/>
              </a:ext>
            </a:extLst>
          </p:cNvPr>
          <p:cNvCxnSpPr>
            <a:cxnSpLocks/>
            <a:stCxn id="204" idx="0"/>
          </p:cNvCxnSpPr>
          <p:nvPr/>
        </p:nvCxnSpPr>
        <p:spPr>
          <a:xfrm flipH="1" flipV="1">
            <a:off x="6750447" y="5109260"/>
            <a:ext cx="154876" cy="410477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5531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 82">
            <a:extLst>
              <a:ext uri="{FF2B5EF4-FFF2-40B4-BE49-F238E27FC236}">
                <a16:creationId xmlns:a16="http://schemas.microsoft.com/office/drawing/2014/main" id="{3FF21651-A6C0-441B-BF2D-B4D019629F6C}"/>
              </a:ext>
            </a:extLst>
          </p:cNvPr>
          <p:cNvSpPr/>
          <p:nvPr/>
        </p:nvSpPr>
        <p:spPr>
          <a:xfrm>
            <a:off x="-598655" y="1098000"/>
            <a:ext cx="13696122" cy="5759450"/>
          </a:xfrm>
          <a:prstGeom prst="rect">
            <a:avLst/>
          </a:prstGeom>
          <a:solidFill>
            <a:schemeClr val="accent5">
              <a:lumMod val="2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D778544B-CC04-3E20-CCE2-16183D396F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20"/>
          <a:stretch/>
        </p:blipFill>
        <p:spPr>
          <a:xfrm>
            <a:off x="6249406" y="1387672"/>
            <a:ext cx="5942594" cy="6391811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D5C11D26-0877-59F6-D6E8-90E6061D18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" y="1387672"/>
            <a:ext cx="4967522" cy="6568327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Screen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1CCFE-03A3-DADE-0A67-5F6F66DD1AEA}"/>
              </a:ext>
            </a:extLst>
          </p:cNvPr>
          <p:cNvSpPr/>
          <p:nvPr/>
        </p:nvSpPr>
        <p:spPr>
          <a:xfrm>
            <a:off x="2748505" y="1717493"/>
            <a:ext cx="2219433" cy="111430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AAADD70-56EC-908F-7806-B7781AE0E1DC}"/>
              </a:ext>
            </a:extLst>
          </p:cNvPr>
          <p:cNvCxnSpPr>
            <a:cxnSpLocks/>
            <a:endCxn id="49" idx="3"/>
          </p:cNvCxnSpPr>
          <p:nvPr/>
        </p:nvCxnSpPr>
        <p:spPr>
          <a:xfrm flipH="1">
            <a:off x="1676816" y="1846640"/>
            <a:ext cx="1087694" cy="1616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4CC69DF-F21D-D7D3-AACE-D12A606F3A40}"/>
              </a:ext>
            </a:extLst>
          </p:cNvPr>
          <p:cNvSpPr/>
          <p:nvPr/>
        </p:nvSpPr>
        <p:spPr>
          <a:xfrm>
            <a:off x="1093026" y="1752354"/>
            <a:ext cx="583790" cy="22090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8DAD82D-C533-E430-463A-69FC29242514}"/>
              </a:ext>
            </a:extLst>
          </p:cNvPr>
          <p:cNvCxnSpPr>
            <a:cxnSpLocks/>
            <a:stCxn id="72" idx="2"/>
            <a:endCxn id="87" idx="3"/>
          </p:cNvCxnSpPr>
          <p:nvPr/>
        </p:nvCxnSpPr>
        <p:spPr>
          <a:xfrm flipH="1">
            <a:off x="2048767" y="2311165"/>
            <a:ext cx="848104" cy="1216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0D10C8D8-E40C-C056-2A9E-30C17605785E}"/>
              </a:ext>
            </a:extLst>
          </p:cNvPr>
          <p:cNvSpPr/>
          <p:nvPr/>
        </p:nvSpPr>
        <p:spPr>
          <a:xfrm>
            <a:off x="1093026" y="2212876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AD268540-A134-6CB2-B85F-764771CABEB6}"/>
              </a:ext>
            </a:extLst>
          </p:cNvPr>
          <p:cNvSpPr/>
          <p:nvPr/>
        </p:nvSpPr>
        <p:spPr>
          <a:xfrm>
            <a:off x="2896871" y="2150268"/>
            <a:ext cx="330993" cy="321793"/>
          </a:xfrm>
          <a:prstGeom prst="ellipse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F4D97B-B5EE-5093-470B-4CF0FE38B592}"/>
              </a:ext>
            </a:extLst>
          </p:cNvPr>
          <p:cNvSpPr/>
          <p:nvPr/>
        </p:nvSpPr>
        <p:spPr>
          <a:xfrm>
            <a:off x="3245614" y="2333809"/>
            <a:ext cx="1178942" cy="13825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11378137-E616-6CBE-D17F-A8AA6CFB92A3}"/>
              </a:ext>
            </a:extLst>
          </p:cNvPr>
          <p:cNvCxnSpPr>
            <a:cxnSpLocks/>
            <a:stCxn id="80" idx="2"/>
            <a:endCxn id="88" idx="3"/>
          </p:cNvCxnSpPr>
          <p:nvPr/>
        </p:nvCxnSpPr>
        <p:spPr>
          <a:xfrm flipH="1">
            <a:off x="2048764" y="2472061"/>
            <a:ext cx="1786321" cy="24928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40A1C892-FB43-A4F6-A901-756755BAB9AB}"/>
              </a:ext>
            </a:extLst>
          </p:cNvPr>
          <p:cNvSpPr/>
          <p:nvPr/>
        </p:nvSpPr>
        <p:spPr>
          <a:xfrm>
            <a:off x="1093023" y="2610896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Email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F9B27AF-9199-C7B1-3EFB-D7A3FAC9A2BA}"/>
              </a:ext>
            </a:extLst>
          </p:cNvPr>
          <p:cNvSpPr/>
          <p:nvPr/>
        </p:nvSpPr>
        <p:spPr>
          <a:xfrm>
            <a:off x="9067874" y="5502553"/>
            <a:ext cx="2081136" cy="30386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B45A768-907A-7164-2F66-9CA442AE18DB}"/>
              </a:ext>
            </a:extLst>
          </p:cNvPr>
          <p:cNvCxnSpPr>
            <a:cxnSpLocks/>
            <a:stCxn id="14" idx="1"/>
            <a:endCxn id="16" idx="3"/>
          </p:cNvCxnSpPr>
          <p:nvPr/>
        </p:nvCxnSpPr>
        <p:spPr>
          <a:xfrm flipH="1" flipV="1">
            <a:off x="7813854" y="5648548"/>
            <a:ext cx="1254020" cy="593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18A33A7-5DA7-F2B9-4DE0-51191025B0A5}"/>
              </a:ext>
            </a:extLst>
          </p:cNvPr>
          <p:cNvSpPr/>
          <p:nvPr/>
        </p:nvSpPr>
        <p:spPr>
          <a:xfrm>
            <a:off x="6858113" y="5538094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Username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7C8682F-5BB0-BA7A-D378-BCC11E6565C9}"/>
              </a:ext>
            </a:extLst>
          </p:cNvPr>
          <p:cNvSpPr/>
          <p:nvPr/>
        </p:nvSpPr>
        <p:spPr>
          <a:xfrm>
            <a:off x="9077554" y="6091539"/>
            <a:ext cx="2081136" cy="53153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8DB05A8-C396-7191-718F-10BB285FFCC5}"/>
              </a:ext>
            </a:extLst>
          </p:cNvPr>
          <p:cNvCxnSpPr>
            <a:cxnSpLocks/>
            <a:stCxn id="17" idx="1"/>
            <a:endCxn id="19" idx="3"/>
          </p:cNvCxnSpPr>
          <p:nvPr/>
        </p:nvCxnSpPr>
        <p:spPr>
          <a:xfrm flipH="1">
            <a:off x="7813855" y="6357305"/>
            <a:ext cx="1263699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6C9A0F5-7D3E-3F72-9FFC-4804D9251105}"/>
              </a:ext>
            </a:extLst>
          </p:cNvPr>
          <p:cNvSpPr/>
          <p:nvPr/>
        </p:nvSpPr>
        <p:spPr>
          <a:xfrm>
            <a:off x="6858114" y="6246851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Bio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E6F7678-952A-FF50-6333-97A46703CD25}"/>
              </a:ext>
            </a:extLst>
          </p:cNvPr>
          <p:cNvCxnSpPr>
            <a:cxnSpLocks/>
            <a:stCxn id="34" idx="3"/>
          </p:cNvCxnSpPr>
          <p:nvPr/>
        </p:nvCxnSpPr>
        <p:spPr>
          <a:xfrm flipV="1">
            <a:off x="3877335" y="3505725"/>
            <a:ext cx="5148403" cy="22135"/>
          </a:xfrm>
          <a:prstGeom prst="straightConnector1">
            <a:avLst/>
          </a:prstGeom>
          <a:ln w="19050" cap="flat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457224B4-A240-A83E-36A0-A173678CB612}"/>
              </a:ext>
            </a:extLst>
          </p:cNvPr>
          <p:cNvSpPr/>
          <p:nvPr/>
        </p:nvSpPr>
        <p:spPr>
          <a:xfrm>
            <a:off x="2858160" y="3458734"/>
            <a:ext cx="1019175" cy="138252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6B5B2B9-73FB-2787-E40E-60EEA6EC6E1D}"/>
              </a:ext>
            </a:extLst>
          </p:cNvPr>
          <p:cNvSpPr/>
          <p:nvPr/>
        </p:nvSpPr>
        <p:spPr>
          <a:xfrm>
            <a:off x="9025738" y="1636147"/>
            <a:ext cx="2243502" cy="5080656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0597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47F0ECB3-6078-AD62-64F0-52FEB7855EBE}"/>
              </a:ext>
            </a:extLst>
          </p:cNvPr>
          <p:cNvSpPr/>
          <p:nvPr/>
        </p:nvSpPr>
        <p:spPr>
          <a:xfrm>
            <a:off x="-675861" y="1098550"/>
            <a:ext cx="13696122" cy="5759450"/>
          </a:xfrm>
          <a:prstGeom prst="rect">
            <a:avLst/>
          </a:prstGeom>
          <a:solidFill>
            <a:schemeClr val="accent5">
              <a:lumMod val="2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38AD11C8-7E43-D1FA-BDB5-C74B4033E8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6301" y="1496111"/>
            <a:ext cx="5724900" cy="536210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A7725EA-1844-1485-0316-C5BB22DF4B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0557" y="1495560"/>
            <a:ext cx="5758755" cy="5362105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Screen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2E905B-58E4-5FD5-2A3D-4F28EC77E7BF}"/>
              </a:ext>
            </a:extLst>
          </p:cNvPr>
          <p:cNvSpPr/>
          <p:nvPr/>
        </p:nvSpPr>
        <p:spPr>
          <a:xfrm>
            <a:off x="2932498" y="2469883"/>
            <a:ext cx="1453275" cy="14287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6FBE64-58D6-6273-5892-C6711A4FC6F7}"/>
              </a:ext>
            </a:extLst>
          </p:cNvPr>
          <p:cNvSpPr/>
          <p:nvPr/>
        </p:nvSpPr>
        <p:spPr>
          <a:xfrm>
            <a:off x="2428877" y="2393047"/>
            <a:ext cx="436122" cy="43065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BA5947-5881-880C-2073-B44C43CE4434}"/>
              </a:ext>
            </a:extLst>
          </p:cNvPr>
          <p:cNvSpPr/>
          <p:nvPr/>
        </p:nvSpPr>
        <p:spPr>
          <a:xfrm>
            <a:off x="8901777" y="2499109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CD81EE8-5F74-757A-0D4A-0A9426451F16}"/>
              </a:ext>
            </a:extLst>
          </p:cNvPr>
          <p:cNvSpPr/>
          <p:nvPr/>
        </p:nvSpPr>
        <p:spPr>
          <a:xfrm>
            <a:off x="8901776" y="2995504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B7F3805-02F1-B0EA-63F3-1FED02509B85}"/>
              </a:ext>
            </a:extLst>
          </p:cNvPr>
          <p:cNvSpPr/>
          <p:nvPr/>
        </p:nvSpPr>
        <p:spPr>
          <a:xfrm>
            <a:off x="8901775" y="3491899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6F2D41-536C-5C62-5A28-8A363FA1D3C5}"/>
              </a:ext>
            </a:extLst>
          </p:cNvPr>
          <p:cNvSpPr/>
          <p:nvPr/>
        </p:nvSpPr>
        <p:spPr>
          <a:xfrm>
            <a:off x="8901774" y="3988293"/>
            <a:ext cx="1861473" cy="55740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DE121B4-E1ED-A542-7DBB-F49BE7380321}"/>
              </a:ext>
            </a:extLst>
          </p:cNvPr>
          <p:cNvSpPr/>
          <p:nvPr/>
        </p:nvSpPr>
        <p:spPr>
          <a:xfrm>
            <a:off x="2326481" y="3628634"/>
            <a:ext cx="2138364" cy="808217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CB8EED4-573E-4D59-8CDF-352AF9A01D74}"/>
              </a:ext>
            </a:extLst>
          </p:cNvPr>
          <p:cNvSpPr/>
          <p:nvPr/>
        </p:nvSpPr>
        <p:spPr>
          <a:xfrm>
            <a:off x="2326480" y="5048619"/>
            <a:ext cx="3250407" cy="78533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2772F40-7366-FE51-70FA-16D7255527FE}"/>
              </a:ext>
            </a:extLst>
          </p:cNvPr>
          <p:cNvSpPr/>
          <p:nvPr/>
        </p:nvSpPr>
        <p:spPr>
          <a:xfrm>
            <a:off x="5050631" y="5369419"/>
            <a:ext cx="461963" cy="14068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7644EFC-1875-F1A5-5C60-2EAFC116C465}"/>
              </a:ext>
            </a:extLst>
          </p:cNvPr>
          <p:cNvSpPr/>
          <p:nvPr/>
        </p:nvSpPr>
        <p:spPr>
          <a:xfrm>
            <a:off x="2321361" y="4740820"/>
            <a:ext cx="1772008" cy="16155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D17F9BF-C8C3-97EF-5322-14D7AA2EBB8E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3659136" y="2133611"/>
            <a:ext cx="0" cy="33627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68F7E03-08F2-A6C5-C64D-E2C7ECE48891}"/>
              </a:ext>
            </a:extLst>
          </p:cNvPr>
          <p:cNvSpPr/>
          <p:nvPr/>
        </p:nvSpPr>
        <p:spPr>
          <a:xfrm>
            <a:off x="2415348" y="1912704"/>
            <a:ext cx="150419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9E1C2835-F2B7-5083-208B-D8E53DE963D8}"/>
              </a:ext>
            </a:extLst>
          </p:cNvPr>
          <p:cNvSpPr/>
          <p:nvPr/>
        </p:nvSpPr>
        <p:spPr>
          <a:xfrm>
            <a:off x="1243479" y="2497074"/>
            <a:ext cx="83896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00AC00D-F8D4-8B3D-FB2A-048975EA6091}"/>
              </a:ext>
            </a:extLst>
          </p:cNvPr>
          <p:cNvCxnSpPr>
            <a:cxnSpLocks/>
            <a:stCxn id="12" idx="1"/>
            <a:endCxn id="42" idx="3"/>
          </p:cNvCxnSpPr>
          <p:nvPr/>
        </p:nvCxnSpPr>
        <p:spPr>
          <a:xfrm flipH="1" flipV="1">
            <a:off x="2082439" y="2607528"/>
            <a:ext cx="346438" cy="84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C048A194-6B2E-AA98-8976-62654779A5A0}"/>
              </a:ext>
            </a:extLst>
          </p:cNvPr>
          <p:cNvSpPr/>
          <p:nvPr/>
        </p:nvSpPr>
        <p:spPr>
          <a:xfrm>
            <a:off x="4494275" y="2902635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2F30E39-17EA-399D-4763-2B45E77B6450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3826670" y="2719228"/>
            <a:ext cx="667605" cy="29386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8FA14374-E12B-B22E-FA09-0C9D6891018B}"/>
              </a:ext>
            </a:extLst>
          </p:cNvPr>
          <p:cNvSpPr/>
          <p:nvPr/>
        </p:nvSpPr>
        <p:spPr>
          <a:xfrm>
            <a:off x="3395664" y="2664603"/>
            <a:ext cx="431006" cy="1092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C838F71-3E05-D1AC-5DEA-248C21F0C19E}"/>
              </a:ext>
            </a:extLst>
          </p:cNvPr>
          <p:cNvSpPr/>
          <p:nvPr/>
        </p:nvSpPr>
        <p:spPr>
          <a:xfrm>
            <a:off x="2326480" y="3324315"/>
            <a:ext cx="918370" cy="16758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D187638D-2D58-95AF-5480-09679A68DFBC}"/>
              </a:ext>
            </a:extLst>
          </p:cNvPr>
          <p:cNvSpPr/>
          <p:nvPr/>
        </p:nvSpPr>
        <p:spPr>
          <a:xfrm>
            <a:off x="4494275" y="3288576"/>
            <a:ext cx="968313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CreatedBy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0C59245-2CC9-BC28-51EB-9AC1D195F50A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 flipV="1">
            <a:off x="3244850" y="3399030"/>
            <a:ext cx="1249425" cy="907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D73E6A8C-D54C-EFF5-3D89-54A32CB845E5}"/>
              </a:ext>
            </a:extLst>
          </p:cNvPr>
          <p:cNvSpPr/>
          <p:nvPr/>
        </p:nvSpPr>
        <p:spPr>
          <a:xfrm>
            <a:off x="929784" y="5510105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Member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0A76A36-C129-1169-3A53-CEC38D40BBCD}"/>
              </a:ext>
            </a:extLst>
          </p:cNvPr>
          <p:cNvCxnSpPr>
            <a:cxnSpLocks/>
            <a:stCxn id="34" idx="1"/>
          </p:cNvCxnSpPr>
          <p:nvPr/>
        </p:nvCxnSpPr>
        <p:spPr>
          <a:xfrm flipH="1">
            <a:off x="2042496" y="4821597"/>
            <a:ext cx="278865" cy="68850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EB284E32-EB2B-3EB8-C104-D3E27D574F78}"/>
              </a:ext>
            </a:extLst>
          </p:cNvPr>
          <p:cNvSpPr/>
          <p:nvPr/>
        </p:nvSpPr>
        <p:spPr>
          <a:xfrm>
            <a:off x="4464175" y="6161900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39CD57B8-9528-1560-6379-1BBCE3308E0D}"/>
              </a:ext>
            </a:extLst>
          </p:cNvPr>
          <p:cNvCxnSpPr>
            <a:cxnSpLocks/>
            <a:stCxn id="32" idx="2"/>
            <a:endCxn id="78" idx="1"/>
          </p:cNvCxnSpPr>
          <p:nvPr/>
        </p:nvCxnSpPr>
        <p:spPr>
          <a:xfrm>
            <a:off x="3951684" y="5833955"/>
            <a:ext cx="512491" cy="43839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75D3D800-CD8B-AC6C-0D85-A12187861F73}"/>
              </a:ext>
            </a:extLst>
          </p:cNvPr>
          <p:cNvCxnSpPr>
            <a:cxnSpLocks/>
            <a:stCxn id="85" idx="6"/>
          </p:cNvCxnSpPr>
          <p:nvPr/>
        </p:nvCxnSpPr>
        <p:spPr>
          <a:xfrm>
            <a:off x="4345782" y="2544601"/>
            <a:ext cx="4340488" cy="9593"/>
          </a:xfrm>
          <a:prstGeom prst="straightConnector1">
            <a:avLst/>
          </a:prstGeom>
          <a:ln w="19050" cap="flat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ACB2A77E-6D1C-3982-2ED1-ABB575F8E3F3}"/>
              </a:ext>
            </a:extLst>
          </p:cNvPr>
          <p:cNvSpPr/>
          <p:nvPr/>
        </p:nvSpPr>
        <p:spPr>
          <a:xfrm>
            <a:off x="4188852" y="2469883"/>
            <a:ext cx="156930" cy="149435"/>
          </a:xfrm>
          <a:prstGeom prst="ellipse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07DEFC76-6756-F633-A784-A236125E5F65}"/>
              </a:ext>
            </a:extLst>
          </p:cNvPr>
          <p:cNvSpPr/>
          <p:nvPr/>
        </p:nvSpPr>
        <p:spPr>
          <a:xfrm>
            <a:off x="8686271" y="2393047"/>
            <a:ext cx="2197630" cy="2666161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8" name="Rectangle: Rounded Corners 167">
            <a:extLst>
              <a:ext uri="{FF2B5EF4-FFF2-40B4-BE49-F238E27FC236}">
                <a16:creationId xmlns:a16="http://schemas.microsoft.com/office/drawing/2014/main" id="{293578D4-AE78-87A9-FB61-9472C8B26D30}"/>
              </a:ext>
            </a:extLst>
          </p:cNvPr>
          <p:cNvSpPr/>
          <p:nvPr/>
        </p:nvSpPr>
        <p:spPr>
          <a:xfrm>
            <a:off x="10699749" y="2023157"/>
            <a:ext cx="1385889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AF44D8EE-01C9-BC72-4135-49FE78D166AD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9832514" y="2124790"/>
            <a:ext cx="867235" cy="37431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Rectangle: Rounded Corners 174">
            <a:extLst>
              <a:ext uri="{FF2B5EF4-FFF2-40B4-BE49-F238E27FC236}">
                <a16:creationId xmlns:a16="http://schemas.microsoft.com/office/drawing/2014/main" id="{C9B7B515-4392-292F-C8C1-077EA81E6555}"/>
              </a:ext>
            </a:extLst>
          </p:cNvPr>
          <p:cNvSpPr/>
          <p:nvPr/>
        </p:nvSpPr>
        <p:spPr>
          <a:xfrm>
            <a:off x="11095037" y="2630126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ShortName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01B52984-5930-47C7-226A-8BE21F3D5F34}"/>
              </a:ext>
            </a:extLst>
          </p:cNvPr>
          <p:cNvCxnSpPr>
            <a:cxnSpLocks/>
            <a:stCxn id="24" idx="3"/>
            <a:endCxn id="175" idx="1"/>
          </p:cNvCxnSpPr>
          <p:nvPr/>
        </p:nvCxnSpPr>
        <p:spPr>
          <a:xfrm flipV="1">
            <a:off x="10763249" y="2740580"/>
            <a:ext cx="331788" cy="45668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3F5B3590-86CA-4F38-7213-8BE2EEC44ACE}"/>
              </a:ext>
            </a:extLst>
          </p:cNvPr>
          <p:cNvSpPr/>
          <p:nvPr/>
        </p:nvSpPr>
        <p:spPr>
          <a:xfrm>
            <a:off x="11095037" y="3154045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Website</a:t>
            </a:r>
          </a:p>
        </p:txBody>
      </p: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18681F29-4B3B-9151-026C-54BD6373547E}"/>
              </a:ext>
            </a:extLst>
          </p:cNvPr>
          <p:cNvCxnSpPr>
            <a:cxnSpLocks/>
            <a:stCxn id="26" idx="3"/>
            <a:endCxn id="179" idx="1"/>
          </p:cNvCxnSpPr>
          <p:nvPr/>
        </p:nvCxnSpPr>
        <p:spPr>
          <a:xfrm flipV="1">
            <a:off x="10763248" y="3264499"/>
            <a:ext cx="331789" cy="42916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Rectangle: Rounded Corners 181">
            <a:extLst>
              <a:ext uri="{FF2B5EF4-FFF2-40B4-BE49-F238E27FC236}">
                <a16:creationId xmlns:a16="http://schemas.microsoft.com/office/drawing/2014/main" id="{A75658F0-0EFA-B663-E716-C0EAAE260E02}"/>
              </a:ext>
            </a:extLst>
          </p:cNvPr>
          <p:cNvSpPr/>
          <p:nvPr/>
        </p:nvSpPr>
        <p:spPr>
          <a:xfrm>
            <a:off x="11103146" y="3755862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25F08D8-5F1D-C7DC-3F46-30E7A7577182}"/>
              </a:ext>
            </a:extLst>
          </p:cNvPr>
          <p:cNvCxnSpPr>
            <a:cxnSpLocks/>
            <a:endCxn id="182" idx="1"/>
          </p:cNvCxnSpPr>
          <p:nvPr/>
        </p:nvCxnSpPr>
        <p:spPr>
          <a:xfrm flipV="1">
            <a:off x="10771357" y="3866316"/>
            <a:ext cx="331789" cy="42916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536A97B-CDD5-8F21-CD0D-05D78E9A604E}"/>
              </a:ext>
            </a:extLst>
          </p:cNvPr>
          <p:cNvSpPr/>
          <p:nvPr/>
        </p:nvSpPr>
        <p:spPr>
          <a:xfrm>
            <a:off x="4494275" y="4555052"/>
            <a:ext cx="968313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1982616-458A-847B-EC74-CF739C250D70}"/>
              </a:ext>
            </a:extLst>
          </p:cNvPr>
          <p:cNvCxnSpPr>
            <a:cxnSpLocks/>
            <a:stCxn id="33" idx="0"/>
          </p:cNvCxnSpPr>
          <p:nvPr/>
        </p:nvCxnSpPr>
        <p:spPr>
          <a:xfrm flipH="1" flipV="1">
            <a:off x="4955709" y="4764796"/>
            <a:ext cx="325904" cy="60462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2D66D08-2F45-467E-0A91-79ADCA04A686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3826670" y="2719228"/>
            <a:ext cx="667605" cy="2135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81C145B-A153-67B9-BFDF-B0D812ADF155}"/>
              </a:ext>
            </a:extLst>
          </p:cNvPr>
          <p:cNvSpPr/>
          <p:nvPr/>
        </p:nvSpPr>
        <p:spPr>
          <a:xfrm>
            <a:off x="4496984" y="2635436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Setting</a:t>
            </a:r>
            <a:r>
              <a:rPr lang="en-US" sz="1200" dirty="0">
                <a:solidFill>
                  <a:srgbClr val="005194"/>
                </a:solidFill>
              </a:rPr>
              <a:t>Key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BE8C247-6243-2ABB-0F8C-033B1AEF1A51}"/>
              </a:ext>
            </a:extLst>
          </p:cNvPr>
          <p:cNvSpPr/>
          <p:nvPr/>
        </p:nvSpPr>
        <p:spPr>
          <a:xfrm>
            <a:off x="2042496" y="2961019"/>
            <a:ext cx="91837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BillingPlan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4C0E192-C2A8-6C9F-889D-956EA81BEFEE}"/>
              </a:ext>
            </a:extLst>
          </p:cNvPr>
          <p:cNvCxnSpPr>
            <a:cxnSpLocks/>
            <a:stCxn id="17" idx="2"/>
            <a:endCxn id="15" idx="0"/>
          </p:cNvCxnSpPr>
          <p:nvPr/>
        </p:nvCxnSpPr>
        <p:spPr>
          <a:xfrm flipH="1">
            <a:off x="2501681" y="2768514"/>
            <a:ext cx="634643" cy="19250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6EA63962-339B-E49C-3F19-EDB045235C8C}"/>
              </a:ext>
            </a:extLst>
          </p:cNvPr>
          <p:cNvSpPr/>
          <p:nvPr/>
        </p:nvSpPr>
        <p:spPr>
          <a:xfrm>
            <a:off x="2920821" y="2659264"/>
            <a:ext cx="431006" cy="1092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66D1A6C5-5C2B-857A-360D-CECE6E0EE1D0}"/>
              </a:ext>
            </a:extLst>
          </p:cNvPr>
          <p:cNvSpPr/>
          <p:nvPr/>
        </p:nvSpPr>
        <p:spPr>
          <a:xfrm>
            <a:off x="3074712" y="2961019"/>
            <a:ext cx="1069817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Subscription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46CF2B1-621B-8FE3-9B82-B0A723EFB5AA}"/>
              </a:ext>
            </a:extLst>
          </p:cNvPr>
          <p:cNvCxnSpPr>
            <a:cxnSpLocks/>
            <a:endCxn id="36" idx="0"/>
          </p:cNvCxnSpPr>
          <p:nvPr/>
        </p:nvCxnSpPr>
        <p:spPr>
          <a:xfrm>
            <a:off x="3144839" y="2777792"/>
            <a:ext cx="464782" cy="18322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83067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Picture 67">
            <a:extLst>
              <a:ext uri="{FF2B5EF4-FFF2-40B4-BE49-F238E27FC236}">
                <a16:creationId xmlns:a16="http://schemas.microsoft.com/office/drawing/2014/main" id="{4F1D7532-571C-609F-181C-20E3D766D8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400" y="1097999"/>
            <a:ext cx="12197400" cy="7305857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Screen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CEEC26-6AFC-217C-BFC9-58232F0D645A}"/>
              </a:ext>
            </a:extLst>
          </p:cNvPr>
          <p:cNvSpPr/>
          <p:nvPr/>
        </p:nvSpPr>
        <p:spPr>
          <a:xfrm>
            <a:off x="190165" y="1635221"/>
            <a:ext cx="730585" cy="16758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4483D0B-1238-41FB-1906-76427DC229A5}"/>
              </a:ext>
            </a:extLst>
          </p:cNvPr>
          <p:cNvSpPr/>
          <p:nvPr/>
        </p:nvSpPr>
        <p:spPr>
          <a:xfrm>
            <a:off x="1147428" y="1181792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Board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EA00AE2-6B7B-CEDD-767C-A5121F2D702F}"/>
              </a:ext>
            </a:extLst>
          </p:cNvPr>
          <p:cNvCxnSpPr>
            <a:cxnSpLocks/>
            <a:stCxn id="8" idx="0"/>
            <a:endCxn id="9" idx="1"/>
          </p:cNvCxnSpPr>
          <p:nvPr/>
        </p:nvCxnSpPr>
        <p:spPr>
          <a:xfrm flipV="1">
            <a:off x="555458" y="1292246"/>
            <a:ext cx="591970" cy="3429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62ECD5F-08EF-0A27-4778-615BD0B9A971}"/>
              </a:ext>
            </a:extLst>
          </p:cNvPr>
          <p:cNvSpPr/>
          <p:nvPr/>
        </p:nvSpPr>
        <p:spPr>
          <a:xfrm>
            <a:off x="7079186" y="1603558"/>
            <a:ext cx="62065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Stage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9DA3E5C-9D43-9D6A-8808-89A4CB8E6743}"/>
              </a:ext>
            </a:extLst>
          </p:cNvPr>
          <p:cNvCxnSpPr>
            <a:cxnSpLocks/>
            <a:endCxn id="13" idx="2"/>
          </p:cNvCxnSpPr>
          <p:nvPr/>
        </p:nvCxnSpPr>
        <p:spPr>
          <a:xfrm flipH="1" flipV="1">
            <a:off x="7389511" y="1824465"/>
            <a:ext cx="65389" cy="1781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856EA32-CE74-D689-28D9-0056225E1D1F}"/>
              </a:ext>
            </a:extLst>
          </p:cNvPr>
          <p:cNvSpPr/>
          <p:nvPr/>
        </p:nvSpPr>
        <p:spPr>
          <a:xfrm>
            <a:off x="6765134" y="2014688"/>
            <a:ext cx="4417216" cy="176344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B34874A-2A4E-96CE-0EF0-355B82AFB441}"/>
              </a:ext>
            </a:extLst>
          </p:cNvPr>
          <p:cNvSpPr/>
          <p:nvPr/>
        </p:nvSpPr>
        <p:spPr>
          <a:xfrm>
            <a:off x="247173" y="2121893"/>
            <a:ext cx="714852" cy="14170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F8D58DA-2850-1FAE-7FA4-7B4C03ED3A5B}"/>
              </a:ext>
            </a:extLst>
          </p:cNvPr>
          <p:cNvSpPr/>
          <p:nvPr/>
        </p:nvSpPr>
        <p:spPr>
          <a:xfrm>
            <a:off x="1147428" y="1575749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Stage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4BA09B7-FC76-6546-893E-E104BEC1680D}"/>
              </a:ext>
            </a:extLst>
          </p:cNvPr>
          <p:cNvCxnSpPr>
            <a:cxnSpLocks/>
            <a:stCxn id="29" idx="3"/>
          </p:cNvCxnSpPr>
          <p:nvPr/>
        </p:nvCxnSpPr>
        <p:spPr>
          <a:xfrm flipV="1">
            <a:off x="962025" y="1802150"/>
            <a:ext cx="689310" cy="39059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CFECC482-21F2-8E7B-DD54-CB7AED891B30}"/>
              </a:ext>
            </a:extLst>
          </p:cNvPr>
          <p:cNvSpPr/>
          <p:nvPr/>
        </p:nvSpPr>
        <p:spPr>
          <a:xfrm>
            <a:off x="274063" y="2447647"/>
            <a:ext cx="1714281" cy="9664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B2D51F72-DB0C-51DB-4E66-A086D15A057A}"/>
              </a:ext>
            </a:extLst>
          </p:cNvPr>
          <p:cNvSpPr/>
          <p:nvPr/>
        </p:nvSpPr>
        <p:spPr>
          <a:xfrm>
            <a:off x="3351912" y="1581243"/>
            <a:ext cx="62065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Label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CBC9D1E-8D27-F3F7-FEF5-B466B78B8F61}"/>
              </a:ext>
            </a:extLst>
          </p:cNvPr>
          <p:cNvCxnSpPr>
            <a:cxnSpLocks/>
            <a:stCxn id="36" idx="3"/>
            <a:endCxn id="39" idx="2"/>
          </p:cNvCxnSpPr>
          <p:nvPr/>
        </p:nvCxnSpPr>
        <p:spPr>
          <a:xfrm flipV="1">
            <a:off x="1988344" y="1802150"/>
            <a:ext cx="1673893" cy="69381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1819359A-5B2E-F5C0-CAC0-90B380D53BB9}"/>
              </a:ext>
            </a:extLst>
          </p:cNvPr>
          <p:cNvSpPr/>
          <p:nvPr/>
        </p:nvSpPr>
        <p:spPr>
          <a:xfrm>
            <a:off x="285272" y="2569423"/>
            <a:ext cx="424341" cy="13225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2F6FCF09-A288-1A11-EC98-6BE0A615463B}"/>
              </a:ext>
            </a:extLst>
          </p:cNvPr>
          <p:cNvSpPr/>
          <p:nvPr/>
        </p:nvSpPr>
        <p:spPr>
          <a:xfrm>
            <a:off x="2516107" y="2514212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Card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5D5F5EB-9D95-69BF-905E-C33FE74C3A90}"/>
              </a:ext>
            </a:extLst>
          </p:cNvPr>
          <p:cNvCxnSpPr>
            <a:cxnSpLocks/>
            <a:stCxn id="62" idx="3"/>
            <a:endCxn id="64" idx="1"/>
          </p:cNvCxnSpPr>
          <p:nvPr/>
        </p:nvCxnSpPr>
        <p:spPr>
          <a:xfrm flipV="1">
            <a:off x="709613" y="2624666"/>
            <a:ext cx="1806494" cy="1088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D58526B4-AC1D-F36A-9F06-2A37E61B07AE}"/>
              </a:ext>
            </a:extLst>
          </p:cNvPr>
          <p:cNvSpPr/>
          <p:nvPr/>
        </p:nvSpPr>
        <p:spPr>
          <a:xfrm>
            <a:off x="285272" y="2724612"/>
            <a:ext cx="1191103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87950959-1939-656B-8DC2-5081E19D5988}"/>
              </a:ext>
            </a:extLst>
          </p:cNvPr>
          <p:cNvSpPr/>
          <p:nvPr/>
        </p:nvSpPr>
        <p:spPr>
          <a:xfrm>
            <a:off x="2519389" y="3471541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F6B51D32-E4E4-3987-0BA2-EE6E842D28E5}"/>
              </a:ext>
            </a:extLst>
          </p:cNvPr>
          <p:cNvCxnSpPr>
            <a:cxnSpLocks/>
            <a:stCxn id="73" idx="2"/>
            <a:endCxn id="74" idx="1"/>
          </p:cNvCxnSpPr>
          <p:nvPr/>
        </p:nvCxnSpPr>
        <p:spPr>
          <a:xfrm>
            <a:off x="880824" y="2924615"/>
            <a:ext cx="1638565" cy="65738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AFA5B0DE-AA69-A67D-E5FC-384449CFDD56}"/>
              </a:ext>
            </a:extLst>
          </p:cNvPr>
          <p:cNvCxnSpPr>
            <a:cxnSpLocks/>
            <a:stCxn id="94" idx="3"/>
            <a:endCxn id="99" idx="1"/>
          </p:cNvCxnSpPr>
          <p:nvPr/>
        </p:nvCxnSpPr>
        <p:spPr>
          <a:xfrm>
            <a:off x="1776413" y="2824477"/>
            <a:ext cx="739694" cy="38930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580FAF72-5540-BA33-CEFB-D6047414B865}"/>
              </a:ext>
            </a:extLst>
          </p:cNvPr>
          <p:cNvSpPr/>
          <p:nvPr/>
        </p:nvSpPr>
        <p:spPr>
          <a:xfrm>
            <a:off x="1514014" y="2724612"/>
            <a:ext cx="262399" cy="19972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3370CDE6-C645-CDD7-42A4-AC34D0589B6A}"/>
              </a:ext>
            </a:extLst>
          </p:cNvPr>
          <p:cNvSpPr/>
          <p:nvPr/>
        </p:nvSpPr>
        <p:spPr>
          <a:xfrm>
            <a:off x="2516107" y="3103330"/>
            <a:ext cx="9753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Comment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3ABA6F0F-F15B-4E98-3375-5A96F7F35A01}"/>
              </a:ext>
            </a:extLst>
          </p:cNvPr>
          <p:cNvCxnSpPr>
            <a:cxnSpLocks/>
            <a:stCxn id="104" idx="2"/>
          </p:cNvCxnSpPr>
          <p:nvPr/>
        </p:nvCxnSpPr>
        <p:spPr>
          <a:xfrm>
            <a:off x="497443" y="3165947"/>
            <a:ext cx="0" cy="434958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5CE0019E-D923-9EF8-E037-B8DF92A02AD0}"/>
              </a:ext>
            </a:extLst>
          </p:cNvPr>
          <p:cNvSpPr/>
          <p:nvPr/>
        </p:nvSpPr>
        <p:spPr>
          <a:xfrm>
            <a:off x="285272" y="2966218"/>
            <a:ext cx="424341" cy="19972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9BD88C9-7991-9AC4-CC5D-A788EE07B269}"/>
              </a:ext>
            </a:extLst>
          </p:cNvPr>
          <p:cNvSpPr/>
          <p:nvPr/>
        </p:nvSpPr>
        <p:spPr>
          <a:xfrm>
            <a:off x="274063" y="3416314"/>
            <a:ext cx="92440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CheckList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3B4175FF-591F-8CF3-E23A-FB5A63D60D68}"/>
              </a:ext>
            </a:extLst>
          </p:cNvPr>
          <p:cNvSpPr/>
          <p:nvPr/>
        </p:nvSpPr>
        <p:spPr>
          <a:xfrm>
            <a:off x="4952999" y="2471067"/>
            <a:ext cx="425451" cy="49515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63C58C0D-542C-1CBA-67C7-111EF34CD0F1}"/>
              </a:ext>
            </a:extLst>
          </p:cNvPr>
          <p:cNvSpPr/>
          <p:nvPr/>
        </p:nvSpPr>
        <p:spPr>
          <a:xfrm>
            <a:off x="4309696" y="1581243"/>
            <a:ext cx="694103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Sticker</a:t>
            </a:r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510AC015-E927-B35E-AE31-6E6155F20891}"/>
              </a:ext>
            </a:extLst>
          </p:cNvPr>
          <p:cNvCxnSpPr>
            <a:cxnSpLocks/>
            <a:stCxn id="126" idx="0"/>
          </p:cNvCxnSpPr>
          <p:nvPr/>
        </p:nvCxnSpPr>
        <p:spPr>
          <a:xfrm flipH="1" flipV="1">
            <a:off x="4620534" y="1802805"/>
            <a:ext cx="545191" cy="66826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72C607E0-C6A6-A7C0-1FF9-D07F2DE31DE0}"/>
              </a:ext>
            </a:extLst>
          </p:cNvPr>
          <p:cNvSpPr/>
          <p:nvPr/>
        </p:nvSpPr>
        <p:spPr>
          <a:xfrm>
            <a:off x="4740274" y="4953000"/>
            <a:ext cx="638176" cy="11724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1" name="Rectangle: Rounded Corners 140">
            <a:extLst>
              <a:ext uri="{FF2B5EF4-FFF2-40B4-BE49-F238E27FC236}">
                <a16:creationId xmlns:a16="http://schemas.microsoft.com/office/drawing/2014/main" id="{EFEA76B8-BFE6-C0CA-D581-D4F7ED679049}"/>
              </a:ext>
            </a:extLst>
          </p:cNvPr>
          <p:cNvSpPr/>
          <p:nvPr/>
        </p:nvSpPr>
        <p:spPr>
          <a:xfrm>
            <a:off x="3270250" y="4966814"/>
            <a:ext cx="1112347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CustomField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118C1338-7B66-0009-539C-D28DDB6E3616}"/>
              </a:ext>
            </a:extLst>
          </p:cNvPr>
          <p:cNvCxnSpPr>
            <a:cxnSpLocks/>
            <a:stCxn id="140" idx="1"/>
            <a:endCxn id="141" idx="3"/>
          </p:cNvCxnSpPr>
          <p:nvPr/>
        </p:nvCxnSpPr>
        <p:spPr>
          <a:xfrm flipH="1">
            <a:off x="4382597" y="5011625"/>
            <a:ext cx="357677" cy="65643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tangle 150">
            <a:extLst>
              <a:ext uri="{FF2B5EF4-FFF2-40B4-BE49-F238E27FC236}">
                <a16:creationId xmlns:a16="http://schemas.microsoft.com/office/drawing/2014/main" id="{49816712-3D7D-B258-A787-3DEC171F24E2}"/>
              </a:ext>
            </a:extLst>
          </p:cNvPr>
          <p:cNvSpPr/>
          <p:nvPr/>
        </p:nvSpPr>
        <p:spPr>
          <a:xfrm>
            <a:off x="4740274" y="4715883"/>
            <a:ext cx="172245" cy="14287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52" name="Rectangle: Rounded Corners 151">
            <a:extLst>
              <a:ext uri="{FF2B5EF4-FFF2-40B4-BE49-F238E27FC236}">
                <a16:creationId xmlns:a16="http://schemas.microsoft.com/office/drawing/2014/main" id="{5C6FC3B7-5451-F688-3C14-523F43FD5468}"/>
              </a:ext>
            </a:extLst>
          </p:cNvPr>
          <p:cNvSpPr/>
          <p:nvPr/>
        </p:nvSpPr>
        <p:spPr>
          <a:xfrm>
            <a:off x="3407206" y="4676866"/>
            <a:ext cx="97539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8727925B-7FA9-B1DA-579F-215384D30584}"/>
              </a:ext>
            </a:extLst>
          </p:cNvPr>
          <p:cNvCxnSpPr>
            <a:cxnSpLocks/>
            <a:stCxn id="151" idx="1"/>
            <a:endCxn id="152" idx="3"/>
          </p:cNvCxnSpPr>
          <p:nvPr/>
        </p:nvCxnSpPr>
        <p:spPr>
          <a:xfrm flipH="1" flipV="1">
            <a:off x="4382597" y="4787320"/>
            <a:ext cx="357677" cy="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 155">
            <a:extLst>
              <a:ext uri="{FF2B5EF4-FFF2-40B4-BE49-F238E27FC236}">
                <a16:creationId xmlns:a16="http://schemas.microsoft.com/office/drawing/2014/main" id="{80CD76ED-9FD9-6D72-F72A-FD4B21FD1BD4}"/>
              </a:ext>
            </a:extLst>
          </p:cNvPr>
          <p:cNvSpPr/>
          <p:nvPr/>
        </p:nvSpPr>
        <p:spPr>
          <a:xfrm>
            <a:off x="5282836" y="4732093"/>
            <a:ext cx="284528" cy="14287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57" name="Rectangle: Rounded Corners 156">
            <a:extLst>
              <a:ext uri="{FF2B5EF4-FFF2-40B4-BE49-F238E27FC236}">
                <a16:creationId xmlns:a16="http://schemas.microsoft.com/office/drawing/2014/main" id="{F6C1CC81-BE24-C908-6408-2E07AAE2635D}"/>
              </a:ext>
            </a:extLst>
          </p:cNvPr>
          <p:cNvSpPr/>
          <p:nvPr/>
        </p:nvSpPr>
        <p:spPr>
          <a:xfrm>
            <a:off x="6755083" y="4693077"/>
            <a:ext cx="975391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Attachment</a:t>
            </a:r>
          </a:p>
        </p:txBody>
      </p: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BDB5C081-15EA-9413-93D5-095C30A24097}"/>
              </a:ext>
            </a:extLst>
          </p:cNvPr>
          <p:cNvCxnSpPr>
            <a:cxnSpLocks/>
            <a:stCxn id="156" idx="3"/>
            <a:endCxn id="157" idx="1"/>
          </p:cNvCxnSpPr>
          <p:nvPr/>
        </p:nvCxnSpPr>
        <p:spPr>
          <a:xfrm>
            <a:off x="5567364" y="4803531"/>
            <a:ext cx="1187719" cy="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Rectangle 164">
            <a:extLst>
              <a:ext uri="{FF2B5EF4-FFF2-40B4-BE49-F238E27FC236}">
                <a16:creationId xmlns:a16="http://schemas.microsoft.com/office/drawing/2014/main" id="{855358AB-E120-9E74-15E9-8EB1FC521BA9}"/>
              </a:ext>
            </a:extLst>
          </p:cNvPr>
          <p:cNvSpPr/>
          <p:nvPr/>
        </p:nvSpPr>
        <p:spPr>
          <a:xfrm>
            <a:off x="5378450" y="6359637"/>
            <a:ext cx="410006" cy="14287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6" name="Rectangle: Rounded Corners 165">
            <a:extLst>
              <a:ext uri="{FF2B5EF4-FFF2-40B4-BE49-F238E27FC236}">
                <a16:creationId xmlns:a16="http://schemas.microsoft.com/office/drawing/2014/main" id="{ED54DA42-8382-7079-B046-33CDBC9974EF}"/>
              </a:ext>
            </a:extLst>
          </p:cNvPr>
          <p:cNvSpPr/>
          <p:nvPr/>
        </p:nvSpPr>
        <p:spPr>
          <a:xfrm>
            <a:off x="6765134" y="6109132"/>
            <a:ext cx="1064416" cy="22090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F6F8F6F2-2E0D-A639-34E1-FAD9F937CA38}"/>
              </a:ext>
            </a:extLst>
          </p:cNvPr>
          <p:cNvCxnSpPr>
            <a:cxnSpLocks/>
            <a:stCxn id="165" idx="3"/>
            <a:endCxn id="166" idx="1"/>
          </p:cNvCxnSpPr>
          <p:nvPr/>
        </p:nvCxnSpPr>
        <p:spPr>
          <a:xfrm flipV="1">
            <a:off x="5788456" y="6219583"/>
            <a:ext cx="976678" cy="21149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Rectangle 179">
            <a:extLst>
              <a:ext uri="{FF2B5EF4-FFF2-40B4-BE49-F238E27FC236}">
                <a16:creationId xmlns:a16="http://schemas.microsoft.com/office/drawing/2014/main" id="{58FA7C2F-7935-89C4-D9B9-64327EA0DB3F}"/>
              </a:ext>
            </a:extLst>
          </p:cNvPr>
          <p:cNvSpPr/>
          <p:nvPr/>
        </p:nvSpPr>
        <p:spPr>
          <a:xfrm>
            <a:off x="5458191" y="6119580"/>
            <a:ext cx="199660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1" name="Rectangle: Rounded Corners 180">
            <a:extLst>
              <a:ext uri="{FF2B5EF4-FFF2-40B4-BE49-F238E27FC236}">
                <a16:creationId xmlns:a16="http://schemas.microsoft.com/office/drawing/2014/main" id="{41457132-000A-FAA5-4407-5C842585F992}"/>
              </a:ext>
            </a:extLst>
          </p:cNvPr>
          <p:cNvSpPr/>
          <p:nvPr/>
        </p:nvSpPr>
        <p:spPr>
          <a:xfrm>
            <a:off x="3407206" y="6340867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Location</a:t>
            </a:r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FDC68C4A-DC5B-5E5A-F33B-64DB5A00D50E}"/>
              </a:ext>
            </a:extLst>
          </p:cNvPr>
          <p:cNvCxnSpPr>
            <a:cxnSpLocks/>
            <a:stCxn id="180" idx="1"/>
            <a:endCxn id="181" idx="3"/>
          </p:cNvCxnSpPr>
          <p:nvPr/>
        </p:nvCxnSpPr>
        <p:spPr>
          <a:xfrm flipH="1">
            <a:off x="4382598" y="6219582"/>
            <a:ext cx="1075593" cy="23173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317DCD41-0B8B-254A-E3A1-EF0AC77A643A}"/>
              </a:ext>
            </a:extLst>
          </p:cNvPr>
          <p:cNvSpPr/>
          <p:nvPr/>
        </p:nvSpPr>
        <p:spPr>
          <a:xfrm>
            <a:off x="8945197" y="1575749"/>
            <a:ext cx="694103" cy="27212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207ED2E-DE5D-F5C7-E576-3FC330D452D1}"/>
              </a:ext>
            </a:extLst>
          </p:cNvPr>
          <p:cNvSpPr/>
          <p:nvPr/>
        </p:nvSpPr>
        <p:spPr>
          <a:xfrm>
            <a:off x="9067656" y="1173114"/>
            <a:ext cx="805324" cy="20718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Member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0D49C02-AFEB-8F69-F90B-F177EE4AF44F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9423400" y="1380295"/>
            <a:ext cx="46918" cy="19545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F310D94D-7EAB-F557-28E7-2AAECE86AC47}"/>
              </a:ext>
            </a:extLst>
          </p:cNvPr>
          <p:cNvSpPr/>
          <p:nvPr/>
        </p:nvSpPr>
        <p:spPr>
          <a:xfrm>
            <a:off x="4720734" y="5908089"/>
            <a:ext cx="657716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5490B9E-7CDE-E1A0-3E50-E7E503DE3519}"/>
              </a:ext>
            </a:extLst>
          </p:cNvPr>
          <p:cNvSpPr/>
          <p:nvPr/>
        </p:nvSpPr>
        <p:spPr>
          <a:xfrm>
            <a:off x="3407206" y="5787184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IsCompleted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735F862-6D08-0ABD-A097-D347B84A7C07}"/>
              </a:ext>
            </a:extLst>
          </p:cNvPr>
          <p:cNvCxnSpPr>
            <a:cxnSpLocks/>
            <a:stCxn id="16" idx="1"/>
            <a:endCxn id="17" idx="3"/>
          </p:cNvCxnSpPr>
          <p:nvPr/>
        </p:nvCxnSpPr>
        <p:spPr>
          <a:xfrm flipH="1" flipV="1">
            <a:off x="4482798" y="5897638"/>
            <a:ext cx="237936" cy="11045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E8E299E7-0D19-972A-D615-5B2371E945B5}"/>
              </a:ext>
            </a:extLst>
          </p:cNvPr>
          <p:cNvSpPr/>
          <p:nvPr/>
        </p:nvSpPr>
        <p:spPr>
          <a:xfrm>
            <a:off x="4620534" y="2387611"/>
            <a:ext cx="2072366" cy="199930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EC12656-AA6F-D0F7-1403-9878132A7E96}"/>
              </a:ext>
            </a:extLst>
          </p:cNvPr>
          <p:cNvSpPr/>
          <p:nvPr/>
        </p:nvSpPr>
        <p:spPr>
          <a:xfrm>
            <a:off x="3288627" y="4181457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CoverValue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D831F9D-350A-5AA8-5000-58A81B0EC335}"/>
              </a:ext>
            </a:extLst>
          </p:cNvPr>
          <p:cNvCxnSpPr>
            <a:cxnSpLocks/>
            <a:endCxn id="26" idx="3"/>
          </p:cNvCxnSpPr>
          <p:nvPr/>
        </p:nvCxnSpPr>
        <p:spPr>
          <a:xfrm flipH="1">
            <a:off x="4364219" y="4291911"/>
            <a:ext cx="256315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BA7AD6B2-E705-598B-D287-E09E6EB7EFF8}"/>
              </a:ext>
            </a:extLst>
          </p:cNvPr>
          <p:cNvSpPr/>
          <p:nvPr/>
        </p:nvSpPr>
        <p:spPr>
          <a:xfrm>
            <a:off x="8073456" y="1599423"/>
            <a:ext cx="694102" cy="23656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7793981-7F09-3546-5310-1F9E995DCFDC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8178800" y="1835983"/>
            <a:ext cx="241707" cy="55162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D75B8DC2-115D-F8EA-CDA0-94E2E85EE0E1}"/>
              </a:ext>
            </a:extLst>
          </p:cNvPr>
          <p:cNvSpPr/>
          <p:nvPr/>
        </p:nvSpPr>
        <p:spPr>
          <a:xfrm>
            <a:off x="6829421" y="2387611"/>
            <a:ext cx="2072366" cy="10413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5902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0" name="Picture 359">
            <a:extLst>
              <a:ext uri="{FF2B5EF4-FFF2-40B4-BE49-F238E27FC236}">
                <a16:creationId xmlns:a16="http://schemas.microsoft.com/office/drawing/2014/main" id="{FCAA5AF9-586C-52CB-F2A9-6824C0317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311" y="1101267"/>
            <a:ext cx="12192000" cy="589587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999C08-F49D-B561-377D-49F87FFC90E6}"/>
              </a:ext>
            </a:extLst>
          </p:cNvPr>
          <p:cNvSpPr/>
          <p:nvPr/>
        </p:nvSpPr>
        <p:spPr>
          <a:xfrm>
            <a:off x="2785665" y="1516856"/>
            <a:ext cx="719535" cy="17859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43FF9E2-E95B-C5DE-F0D0-3AB85F75009B}"/>
              </a:ext>
            </a:extLst>
          </p:cNvPr>
          <p:cNvSpPr/>
          <p:nvPr/>
        </p:nvSpPr>
        <p:spPr>
          <a:xfrm>
            <a:off x="1363664" y="1490742"/>
            <a:ext cx="932990" cy="235419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StageTitle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6DEB633-2A18-C8E4-64CD-41463BA8D5BA}"/>
              </a:ext>
            </a:extLst>
          </p:cNvPr>
          <p:cNvCxnSpPr>
            <a:cxnSpLocks/>
            <a:stCxn id="11" idx="1"/>
            <a:endCxn id="12" idx="3"/>
          </p:cNvCxnSpPr>
          <p:nvPr/>
        </p:nvCxnSpPr>
        <p:spPr>
          <a:xfrm flipH="1">
            <a:off x="2296654" y="1606153"/>
            <a:ext cx="489011" cy="229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6640D614-A7B3-EA4C-3234-173171CBC154}"/>
              </a:ext>
            </a:extLst>
          </p:cNvPr>
          <p:cNvSpPr/>
          <p:nvPr/>
        </p:nvSpPr>
        <p:spPr>
          <a:xfrm>
            <a:off x="3174285" y="1875569"/>
            <a:ext cx="1138635" cy="20631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E7FFCCA-1679-EF32-66EB-3C2D88FDDCBB}"/>
              </a:ext>
            </a:extLst>
          </p:cNvPr>
          <p:cNvSpPr/>
          <p:nvPr/>
        </p:nvSpPr>
        <p:spPr>
          <a:xfrm>
            <a:off x="4953460" y="1834018"/>
            <a:ext cx="997759" cy="271959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147A4D9-445C-99E8-0D74-74BA71ED5474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4312920" y="1969998"/>
            <a:ext cx="640540" cy="872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FD39E0C1-F41A-2D9B-73E1-820518FA0677}"/>
              </a:ext>
            </a:extLst>
          </p:cNvPr>
          <p:cNvSpPr/>
          <p:nvPr/>
        </p:nvSpPr>
        <p:spPr>
          <a:xfrm>
            <a:off x="2785665" y="2369598"/>
            <a:ext cx="902891" cy="20769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7B9B4F4-606D-05DB-7618-0406D66573A9}"/>
              </a:ext>
            </a:extLst>
          </p:cNvPr>
          <p:cNvSpPr/>
          <p:nvPr/>
        </p:nvSpPr>
        <p:spPr>
          <a:xfrm>
            <a:off x="3189127" y="2817338"/>
            <a:ext cx="84409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CardTitle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E77B932-E4C4-417F-BA37-BDD6FD6E3E11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>
            <a:off x="3237111" y="2577297"/>
            <a:ext cx="374061" cy="24004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704B05C3-C7E3-150E-69BD-55F176B2CA79}"/>
              </a:ext>
            </a:extLst>
          </p:cNvPr>
          <p:cNvSpPr/>
          <p:nvPr/>
        </p:nvSpPr>
        <p:spPr>
          <a:xfrm>
            <a:off x="3652398" y="3357993"/>
            <a:ext cx="2100861" cy="34583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F90907E-79E9-D4CD-AE65-170286A6717E}"/>
              </a:ext>
            </a:extLst>
          </p:cNvPr>
          <p:cNvSpPr/>
          <p:nvPr/>
        </p:nvSpPr>
        <p:spPr>
          <a:xfrm>
            <a:off x="1343852" y="2591900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CardLabel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2D3DA65-B96C-E591-9C94-1B75BB42A248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2266611" y="2702354"/>
            <a:ext cx="1680971" cy="64878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4FF7A021-B626-47F5-B447-21EA5A4C4E23}"/>
              </a:ext>
            </a:extLst>
          </p:cNvPr>
          <p:cNvSpPr/>
          <p:nvPr/>
        </p:nvSpPr>
        <p:spPr>
          <a:xfrm>
            <a:off x="5114769" y="3427810"/>
            <a:ext cx="196056" cy="19431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BCFF3835-1A5B-9EF6-17AC-CF14098E91EA}"/>
              </a:ext>
            </a:extLst>
          </p:cNvPr>
          <p:cNvSpPr/>
          <p:nvPr/>
        </p:nvSpPr>
        <p:spPr>
          <a:xfrm>
            <a:off x="4746302" y="2547642"/>
            <a:ext cx="932989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LabelTitle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3FA319BE-E3D8-EF34-B26A-14DC8656C31E}"/>
              </a:ext>
            </a:extLst>
          </p:cNvPr>
          <p:cNvCxnSpPr>
            <a:cxnSpLocks/>
            <a:stCxn id="75" idx="0"/>
            <a:endCxn id="76" idx="2"/>
          </p:cNvCxnSpPr>
          <p:nvPr/>
        </p:nvCxnSpPr>
        <p:spPr>
          <a:xfrm flipV="1">
            <a:off x="5212797" y="2725803"/>
            <a:ext cx="0" cy="70200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21ADEA6D-C366-9322-1E31-BE2C8B0DC01F}"/>
              </a:ext>
            </a:extLst>
          </p:cNvPr>
          <p:cNvSpPr/>
          <p:nvPr/>
        </p:nvSpPr>
        <p:spPr>
          <a:xfrm>
            <a:off x="3793769" y="2346474"/>
            <a:ext cx="854941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ColorIcon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967B335E-37C6-7144-0D40-51998C424066}"/>
              </a:ext>
            </a:extLst>
          </p:cNvPr>
          <p:cNvCxnSpPr>
            <a:cxnSpLocks/>
            <a:stCxn id="94" idx="0"/>
            <a:endCxn id="90" idx="2"/>
          </p:cNvCxnSpPr>
          <p:nvPr/>
        </p:nvCxnSpPr>
        <p:spPr>
          <a:xfrm flipV="1">
            <a:off x="4192780" y="2524635"/>
            <a:ext cx="28460" cy="9031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D76A94F9-7D79-6248-91FF-B8AEE7921146}"/>
              </a:ext>
            </a:extLst>
          </p:cNvPr>
          <p:cNvSpPr/>
          <p:nvPr/>
        </p:nvSpPr>
        <p:spPr>
          <a:xfrm>
            <a:off x="4114808" y="3427810"/>
            <a:ext cx="155944" cy="19669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E94F32A-DFA9-FCCA-B34B-47921863DDBE}"/>
              </a:ext>
            </a:extLst>
          </p:cNvPr>
          <p:cNvSpPr/>
          <p:nvPr/>
        </p:nvSpPr>
        <p:spPr>
          <a:xfrm>
            <a:off x="4315248" y="3432289"/>
            <a:ext cx="88237" cy="19669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9986F37F-CF99-8013-ECC3-E7D23BEC3576}"/>
              </a:ext>
            </a:extLst>
          </p:cNvPr>
          <p:cNvCxnSpPr>
            <a:cxnSpLocks/>
            <a:stCxn id="101" idx="0"/>
            <a:endCxn id="105" idx="2"/>
          </p:cNvCxnSpPr>
          <p:nvPr/>
        </p:nvCxnSpPr>
        <p:spPr>
          <a:xfrm flipV="1">
            <a:off x="4359367" y="3070505"/>
            <a:ext cx="330367" cy="36178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AC04E02A-32AF-5129-CD99-CAE298082A2F}"/>
              </a:ext>
            </a:extLst>
          </p:cNvPr>
          <p:cNvSpPr/>
          <p:nvPr/>
        </p:nvSpPr>
        <p:spPr>
          <a:xfrm>
            <a:off x="4262263" y="2892344"/>
            <a:ext cx="854941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ColorHex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242DD3B-8599-4319-E89F-5CCC68776B81}"/>
              </a:ext>
            </a:extLst>
          </p:cNvPr>
          <p:cNvSpPr/>
          <p:nvPr/>
        </p:nvSpPr>
        <p:spPr>
          <a:xfrm>
            <a:off x="2926081" y="3974829"/>
            <a:ext cx="3074670" cy="17816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A76C688-6993-4A98-D24E-3878A328315F}"/>
              </a:ext>
            </a:extLst>
          </p:cNvPr>
          <p:cNvCxnSpPr>
            <a:cxnSpLocks/>
            <a:stCxn id="113" idx="1"/>
            <a:endCxn id="115" idx="3"/>
          </p:cNvCxnSpPr>
          <p:nvPr/>
        </p:nvCxnSpPr>
        <p:spPr>
          <a:xfrm flipH="1" flipV="1">
            <a:off x="2364880" y="4045194"/>
            <a:ext cx="561201" cy="1871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52798A33-9B8F-12BC-99CF-2713838D34F9}"/>
              </a:ext>
            </a:extLst>
          </p:cNvPr>
          <p:cNvSpPr/>
          <p:nvPr/>
        </p:nvSpPr>
        <p:spPr>
          <a:xfrm>
            <a:off x="1348563" y="3956113"/>
            <a:ext cx="1016317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01163" y="1388380"/>
            <a:ext cx="69301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endCxn id="185" idx="3"/>
          </p:cNvCxnSpPr>
          <p:nvPr/>
        </p:nvCxnSpPr>
        <p:spPr>
          <a:xfrm flipH="1">
            <a:off x="1940324" y="1936679"/>
            <a:ext cx="660839" cy="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C7BA14C5-28BB-725B-618C-9B4B497F42F1}"/>
              </a:ext>
            </a:extLst>
          </p:cNvPr>
          <p:cNvSpPr/>
          <p:nvPr/>
        </p:nvSpPr>
        <p:spPr>
          <a:xfrm>
            <a:off x="3758696" y="3417256"/>
            <a:ext cx="311992" cy="21173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91" name="Rectangle: Rounded Corners 190">
            <a:extLst>
              <a:ext uri="{FF2B5EF4-FFF2-40B4-BE49-F238E27FC236}">
                <a16:creationId xmlns:a16="http://schemas.microsoft.com/office/drawing/2014/main" id="{C5D7AE0F-C389-FDB0-84B3-1C311898A7C1}"/>
              </a:ext>
            </a:extLst>
          </p:cNvPr>
          <p:cNvSpPr/>
          <p:nvPr/>
        </p:nvSpPr>
        <p:spPr>
          <a:xfrm>
            <a:off x="1351642" y="2920127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Label</a:t>
            </a:r>
          </a:p>
        </p:txBody>
      </p: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EB4070B5-8ED1-2E50-7259-AB728728D3FF}"/>
              </a:ext>
            </a:extLst>
          </p:cNvPr>
          <p:cNvCxnSpPr>
            <a:cxnSpLocks/>
            <a:stCxn id="191" idx="3"/>
          </p:cNvCxnSpPr>
          <p:nvPr/>
        </p:nvCxnSpPr>
        <p:spPr>
          <a:xfrm>
            <a:off x="2274401" y="3030581"/>
            <a:ext cx="1519368" cy="39722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Rectangle 211">
            <a:extLst>
              <a:ext uri="{FF2B5EF4-FFF2-40B4-BE49-F238E27FC236}">
                <a16:creationId xmlns:a16="http://schemas.microsoft.com/office/drawing/2014/main" id="{8F3121AB-75D6-615D-89C1-A7DD6B00F775}"/>
              </a:ext>
            </a:extLst>
          </p:cNvPr>
          <p:cNvSpPr/>
          <p:nvPr/>
        </p:nvSpPr>
        <p:spPr>
          <a:xfrm>
            <a:off x="6724650" y="2868364"/>
            <a:ext cx="2707481" cy="42173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13" name="Rectangle: Rounded Corners 212">
            <a:extLst>
              <a:ext uri="{FF2B5EF4-FFF2-40B4-BE49-F238E27FC236}">
                <a16:creationId xmlns:a16="http://schemas.microsoft.com/office/drawing/2014/main" id="{56867633-4FD0-1645-E326-ECF559BA61EC}"/>
              </a:ext>
            </a:extLst>
          </p:cNvPr>
          <p:cNvSpPr/>
          <p:nvPr/>
        </p:nvSpPr>
        <p:spPr>
          <a:xfrm>
            <a:off x="9835859" y="2240473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Comment</a:t>
            </a:r>
          </a:p>
        </p:txBody>
      </p: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EA62D07B-85BC-123C-75E9-DA054BF2BABD}"/>
              </a:ext>
            </a:extLst>
          </p:cNvPr>
          <p:cNvCxnSpPr>
            <a:cxnSpLocks/>
            <a:stCxn id="212" idx="3"/>
            <a:endCxn id="213" idx="1"/>
          </p:cNvCxnSpPr>
          <p:nvPr/>
        </p:nvCxnSpPr>
        <p:spPr>
          <a:xfrm flipV="1">
            <a:off x="9432131" y="2350927"/>
            <a:ext cx="403728" cy="72830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4" name="Rectangle 223">
            <a:extLst>
              <a:ext uri="{FF2B5EF4-FFF2-40B4-BE49-F238E27FC236}">
                <a16:creationId xmlns:a16="http://schemas.microsoft.com/office/drawing/2014/main" id="{11D9DF0B-A729-C5A5-B8F2-78E9DD5BCE0D}"/>
              </a:ext>
            </a:extLst>
          </p:cNvPr>
          <p:cNvSpPr/>
          <p:nvPr/>
        </p:nvSpPr>
        <p:spPr>
          <a:xfrm>
            <a:off x="6806097" y="3756295"/>
            <a:ext cx="222017" cy="24763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25" name="Rectangle: Rounded Corners 224">
            <a:extLst>
              <a:ext uri="{FF2B5EF4-FFF2-40B4-BE49-F238E27FC236}">
                <a16:creationId xmlns:a16="http://schemas.microsoft.com/office/drawing/2014/main" id="{6404D7AA-55C0-627B-8156-67A4BA4323E1}"/>
              </a:ext>
            </a:extLst>
          </p:cNvPr>
          <p:cNvSpPr/>
          <p:nvPr/>
        </p:nvSpPr>
        <p:spPr>
          <a:xfrm>
            <a:off x="5588000" y="4340496"/>
            <a:ext cx="96754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61587A87-6141-CEF9-4AA6-E3EEED32F349}"/>
              </a:ext>
            </a:extLst>
          </p:cNvPr>
          <p:cNvCxnSpPr>
            <a:cxnSpLocks/>
            <a:stCxn id="224" idx="2"/>
            <a:endCxn id="225" idx="3"/>
          </p:cNvCxnSpPr>
          <p:nvPr/>
        </p:nvCxnSpPr>
        <p:spPr>
          <a:xfrm flipH="1">
            <a:off x="6555544" y="4003929"/>
            <a:ext cx="361562" cy="43440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09EA6369-24DF-A0D5-FC1E-CA2E4D6B51D5}"/>
              </a:ext>
            </a:extLst>
          </p:cNvPr>
          <p:cNvSpPr/>
          <p:nvPr/>
        </p:nvSpPr>
        <p:spPr>
          <a:xfrm>
            <a:off x="7065023" y="3753034"/>
            <a:ext cx="601266" cy="1357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33" name="Rectangle: Rounded Corners 232">
            <a:extLst>
              <a:ext uri="{FF2B5EF4-FFF2-40B4-BE49-F238E27FC236}">
                <a16:creationId xmlns:a16="http://schemas.microsoft.com/office/drawing/2014/main" id="{94846550-00F3-6485-3B01-B5CF5654A95A}"/>
              </a:ext>
            </a:extLst>
          </p:cNvPr>
          <p:cNvSpPr/>
          <p:nvPr/>
        </p:nvSpPr>
        <p:spPr>
          <a:xfrm>
            <a:off x="5609917" y="3074720"/>
            <a:ext cx="96754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Fullname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34" name="Straight Arrow Connector 233">
            <a:extLst>
              <a:ext uri="{FF2B5EF4-FFF2-40B4-BE49-F238E27FC236}">
                <a16:creationId xmlns:a16="http://schemas.microsoft.com/office/drawing/2014/main" id="{39E75F12-DD46-4452-EB54-B05776DA073A}"/>
              </a:ext>
            </a:extLst>
          </p:cNvPr>
          <p:cNvCxnSpPr>
            <a:cxnSpLocks/>
          </p:cNvCxnSpPr>
          <p:nvPr/>
        </p:nvCxnSpPr>
        <p:spPr>
          <a:xfrm flipH="1" flipV="1">
            <a:off x="6551707" y="3259253"/>
            <a:ext cx="527387" cy="48355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Rectangle 244">
            <a:extLst>
              <a:ext uri="{FF2B5EF4-FFF2-40B4-BE49-F238E27FC236}">
                <a16:creationId xmlns:a16="http://schemas.microsoft.com/office/drawing/2014/main" id="{641B6913-45AC-DAB3-DF71-76ADE372097D}"/>
              </a:ext>
            </a:extLst>
          </p:cNvPr>
          <p:cNvSpPr/>
          <p:nvPr/>
        </p:nvSpPr>
        <p:spPr>
          <a:xfrm>
            <a:off x="7708675" y="2927830"/>
            <a:ext cx="717776" cy="1357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6" name="Rectangle: Rounded Corners 245">
            <a:extLst>
              <a:ext uri="{FF2B5EF4-FFF2-40B4-BE49-F238E27FC236}">
                <a16:creationId xmlns:a16="http://schemas.microsoft.com/office/drawing/2014/main" id="{2D7BA35B-0BD1-8CBC-00F0-0B9037AE9AB5}"/>
              </a:ext>
            </a:extLst>
          </p:cNvPr>
          <p:cNvSpPr/>
          <p:nvPr/>
        </p:nvSpPr>
        <p:spPr>
          <a:xfrm>
            <a:off x="8044333" y="1932699"/>
            <a:ext cx="108445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47" name="Straight Arrow Connector 246">
            <a:extLst>
              <a:ext uri="{FF2B5EF4-FFF2-40B4-BE49-F238E27FC236}">
                <a16:creationId xmlns:a16="http://schemas.microsoft.com/office/drawing/2014/main" id="{20F02D56-7668-3600-4D93-0AE06618566F}"/>
              </a:ext>
            </a:extLst>
          </p:cNvPr>
          <p:cNvCxnSpPr>
            <a:cxnSpLocks/>
            <a:stCxn id="245" idx="0"/>
            <a:endCxn id="246" idx="2"/>
          </p:cNvCxnSpPr>
          <p:nvPr/>
        </p:nvCxnSpPr>
        <p:spPr>
          <a:xfrm flipV="1">
            <a:off x="8067563" y="2128372"/>
            <a:ext cx="518997" cy="79945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Rectangle 248">
            <a:extLst>
              <a:ext uri="{FF2B5EF4-FFF2-40B4-BE49-F238E27FC236}">
                <a16:creationId xmlns:a16="http://schemas.microsoft.com/office/drawing/2014/main" id="{C243A419-A61E-0993-B8AD-487FED99A261}"/>
              </a:ext>
            </a:extLst>
          </p:cNvPr>
          <p:cNvSpPr/>
          <p:nvPr/>
        </p:nvSpPr>
        <p:spPr>
          <a:xfrm>
            <a:off x="7097999" y="3123503"/>
            <a:ext cx="717776" cy="1357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50" name="Rectangle: Rounded Corners 249">
            <a:extLst>
              <a:ext uri="{FF2B5EF4-FFF2-40B4-BE49-F238E27FC236}">
                <a16:creationId xmlns:a16="http://schemas.microsoft.com/office/drawing/2014/main" id="{F802D208-430D-56CC-93E4-8E86D0375ADA}"/>
              </a:ext>
            </a:extLst>
          </p:cNvPr>
          <p:cNvSpPr/>
          <p:nvPr/>
        </p:nvSpPr>
        <p:spPr>
          <a:xfrm>
            <a:off x="8520820" y="3070505"/>
            <a:ext cx="764623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Content</a:t>
            </a:r>
          </a:p>
        </p:txBody>
      </p:sp>
      <p:cxnSp>
        <p:nvCxnSpPr>
          <p:cNvPr id="251" name="Straight Arrow Connector 250">
            <a:extLst>
              <a:ext uri="{FF2B5EF4-FFF2-40B4-BE49-F238E27FC236}">
                <a16:creationId xmlns:a16="http://schemas.microsoft.com/office/drawing/2014/main" id="{CFD1DD73-7429-A070-97E7-6DE89330753F}"/>
              </a:ext>
            </a:extLst>
          </p:cNvPr>
          <p:cNvCxnSpPr>
            <a:cxnSpLocks/>
            <a:stCxn id="249" idx="3"/>
            <a:endCxn id="250" idx="1"/>
          </p:cNvCxnSpPr>
          <p:nvPr/>
        </p:nvCxnSpPr>
        <p:spPr>
          <a:xfrm flipV="1">
            <a:off x="7815775" y="3168342"/>
            <a:ext cx="705045" cy="2303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Rectangle 259">
            <a:extLst>
              <a:ext uri="{FF2B5EF4-FFF2-40B4-BE49-F238E27FC236}">
                <a16:creationId xmlns:a16="http://schemas.microsoft.com/office/drawing/2014/main" id="{C5F54A60-44E0-986B-FFD4-DA9A51BE63F6}"/>
              </a:ext>
            </a:extLst>
          </p:cNvPr>
          <p:cNvSpPr/>
          <p:nvPr/>
        </p:nvSpPr>
        <p:spPr>
          <a:xfrm>
            <a:off x="6994141" y="3323973"/>
            <a:ext cx="2407034" cy="27257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1" name="Rectangle: Rounded Corners 260">
            <a:extLst>
              <a:ext uri="{FF2B5EF4-FFF2-40B4-BE49-F238E27FC236}">
                <a16:creationId xmlns:a16="http://schemas.microsoft.com/office/drawing/2014/main" id="{F8239704-CA67-C82E-9536-E5456BF38F7C}"/>
              </a:ext>
            </a:extLst>
          </p:cNvPr>
          <p:cNvSpPr/>
          <p:nvPr/>
        </p:nvSpPr>
        <p:spPr>
          <a:xfrm>
            <a:off x="9800588" y="3196348"/>
            <a:ext cx="1576174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CommentReaction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62" name="Straight Arrow Connector 261">
            <a:extLst>
              <a:ext uri="{FF2B5EF4-FFF2-40B4-BE49-F238E27FC236}">
                <a16:creationId xmlns:a16="http://schemas.microsoft.com/office/drawing/2014/main" id="{064179AF-3272-99E3-332C-59B349003EB5}"/>
              </a:ext>
            </a:extLst>
          </p:cNvPr>
          <p:cNvCxnSpPr>
            <a:cxnSpLocks/>
            <a:endCxn id="261" idx="1"/>
          </p:cNvCxnSpPr>
          <p:nvPr/>
        </p:nvCxnSpPr>
        <p:spPr>
          <a:xfrm flipV="1">
            <a:off x="9392410" y="3306802"/>
            <a:ext cx="408178" cy="6051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B9C2B61E-77C6-8766-8F9D-2156170D32E5}"/>
              </a:ext>
            </a:extLst>
          </p:cNvPr>
          <p:cNvSpPr/>
          <p:nvPr/>
        </p:nvSpPr>
        <p:spPr>
          <a:xfrm>
            <a:off x="8893656" y="3353952"/>
            <a:ext cx="141001" cy="15444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72" name="Rectangle: Rounded Corners 271">
            <a:extLst>
              <a:ext uri="{FF2B5EF4-FFF2-40B4-BE49-F238E27FC236}">
                <a16:creationId xmlns:a16="http://schemas.microsoft.com/office/drawing/2014/main" id="{B7CBBFCD-B196-9C0C-117B-ED4CD313ADB2}"/>
              </a:ext>
            </a:extLst>
          </p:cNvPr>
          <p:cNvSpPr/>
          <p:nvPr/>
        </p:nvSpPr>
        <p:spPr>
          <a:xfrm>
            <a:off x="9798937" y="3486091"/>
            <a:ext cx="8170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Reaction</a:t>
            </a:r>
          </a:p>
        </p:txBody>
      </p:sp>
      <p:cxnSp>
        <p:nvCxnSpPr>
          <p:cNvPr id="273" name="Straight Arrow Connector 272">
            <a:extLst>
              <a:ext uri="{FF2B5EF4-FFF2-40B4-BE49-F238E27FC236}">
                <a16:creationId xmlns:a16="http://schemas.microsoft.com/office/drawing/2014/main" id="{9ECB7E47-3375-8322-5856-A3B115C5015D}"/>
              </a:ext>
            </a:extLst>
          </p:cNvPr>
          <p:cNvCxnSpPr>
            <a:cxnSpLocks/>
            <a:stCxn id="271" idx="3"/>
            <a:endCxn id="272" idx="1"/>
          </p:cNvCxnSpPr>
          <p:nvPr/>
        </p:nvCxnSpPr>
        <p:spPr>
          <a:xfrm>
            <a:off x="9034657" y="3431176"/>
            <a:ext cx="764280" cy="16536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" name="Rectangle 306">
            <a:extLst>
              <a:ext uri="{FF2B5EF4-FFF2-40B4-BE49-F238E27FC236}">
                <a16:creationId xmlns:a16="http://schemas.microsoft.com/office/drawing/2014/main" id="{2254AC56-F116-4A97-7D65-62EEACD8AF92}"/>
              </a:ext>
            </a:extLst>
          </p:cNvPr>
          <p:cNvSpPr/>
          <p:nvPr/>
        </p:nvSpPr>
        <p:spPr>
          <a:xfrm>
            <a:off x="6800072" y="2910946"/>
            <a:ext cx="867553" cy="19124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09" name="Rectangle: Rounded Corners 308">
            <a:extLst>
              <a:ext uri="{FF2B5EF4-FFF2-40B4-BE49-F238E27FC236}">
                <a16:creationId xmlns:a16="http://schemas.microsoft.com/office/drawing/2014/main" id="{329FDE94-7EDB-F063-8C31-9416F14137F5}"/>
              </a:ext>
            </a:extLst>
          </p:cNvPr>
          <p:cNvSpPr/>
          <p:nvPr/>
        </p:nvSpPr>
        <p:spPr>
          <a:xfrm>
            <a:off x="6710652" y="1899627"/>
            <a:ext cx="8170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310" name="Straight Arrow Connector 309">
            <a:extLst>
              <a:ext uri="{FF2B5EF4-FFF2-40B4-BE49-F238E27FC236}">
                <a16:creationId xmlns:a16="http://schemas.microsoft.com/office/drawing/2014/main" id="{C475C140-3581-7F48-D152-AD49FD5965CD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H="1" flipV="1">
            <a:off x="7119198" y="2120534"/>
            <a:ext cx="114651" cy="79041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Rectangle 336">
            <a:extLst>
              <a:ext uri="{FF2B5EF4-FFF2-40B4-BE49-F238E27FC236}">
                <a16:creationId xmlns:a16="http://schemas.microsoft.com/office/drawing/2014/main" id="{4130FE0D-47CC-5D53-1EFA-B175E1BFE8F6}"/>
              </a:ext>
            </a:extLst>
          </p:cNvPr>
          <p:cNvSpPr/>
          <p:nvPr/>
        </p:nvSpPr>
        <p:spPr>
          <a:xfrm>
            <a:off x="7063321" y="3920645"/>
            <a:ext cx="752454" cy="10681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38" name="Rectangle: Rounded Corners 337">
            <a:extLst>
              <a:ext uri="{FF2B5EF4-FFF2-40B4-BE49-F238E27FC236}">
                <a16:creationId xmlns:a16="http://schemas.microsoft.com/office/drawing/2014/main" id="{829D9EAF-4035-CA85-7C1C-0709C316F2F0}"/>
              </a:ext>
            </a:extLst>
          </p:cNvPr>
          <p:cNvSpPr/>
          <p:nvPr/>
        </p:nvSpPr>
        <p:spPr>
          <a:xfrm>
            <a:off x="6800072" y="4490395"/>
            <a:ext cx="96754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39" name="Straight Arrow Connector 338">
            <a:extLst>
              <a:ext uri="{FF2B5EF4-FFF2-40B4-BE49-F238E27FC236}">
                <a16:creationId xmlns:a16="http://schemas.microsoft.com/office/drawing/2014/main" id="{CD653AA0-0234-B8BA-FCC6-BBF984069D07}"/>
              </a:ext>
            </a:extLst>
          </p:cNvPr>
          <p:cNvCxnSpPr>
            <a:cxnSpLocks/>
            <a:stCxn id="337" idx="2"/>
            <a:endCxn id="338" idx="0"/>
          </p:cNvCxnSpPr>
          <p:nvPr/>
        </p:nvCxnSpPr>
        <p:spPr>
          <a:xfrm flipH="1">
            <a:off x="7283844" y="4027457"/>
            <a:ext cx="155704" cy="46293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Rectangle 343">
            <a:extLst>
              <a:ext uri="{FF2B5EF4-FFF2-40B4-BE49-F238E27FC236}">
                <a16:creationId xmlns:a16="http://schemas.microsoft.com/office/drawing/2014/main" id="{0BF65F75-7A74-24A2-A16A-2B371142B752}"/>
              </a:ext>
            </a:extLst>
          </p:cNvPr>
          <p:cNvSpPr/>
          <p:nvPr/>
        </p:nvSpPr>
        <p:spPr>
          <a:xfrm>
            <a:off x="7688953" y="3756295"/>
            <a:ext cx="1261372" cy="13248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5" name="Rectangle: Rounded Corners 344">
            <a:extLst>
              <a:ext uri="{FF2B5EF4-FFF2-40B4-BE49-F238E27FC236}">
                <a16:creationId xmlns:a16="http://schemas.microsoft.com/office/drawing/2014/main" id="{816DBF0F-AE4B-F247-7916-8EB0F3078F2A}"/>
              </a:ext>
            </a:extLst>
          </p:cNvPr>
          <p:cNvSpPr/>
          <p:nvPr/>
        </p:nvSpPr>
        <p:spPr>
          <a:xfrm>
            <a:off x="8011203" y="4484369"/>
            <a:ext cx="145660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ActivityDescription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46" name="Straight Arrow Connector 345">
            <a:extLst>
              <a:ext uri="{FF2B5EF4-FFF2-40B4-BE49-F238E27FC236}">
                <a16:creationId xmlns:a16="http://schemas.microsoft.com/office/drawing/2014/main" id="{806297B1-989F-16E2-46AB-60FADD2316DA}"/>
              </a:ext>
            </a:extLst>
          </p:cNvPr>
          <p:cNvCxnSpPr>
            <a:cxnSpLocks/>
            <a:stCxn id="344" idx="2"/>
            <a:endCxn id="345" idx="0"/>
          </p:cNvCxnSpPr>
          <p:nvPr/>
        </p:nvCxnSpPr>
        <p:spPr>
          <a:xfrm>
            <a:off x="8319639" y="3888784"/>
            <a:ext cx="419864" cy="59558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1971A55-8DE8-8B09-99DD-47D27CD15BE6}"/>
              </a:ext>
            </a:extLst>
          </p:cNvPr>
          <p:cNvSpPr/>
          <p:nvPr/>
        </p:nvSpPr>
        <p:spPr>
          <a:xfrm>
            <a:off x="6755299" y="3690652"/>
            <a:ext cx="2645875" cy="41333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53" name="Rectangle: Rounded Corners 352">
            <a:extLst>
              <a:ext uri="{FF2B5EF4-FFF2-40B4-BE49-F238E27FC236}">
                <a16:creationId xmlns:a16="http://schemas.microsoft.com/office/drawing/2014/main" id="{76C39B9B-5B57-459F-B9F3-520E3B977D37}"/>
              </a:ext>
            </a:extLst>
          </p:cNvPr>
          <p:cNvSpPr/>
          <p:nvPr/>
        </p:nvSpPr>
        <p:spPr>
          <a:xfrm>
            <a:off x="9803531" y="3850801"/>
            <a:ext cx="8170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Activity</a:t>
            </a:r>
          </a:p>
        </p:txBody>
      </p:sp>
      <p:cxnSp>
        <p:nvCxnSpPr>
          <p:cNvPr id="354" name="Straight Arrow Connector 353">
            <a:extLst>
              <a:ext uri="{FF2B5EF4-FFF2-40B4-BE49-F238E27FC236}">
                <a16:creationId xmlns:a16="http://schemas.microsoft.com/office/drawing/2014/main" id="{17653994-A45E-13F1-10B3-B922109CF902}"/>
              </a:ext>
            </a:extLst>
          </p:cNvPr>
          <p:cNvCxnSpPr>
            <a:cxnSpLocks/>
            <a:stCxn id="352" idx="3"/>
            <a:endCxn id="353" idx="1"/>
          </p:cNvCxnSpPr>
          <p:nvPr/>
        </p:nvCxnSpPr>
        <p:spPr>
          <a:xfrm>
            <a:off x="9401174" y="3897318"/>
            <a:ext cx="402357" cy="6393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1" name="Rectangle 410">
            <a:extLst>
              <a:ext uri="{FF2B5EF4-FFF2-40B4-BE49-F238E27FC236}">
                <a16:creationId xmlns:a16="http://schemas.microsoft.com/office/drawing/2014/main" id="{7A4F3A48-A1B8-C150-D184-26E21DC2BAF3}"/>
              </a:ext>
            </a:extLst>
          </p:cNvPr>
          <p:cNvSpPr/>
          <p:nvPr/>
        </p:nvSpPr>
        <p:spPr>
          <a:xfrm>
            <a:off x="3035386" y="5756733"/>
            <a:ext cx="3257463" cy="45991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12" name="Straight Arrow Connector 411">
            <a:extLst>
              <a:ext uri="{FF2B5EF4-FFF2-40B4-BE49-F238E27FC236}">
                <a16:creationId xmlns:a16="http://schemas.microsoft.com/office/drawing/2014/main" id="{B287B970-711D-A9EE-FE3E-4145C0B8E797}"/>
              </a:ext>
            </a:extLst>
          </p:cNvPr>
          <p:cNvCxnSpPr>
            <a:cxnSpLocks/>
            <a:stCxn id="411" idx="1"/>
            <a:endCxn id="413" idx="3"/>
          </p:cNvCxnSpPr>
          <p:nvPr/>
        </p:nvCxnSpPr>
        <p:spPr>
          <a:xfrm flipH="1">
            <a:off x="2367959" y="5986692"/>
            <a:ext cx="667427" cy="8310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3" name="Rectangle: Rounded Corners 412">
            <a:extLst>
              <a:ext uri="{FF2B5EF4-FFF2-40B4-BE49-F238E27FC236}">
                <a16:creationId xmlns:a16="http://schemas.microsoft.com/office/drawing/2014/main" id="{449FC3E6-465F-7A1A-BB15-62CD241179E9}"/>
              </a:ext>
            </a:extLst>
          </p:cNvPr>
          <p:cNvSpPr/>
          <p:nvPr/>
        </p:nvSpPr>
        <p:spPr>
          <a:xfrm>
            <a:off x="1351642" y="5980720"/>
            <a:ext cx="1016317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Location</a:t>
            </a:r>
          </a:p>
        </p:txBody>
      </p:sp>
      <p:sp>
        <p:nvSpPr>
          <p:cNvPr id="425" name="Rectangle 424">
            <a:extLst>
              <a:ext uri="{FF2B5EF4-FFF2-40B4-BE49-F238E27FC236}">
                <a16:creationId xmlns:a16="http://schemas.microsoft.com/office/drawing/2014/main" id="{478BC035-3240-B60D-B07A-ACCFD33DB788}"/>
              </a:ext>
            </a:extLst>
          </p:cNvPr>
          <p:cNvSpPr/>
          <p:nvPr/>
        </p:nvSpPr>
        <p:spPr>
          <a:xfrm>
            <a:off x="2967255" y="3395165"/>
            <a:ext cx="486932" cy="29045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430" name="Rectangle: Rounded Corners 429">
            <a:extLst>
              <a:ext uri="{FF2B5EF4-FFF2-40B4-BE49-F238E27FC236}">
                <a16:creationId xmlns:a16="http://schemas.microsoft.com/office/drawing/2014/main" id="{070C86EC-22E5-467D-1CB9-0148166C8D92}"/>
              </a:ext>
            </a:extLst>
          </p:cNvPr>
          <p:cNvSpPr/>
          <p:nvPr/>
        </p:nvSpPr>
        <p:spPr>
          <a:xfrm>
            <a:off x="1348563" y="3247121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431" name="Straight Arrow Connector 430">
            <a:extLst>
              <a:ext uri="{FF2B5EF4-FFF2-40B4-BE49-F238E27FC236}">
                <a16:creationId xmlns:a16="http://schemas.microsoft.com/office/drawing/2014/main" id="{EF9E682C-87F2-0C74-E9B1-79621E167511}"/>
              </a:ext>
            </a:extLst>
          </p:cNvPr>
          <p:cNvCxnSpPr>
            <a:cxnSpLocks/>
            <a:stCxn id="430" idx="3"/>
            <a:endCxn id="425" idx="1"/>
          </p:cNvCxnSpPr>
          <p:nvPr/>
        </p:nvCxnSpPr>
        <p:spPr>
          <a:xfrm>
            <a:off x="2271322" y="3357575"/>
            <a:ext cx="695933" cy="1828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2" name="Rectangle 441">
            <a:extLst>
              <a:ext uri="{FF2B5EF4-FFF2-40B4-BE49-F238E27FC236}">
                <a16:creationId xmlns:a16="http://schemas.microsoft.com/office/drawing/2014/main" id="{6D33A7A2-A6BC-AAF2-4AC0-F95FDC688BFE}"/>
              </a:ext>
            </a:extLst>
          </p:cNvPr>
          <p:cNvSpPr/>
          <p:nvPr/>
        </p:nvSpPr>
        <p:spPr>
          <a:xfrm>
            <a:off x="8773096" y="2299778"/>
            <a:ext cx="694707" cy="224857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43" name="Straight Arrow Connector 442">
            <a:extLst>
              <a:ext uri="{FF2B5EF4-FFF2-40B4-BE49-F238E27FC236}">
                <a16:creationId xmlns:a16="http://schemas.microsoft.com/office/drawing/2014/main" id="{61314065-11DF-DA67-D9B9-D45377E37FB9}"/>
              </a:ext>
            </a:extLst>
          </p:cNvPr>
          <p:cNvCxnSpPr>
            <a:cxnSpLocks/>
            <a:stCxn id="442" idx="0"/>
            <a:endCxn id="444" idx="1"/>
          </p:cNvCxnSpPr>
          <p:nvPr/>
        </p:nvCxnSpPr>
        <p:spPr>
          <a:xfrm flipV="1">
            <a:off x="9120450" y="1764582"/>
            <a:ext cx="715409" cy="535196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4" name="Rectangle: Rounded Corners 443">
            <a:extLst>
              <a:ext uri="{FF2B5EF4-FFF2-40B4-BE49-F238E27FC236}">
                <a16:creationId xmlns:a16="http://schemas.microsoft.com/office/drawing/2014/main" id="{C7C778C3-DD64-D8E5-677B-1AD12269DB2F}"/>
              </a:ext>
            </a:extLst>
          </p:cNvPr>
          <p:cNvSpPr/>
          <p:nvPr/>
        </p:nvSpPr>
        <p:spPr>
          <a:xfrm>
            <a:off x="9835859" y="1647997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Show only main activities</a:t>
            </a:r>
          </a:p>
        </p:txBody>
      </p:sp>
    </p:spTree>
    <p:extLst>
      <p:ext uri="{BB962C8B-B14F-4D97-AF65-F5344CB8AC3E}">
        <p14:creationId xmlns:p14="http://schemas.microsoft.com/office/powerpoint/2010/main" val="2274529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Picture 239">
            <a:extLst>
              <a:ext uri="{FF2B5EF4-FFF2-40B4-BE49-F238E27FC236}">
                <a16:creationId xmlns:a16="http://schemas.microsoft.com/office/drawing/2014/main" id="{5C15A8E6-A8B7-8C90-822E-E51ED16B5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7981"/>
            <a:ext cx="12192000" cy="591493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3BBD693C-A54D-C30B-09E9-911E9AF50C36}"/>
              </a:ext>
            </a:extLst>
          </p:cNvPr>
          <p:cNvSpPr/>
          <p:nvPr/>
        </p:nvSpPr>
        <p:spPr>
          <a:xfrm>
            <a:off x="1362361" y="2527868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CustomField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D37E288-DA3A-F1DF-1521-9632FF55E4F0}"/>
              </a:ext>
            </a:extLst>
          </p:cNvPr>
          <p:cNvCxnSpPr>
            <a:cxnSpLocks/>
            <a:endCxn id="37" idx="3"/>
          </p:cNvCxnSpPr>
          <p:nvPr/>
        </p:nvCxnSpPr>
        <p:spPr>
          <a:xfrm flipH="1" flipV="1">
            <a:off x="2436320" y="2638322"/>
            <a:ext cx="488457" cy="25066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AB98DF47-5FF5-5D29-C8FB-98550016EC6E}"/>
              </a:ext>
            </a:extLst>
          </p:cNvPr>
          <p:cNvSpPr/>
          <p:nvPr/>
        </p:nvSpPr>
        <p:spPr>
          <a:xfrm>
            <a:off x="2993161" y="2992927"/>
            <a:ext cx="3374759" cy="24032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E06F0D69-C97B-8133-9B4C-5AB9DF4FF8C7}"/>
              </a:ext>
            </a:extLst>
          </p:cNvPr>
          <p:cNvSpPr/>
          <p:nvPr/>
        </p:nvSpPr>
        <p:spPr>
          <a:xfrm>
            <a:off x="1362360" y="2882473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40BDEC4-1F39-511B-B853-E8865FF83BAE}"/>
              </a:ext>
            </a:extLst>
          </p:cNvPr>
          <p:cNvCxnSpPr>
            <a:cxnSpLocks/>
            <a:stCxn id="49" idx="1"/>
            <a:endCxn id="50" idx="3"/>
          </p:cNvCxnSpPr>
          <p:nvPr/>
        </p:nvCxnSpPr>
        <p:spPr>
          <a:xfrm flipH="1" flipV="1">
            <a:off x="2436319" y="2992927"/>
            <a:ext cx="556842" cy="12016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EFD49983-88EB-0F17-8098-A9E3FF2F340B}"/>
              </a:ext>
            </a:extLst>
          </p:cNvPr>
          <p:cNvSpPr/>
          <p:nvPr/>
        </p:nvSpPr>
        <p:spPr>
          <a:xfrm>
            <a:off x="1350234" y="4204289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FieldItem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B56BB71-6B92-A5B0-B975-5DF9B74E950C}"/>
              </a:ext>
            </a:extLst>
          </p:cNvPr>
          <p:cNvCxnSpPr>
            <a:cxnSpLocks/>
            <a:endCxn id="69" idx="3"/>
          </p:cNvCxnSpPr>
          <p:nvPr/>
        </p:nvCxnSpPr>
        <p:spPr>
          <a:xfrm flipH="1">
            <a:off x="2424193" y="4178349"/>
            <a:ext cx="1764426" cy="13639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D7150F41-32F2-794E-6384-91DBDE6BE64B}"/>
              </a:ext>
            </a:extLst>
          </p:cNvPr>
          <p:cNvSpPr/>
          <p:nvPr/>
        </p:nvSpPr>
        <p:spPr>
          <a:xfrm>
            <a:off x="4162546" y="3488975"/>
            <a:ext cx="1066677" cy="68937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8547111D-F9A5-51AF-AD0C-247E6697F48A}"/>
              </a:ext>
            </a:extLst>
          </p:cNvPr>
          <p:cNvSpPr/>
          <p:nvPr/>
        </p:nvSpPr>
        <p:spPr>
          <a:xfrm flipV="1">
            <a:off x="2993161" y="2825303"/>
            <a:ext cx="133350" cy="12132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5BABA2CA-5D68-FAD7-A324-39DA9C8CDBD3}"/>
              </a:ext>
            </a:extLst>
          </p:cNvPr>
          <p:cNvCxnSpPr>
            <a:cxnSpLocks/>
            <a:stCxn id="142" idx="2"/>
          </p:cNvCxnSpPr>
          <p:nvPr/>
        </p:nvCxnSpPr>
        <p:spPr>
          <a:xfrm flipV="1">
            <a:off x="3059836" y="2377759"/>
            <a:ext cx="290358" cy="44754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7F1A4A2A-A7B5-4AD1-76CD-5F65E35B5FF3}"/>
              </a:ext>
            </a:extLst>
          </p:cNvPr>
          <p:cNvSpPr/>
          <p:nvPr/>
        </p:nvSpPr>
        <p:spPr>
          <a:xfrm flipV="1">
            <a:off x="3148709" y="2828462"/>
            <a:ext cx="177731" cy="12132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FFB3686E-3987-216B-E122-13A84CD748B6}"/>
              </a:ext>
            </a:extLst>
          </p:cNvPr>
          <p:cNvCxnSpPr>
            <a:cxnSpLocks/>
            <a:stCxn id="148" idx="3"/>
          </p:cNvCxnSpPr>
          <p:nvPr/>
        </p:nvCxnSpPr>
        <p:spPr>
          <a:xfrm flipV="1">
            <a:off x="3326440" y="2363295"/>
            <a:ext cx="958751" cy="52582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01163" y="1388380"/>
            <a:ext cx="69301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stCxn id="185" idx="3"/>
          </p:cNvCxnSpPr>
          <p:nvPr/>
        </p:nvCxnSpPr>
        <p:spPr>
          <a:xfrm flipV="1">
            <a:off x="1940324" y="1934879"/>
            <a:ext cx="660839" cy="18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53828CBE-88D9-3434-8651-D765392E65C5}"/>
              </a:ext>
            </a:extLst>
          </p:cNvPr>
          <p:cNvSpPr/>
          <p:nvPr/>
        </p:nvSpPr>
        <p:spPr>
          <a:xfrm>
            <a:off x="2911361" y="2793555"/>
            <a:ext cx="3505200" cy="112974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59D1CEFD-0988-4755-23F9-9D2FDBA744BC}"/>
              </a:ext>
            </a:extLst>
          </p:cNvPr>
          <p:cNvSpPr/>
          <p:nvPr/>
        </p:nvSpPr>
        <p:spPr>
          <a:xfrm>
            <a:off x="2991927" y="2184622"/>
            <a:ext cx="1153829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DataTypeIcon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39C52EBB-A8A8-1992-FB66-2E7FD31F2003}"/>
              </a:ext>
            </a:extLst>
          </p:cNvPr>
          <p:cNvSpPr/>
          <p:nvPr/>
        </p:nvSpPr>
        <p:spPr>
          <a:xfrm>
            <a:off x="4277431" y="2180774"/>
            <a:ext cx="49082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Title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DD4B6D1-EA62-9C8D-0FC1-7D0EB61BE599}"/>
              </a:ext>
            </a:extLst>
          </p:cNvPr>
          <p:cNvSpPr/>
          <p:nvPr/>
        </p:nvSpPr>
        <p:spPr>
          <a:xfrm flipV="1">
            <a:off x="5359135" y="3039007"/>
            <a:ext cx="396346" cy="13155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6AA3C8B-4B4D-F350-A816-F6AD02F107D8}"/>
              </a:ext>
            </a:extLst>
          </p:cNvPr>
          <p:cNvCxnSpPr>
            <a:cxnSpLocks/>
            <a:stCxn id="42" idx="2"/>
            <a:endCxn id="46" idx="2"/>
          </p:cNvCxnSpPr>
          <p:nvPr/>
        </p:nvCxnSpPr>
        <p:spPr>
          <a:xfrm flipH="1" flipV="1">
            <a:off x="5473705" y="2377309"/>
            <a:ext cx="83603" cy="66169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251114EE-AA0F-2DE5-B9C8-C2C7803D2688}"/>
              </a:ext>
            </a:extLst>
          </p:cNvPr>
          <p:cNvSpPr/>
          <p:nvPr/>
        </p:nvSpPr>
        <p:spPr>
          <a:xfrm>
            <a:off x="4933095" y="2181636"/>
            <a:ext cx="108122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FieldContent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7EB1F7A-CCC2-74DB-BEE6-28A1020398B0}"/>
              </a:ext>
            </a:extLst>
          </p:cNvPr>
          <p:cNvSpPr/>
          <p:nvPr/>
        </p:nvSpPr>
        <p:spPr>
          <a:xfrm flipV="1">
            <a:off x="4219638" y="3548827"/>
            <a:ext cx="485711" cy="14153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9891802-2736-27D0-5E1F-AFECF5F22F32}"/>
              </a:ext>
            </a:extLst>
          </p:cNvPr>
          <p:cNvCxnSpPr>
            <a:cxnSpLocks/>
            <a:stCxn id="56" idx="1"/>
            <a:endCxn id="63" idx="3"/>
          </p:cNvCxnSpPr>
          <p:nvPr/>
        </p:nvCxnSpPr>
        <p:spPr>
          <a:xfrm flipH="1">
            <a:off x="2436320" y="3619594"/>
            <a:ext cx="1783318" cy="10330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A04D012E-53C4-DC10-E728-28D32AD270D9}"/>
              </a:ext>
            </a:extLst>
          </p:cNvPr>
          <p:cNvSpPr/>
          <p:nvPr/>
        </p:nvSpPr>
        <p:spPr>
          <a:xfrm>
            <a:off x="1135380" y="3625058"/>
            <a:ext cx="130094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FieldItem.Value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874491E9-A22B-244D-884C-66C8427A8DCF}"/>
              </a:ext>
            </a:extLst>
          </p:cNvPr>
          <p:cNvSpPr/>
          <p:nvPr/>
        </p:nvSpPr>
        <p:spPr>
          <a:xfrm>
            <a:off x="8773096" y="2299778"/>
            <a:ext cx="694707" cy="224857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A83B65BA-1FE4-8235-4F58-7828925BA024}"/>
              </a:ext>
            </a:extLst>
          </p:cNvPr>
          <p:cNvCxnSpPr>
            <a:cxnSpLocks/>
            <a:stCxn id="140" idx="0"/>
            <a:endCxn id="145" idx="1"/>
          </p:cNvCxnSpPr>
          <p:nvPr/>
        </p:nvCxnSpPr>
        <p:spPr>
          <a:xfrm flipV="1">
            <a:off x="9120450" y="1764582"/>
            <a:ext cx="715409" cy="535196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1D8C394F-2250-09DF-F804-967EEDAC7C32}"/>
              </a:ext>
            </a:extLst>
          </p:cNvPr>
          <p:cNvSpPr/>
          <p:nvPr/>
        </p:nvSpPr>
        <p:spPr>
          <a:xfrm>
            <a:off x="9835859" y="1647997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Show more activities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A8407396-64FF-1549-0460-F4BF7A586C39}"/>
              </a:ext>
            </a:extLst>
          </p:cNvPr>
          <p:cNvSpPr/>
          <p:nvPr/>
        </p:nvSpPr>
        <p:spPr>
          <a:xfrm flipV="1">
            <a:off x="6795184" y="2868293"/>
            <a:ext cx="2569073" cy="334088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3C1B24C4-E83C-2C46-D350-74A6610B910E}"/>
              </a:ext>
            </a:extLst>
          </p:cNvPr>
          <p:cNvCxnSpPr>
            <a:cxnSpLocks/>
            <a:endCxn id="193" idx="3"/>
          </p:cNvCxnSpPr>
          <p:nvPr/>
        </p:nvCxnSpPr>
        <p:spPr>
          <a:xfrm flipH="1">
            <a:off x="6416561" y="3484981"/>
            <a:ext cx="374045" cy="61431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Rectangle: Rounded Corners 192">
            <a:extLst>
              <a:ext uri="{FF2B5EF4-FFF2-40B4-BE49-F238E27FC236}">
                <a16:creationId xmlns:a16="http://schemas.microsoft.com/office/drawing/2014/main" id="{8B09F757-174C-E37F-EDDF-11D03F3307BF}"/>
              </a:ext>
            </a:extLst>
          </p:cNvPr>
          <p:cNvSpPr/>
          <p:nvPr/>
        </p:nvSpPr>
        <p:spPr>
          <a:xfrm>
            <a:off x="5607846" y="4001455"/>
            <a:ext cx="808715" cy="195673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Activity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EA41FADC-6449-798E-C43D-B20F8616AD7F}"/>
              </a:ext>
            </a:extLst>
          </p:cNvPr>
          <p:cNvSpPr/>
          <p:nvPr/>
        </p:nvSpPr>
        <p:spPr>
          <a:xfrm>
            <a:off x="6830691" y="2910946"/>
            <a:ext cx="822647" cy="12806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08" name="Rectangle: Rounded Corners 207">
            <a:extLst>
              <a:ext uri="{FF2B5EF4-FFF2-40B4-BE49-F238E27FC236}">
                <a16:creationId xmlns:a16="http://schemas.microsoft.com/office/drawing/2014/main" id="{ED3D8BEC-0EE0-CA7B-0231-D45B3B9EC9AE}"/>
              </a:ext>
            </a:extLst>
          </p:cNvPr>
          <p:cNvSpPr/>
          <p:nvPr/>
        </p:nvSpPr>
        <p:spPr>
          <a:xfrm>
            <a:off x="6795185" y="2269841"/>
            <a:ext cx="5354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209" name="Straight Arrow Connector 208">
            <a:extLst>
              <a:ext uri="{FF2B5EF4-FFF2-40B4-BE49-F238E27FC236}">
                <a16:creationId xmlns:a16="http://schemas.microsoft.com/office/drawing/2014/main" id="{F9ACC27C-D8E3-713C-66B4-D4A3C0FF281A}"/>
              </a:ext>
            </a:extLst>
          </p:cNvPr>
          <p:cNvCxnSpPr>
            <a:cxnSpLocks/>
            <a:stCxn id="206" idx="0"/>
            <a:endCxn id="208" idx="2"/>
          </p:cNvCxnSpPr>
          <p:nvPr/>
        </p:nvCxnSpPr>
        <p:spPr>
          <a:xfrm flipH="1" flipV="1">
            <a:off x="7062891" y="2490748"/>
            <a:ext cx="179124" cy="42019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9" name="Rectangle 218">
            <a:extLst>
              <a:ext uri="{FF2B5EF4-FFF2-40B4-BE49-F238E27FC236}">
                <a16:creationId xmlns:a16="http://schemas.microsoft.com/office/drawing/2014/main" id="{A2E50840-E2B6-9671-0F3D-26ACBA59261F}"/>
              </a:ext>
            </a:extLst>
          </p:cNvPr>
          <p:cNvSpPr/>
          <p:nvPr/>
        </p:nvSpPr>
        <p:spPr>
          <a:xfrm flipV="1">
            <a:off x="7688845" y="2910833"/>
            <a:ext cx="1509994" cy="11105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F30EB954-27C0-2985-1341-3B2223B51C36}"/>
              </a:ext>
            </a:extLst>
          </p:cNvPr>
          <p:cNvCxnSpPr>
            <a:cxnSpLocks/>
            <a:stCxn id="219" idx="3"/>
            <a:endCxn id="221" idx="1"/>
          </p:cNvCxnSpPr>
          <p:nvPr/>
        </p:nvCxnSpPr>
        <p:spPr>
          <a:xfrm>
            <a:off x="9198839" y="2966358"/>
            <a:ext cx="433123" cy="1856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: Rounded Corners 220">
            <a:extLst>
              <a:ext uri="{FF2B5EF4-FFF2-40B4-BE49-F238E27FC236}">
                <a16:creationId xmlns:a16="http://schemas.microsoft.com/office/drawing/2014/main" id="{E2A07F3B-78F5-834B-1CBC-F7E100E61ED4}"/>
              </a:ext>
            </a:extLst>
          </p:cNvPr>
          <p:cNvSpPr/>
          <p:nvPr/>
        </p:nvSpPr>
        <p:spPr>
          <a:xfrm>
            <a:off x="9631962" y="2887090"/>
            <a:ext cx="1474187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ActivityDescription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AC64133E-CF45-26A6-4373-917B5389DDBA}"/>
              </a:ext>
            </a:extLst>
          </p:cNvPr>
          <p:cNvSpPr/>
          <p:nvPr/>
        </p:nvSpPr>
        <p:spPr>
          <a:xfrm flipV="1">
            <a:off x="7062669" y="3063232"/>
            <a:ext cx="385881" cy="11105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435B4533-DEA0-F0FC-FF46-045DD20CA2A4}"/>
              </a:ext>
            </a:extLst>
          </p:cNvPr>
          <p:cNvCxnSpPr>
            <a:cxnSpLocks/>
            <a:stCxn id="229" idx="3"/>
            <a:endCxn id="231" idx="1"/>
          </p:cNvCxnSpPr>
          <p:nvPr/>
        </p:nvCxnSpPr>
        <p:spPr>
          <a:xfrm>
            <a:off x="7448550" y="3118757"/>
            <a:ext cx="2183412" cy="12656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Rectangle: Rounded Corners 230">
            <a:extLst>
              <a:ext uri="{FF2B5EF4-FFF2-40B4-BE49-F238E27FC236}">
                <a16:creationId xmlns:a16="http://schemas.microsoft.com/office/drawing/2014/main" id="{ED2C3857-AA1A-3C86-F2D0-345B62D83FA0}"/>
              </a:ext>
            </a:extLst>
          </p:cNvPr>
          <p:cNvSpPr/>
          <p:nvPr/>
        </p:nvSpPr>
        <p:spPr>
          <a:xfrm>
            <a:off x="9631962" y="3147483"/>
            <a:ext cx="904187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0038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>
            <a:extLst>
              <a:ext uri="{FF2B5EF4-FFF2-40B4-BE49-F238E27FC236}">
                <a16:creationId xmlns:a16="http://schemas.microsoft.com/office/drawing/2014/main" id="{AF464D47-0962-5E95-299B-9EE7B567E3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506"/>
            <a:ext cx="12192000" cy="5883164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39263" y="1388380"/>
            <a:ext cx="68793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stCxn id="185" idx="3"/>
          </p:cNvCxnSpPr>
          <p:nvPr/>
        </p:nvCxnSpPr>
        <p:spPr>
          <a:xfrm flipV="1">
            <a:off x="1940324" y="1934879"/>
            <a:ext cx="660839" cy="18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19B2E656-B102-3BF0-3A67-03D8308AE782}"/>
              </a:ext>
            </a:extLst>
          </p:cNvPr>
          <p:cNvSpPr/>
          <p:nvPr/>
        </p:nvSpPr>
        <p:spPr>
          <a:xfrm>
            <a:off x="2863850" y="3568965"/>
            <a:ext cx="3660775" cy="111086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B0695A19-375C-5406-5B6E-F74A6B3A151F}"/>
              </a:ext>
            </a:extLst>
          </p:cNvPr>
          <p:cNvSpPr/>
          <p:nvPr/>
        </p:nvSpPr>
        <p:spPr>
          <a:xfrm>
            <a:off x="866365" y="4458921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Attachment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3113785-485C-77F1-D912-3833BECD5E0B}"/>
              </a:ext>
            </a:extLst>
          </p:cNvPr>
          <p:cNvCxnSpPr>
            <a:cxnSpLocks/>
            <a:endCxn id="65" idx="3"/>
          </p:cNvCxnSpPr>
          <p:nvPr/>
        </p:nvCxnSpPr>
        <p:spPr>
          <a:xfrm flipH="1">
            <a:off x="1940324" y="4548533"/>
            <a:ext cx="923526" cy="2084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A170B43D-8882-4D8C-3AC7-2E6F5C09FA61}"/>
              </a:ext>
            </a:extLst>
          </p:cNvPr>
          <p:cNvSpPr/>
          <p:nvPr/>
        </p:nvSpPr>
        <p:spPr>
          <a:xfrm flipV="1">
            <a:off x="3467409" y="4347870"/>
            <a:ext cx="715273" cy="11105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022478CC-6847-D942-CC8A-F34FF8482F40}"/>
              </a:ext>
            </a:extLst>
          </p:cNvPr>
          <p:cNvCxnSpPr>
            <a:cxnSpLocks/>
            <a:stCxn id="73" idx="3"/>
            <a:endCxn id="81" idx="1"/>
          </p:cNvCxnSpPr>
          <p:nvPr/>
        </p:nvCxnSpPr>
        <p:spPr>
          <a:xfrm flipV="1">
            <a:off x="4182682" y="4250034"/>
            <a:ext cx="804637" cy="15336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112ECB4E-95B4-24A7-403D-12EECF97E7AB}"/>
              </a:ext>
            </a:extLst>
          </p:cNvPr>
          <p:cNvSpPr/>
          <p:nvPr/>
        </p:nvSpPr>
        <p:spPr>
          <a:xfrm>
            <a:off x="4987319" y="4152197"/>
            <a:ext cx="138475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AttachmentName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A6C754EA-A5A1-277B-60CA-1FADBDFBE288}"/>
              </a:ext>
            </a:extLst>
          </p:cNvPr>
          <p:cNvSpPr/>
          <p:nvPr/>
        </p:nvSpPr>
        <p:spPr>
          <a:xfrm flipV="1">
            <a:off x="3467408" y="4502696"/>
            <a:ext cx="715273" cy="9784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DD8A8A9B-A50B-7B2E-C6CA-B22123D8312F}"/>
              </a:ext>
            </a:extLst>
          </p:cNvPr>
          <p:cNvCxnSpPr>
            <a:cxnSpLocks/>
            <a:stCxn id="82" idx="3"/>
            <a:endCxn id="87" idx="1"/>
          </p:cNvCxnSpPr>
          <p:nvPr/>
        </p:nvCxnSpPr>
        <p:spPr>
          <a:xfrm flipV="1">
            <a:off x="4182681" y="4548534"/>
            <a:ext cx="804638" cy="308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15080C51-2120-BC53-A65F-103801DD3E10}"/>
              </a:ext>
            </a:extLst>
          </p:cNvPr>
          <p:cNvSpPr/>
          <p:nvPr/>
        </p:nvSpPr>
        <p:spPr>
          <a:xfrm>
            <a:off x="4987319" y="4450697"/>
            <a:ext cx="90888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D742AF0-3C76-FF1C-88A4-DC9193487BD2}"/>
              </a:ext>
            </a:extLst>
          </p:cNvPr>
          <p:cNvSpPr/>
          <p:nvPr/>
        </p:nvSpPr>
        <p:spPr>
          <a:xfrm flipV="1">
            <a:off x="2991540" y="3814110"/>
            <a:ext cx="3052073" cy="19294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8E9F434-C4A9-900C-4FF2-8E97C4A0034F}"/>
              </a:ext>
            </a:extLst>
          </p:cNvPr>
          <p:cNvCxnSpPr>
            <a:cxnSpLocks/>
            <a:endCxn id="17" idx="3"/>
          </p:cNvCxnSpPr>
          <p:nvPr/>
        </p:nvCxnSpPr>
        <p:spPr>
          <a:xfrm flipH="1" flipV="1">
            <a:off x="1940326" y="3762221"/>
            <a:ext cx="1051214" cy="8245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689E2DB-B0D8-6348-FED4-72CE35F74343}"/>
              </a:ext>
            </a:extLst>
          </p:cNvPr>
          <p:cNvSpPr/>
          <p:nvPr/>
        </p:nvSpPr>
        <p:spPr>
          <a:xfrm>
            <a:off x="555576" y="3664384"/>
            <a:ext cx="138475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AttachmentPath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15B1AD5-3C5D-7955-EB6C-B8AE81F7560B}"/>
              </a:ext>
            </a:extLst>
          </p:cNvPr>
          <p:cNvSpPr/>
          <p:nvPr/>
        </p:nvSpPr>
        <p:spPr>
          <a:xfrm>
            <a:off x="2991538" y="3612651"/>
            <a:ext cx="253312" cy="11207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C694D0D-67FA-454C-9913-B1BD6E5215BB}"/>
              </a:ext>
            </a:extLst>
          </p:cNvPr>
          <p:cNvSpPr/>
          <p:nvPr/>
        </p:nvSpPr>
        <p:spPr>
          <a:xfrm>
            <a:off x="623889" y="3283933"/>
            <a:ext cx="1316436" cy="2004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AttachmentType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261A016-1922-F685-98A9-E231A5ACCBC7}"/>
              </a:ext>
            </a:extLst>
          </p:cNvPr>
          <p:cNvCxnSpPr>
            <a:cxnSpLocks/>
            <a:stCxn id="27" idx="1"/>
            <a:endCxn id="28" idx="3"/>
          </p:cNvCxnSpPr>
          <p:nvPr/>
        </p:nvCxnSpPr>
        <p:spPr>
          <a:xfrm flipH="1" flipV="1">
            <a:off x="1940325" y="3384175"/>
            <a:ext cx="1051213" cy="28451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ectangle 79">
            <a:extLst>
              <a:ext uri="{FF2B5EF4-FFF2-40B4-BE49-F238E27FC236}">
                <a16:creationId xmlns:a16="http://schemas.microsoft.com/office/drawing/2014/main" id="{272C4A87-835E-689A-23FE-19086EAA2295}"/>
              </a:ext>
            </a:extLst>
          </p:cNvPr>
          <p:cNvSpPr/>
          <p:nvPr/>
        </p:nvSpPr>
        <p:spPr>
          <a:xfrm flipV="1">
            <a:off x="10353667" y="3475684"/>
            <a:ext cx="504834" cy="2865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984C5BCF-B681-0AD6-64CF-433A1B75356E}"/>
              </a:ext>
            </a:extLst>
          </p:cNvPr>
          <p:cNvCxnSpPr>
            <a:cxnSpLocks/>
            <a:stCxn id="80" idx="3"/>
            <a:endCxn id="85" idx="1"/>
          </p:cNvCxnSpPr>
          <p:nvPr/>
        </p:nvCxnSpPr>
        <p:spPr>
          <a:xfrm flipV="1">
            <a:off x="10858501" y="3585330"/>
            <a:ext cx="448656" cy="3362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EBFBF8CC-0394-C703-46C9-DCDF26A3C10D}"/>
              </a:ext>
            </a:extLst>
          </p:cNvPr>
          <p:cNvSpPr/>
          <p:nvPr/>
        </p:nvSpPr>
        <p:spPr>
          <a:xfrm>
            <a:off x="11307157" y="3487493"/>
            <a:ext cx="770543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Position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8DF1537-EEE2-F736-82B1-3B2B561F4028}"/>
              </a:ext>
            </a:extLst>
          </p:cNvPr>
          <p:cNvSpPr/>
          <p:nvPr/>
        </p:nvSpPr>
        <p:spPr>
          <a:xfrm>
            <a:off x="9037231" y="3484773"/>
            <a:ext cx="1264057" cy="28451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ED6024F8-1590-05CF-BA49-CC52C6520820}"/>
              </a:ext>
            </a:extLst>
          </p:cNvPr>
          <p:cNvSpPr/>
          <p:nvPr/>
        </p:nvSpPr>
        <p:spPr>
          <a:xfrm>
            <a:off x="10260069" y="3897558"/>
            <a:ext cx="602667" cy="2004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Stage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1699A164-EB01-DBEA-A8E7-7378B78D00B6}"/>
              </a:ext>
            </a:extLst>
          </p:cNvPr>
          <p:cNvCxnSpPr>
            <a:cxnSpLocks/>
            <a:stCxn id="104" idx="2"/>
            <a:endCxn id="105" idx="1"/>
          </p:cNvCxnSpPr>
          <p:nvPr/>
        </p:nvCxnSpPr>
        <p:spPr>
          <a:xfrm>
            <a:off x="9669260" y="3769289"/>
            <a:ext cx="590809" cy="22851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Rectangle 113">
            <a:extLst>
              <a:ext uri="{FF2B5EF4-FFF2-40B4-BE49-F238E27FC236}">
                <a16:creationId xmlns:a16="http://schemas.microsoft.com/office/drawing/2014/main" id="{181B7D61-144A-FEA4-0B0F-893462C4E77E}"/>
              </a:ext>
            </a:extLst>
          </p:cNvPr>
          <p:cNvSpPr/>
          <p:nvPr/>
        </p:nvSpPr>
        <p:spPr>
          <a:xfrm>
            <a:off x="9028496" y="2902389"/>
            <a:ext cx="1830005" cy="28451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423AD45C-7A2B-BB2F-6419-2B22DD7F734D}"/>
              </a:ext>
            </a:extLst>
          </p:cNvPr>
          <p:cNvSpPr/>
          <p:nvPr/>
        </p:nvSpPr>
        <p:spPr>
          <a:xfrm>
            <a:off x="11205205" y="2915366"/>
            <a:ext cx="872495" cy="2004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D2ABBBDD-20A8-0C7C-EAF1-B9C0F359B090}"/>
              </a:ext>
            </a:extLst>
          </p:cNvPr>
          <p:cNvCxnSpPr>
            <a:cxnSpLocks/>
            <a:stCxn id="114" idx="3"/>
            <a:endCxn id="115" idx="1"/>
          </p:cNvCxnSpPr>
          <p:nvPr/>
        </p:nvCxnSpPr>
        <p:spPr>
          <a:xfrm flipV="1">
            <a:off x="10858501" y="3015608"/>
            <a:ext cx="346704" cy="2903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931DA79A-4DFA-C109-DB46-3077127F6F3A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1940326" y="3910584"/>
            <a:ext cx="1051214" cy="8721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E61A654E-652D-BDBE-9E7B-FF0084139F60}"/>
              </a:ext>
            </a:extLst>
          </p:cNvPr>
          <p:cNvSpPr/>
          <p:nvPr/>
        </p:nvSpPr>
        <p:spPr>
          <a:xfrm>
            <a:off x="555576" y="3919435"/>
            <a:ext cx="138475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AttachmentName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545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Picture 168">
            <a:extLst>
              <a:ext uri="{FF2B5EF4-FFF2-40B4-BE49-F238E27FC236}">
                <a16:creationId xmlns:a16="http://schemas.microsoft.com/office/drawing/2014/main" id="{5C15A8E6-A8B7-8C90-822E-E51ED16B5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7981"/>
            <a:ext cx="12192000" cy="591493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01163" y="1388380"/>
            <a:ext cx="69301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stCxn id="185" idx="3"/>
          </p:cNvCxnSpPr>
          <p:nvPr/>
        </p:nvCxnSpPr>
        <p:spPr>
          <a:xfrm flipV="1">
            <a:off x="1940324" y="1934879"/>
            <a:ext cx="660839" cy="18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78CA886E-A1D2-DE3F-291A-61072A6D21FC}"/>
              </a:ext>
            </a:extLst>
          </p:cNvPr>
          <p:cNvSpPr/>
          <p:nvPr/>
        </p:nvSpPr>
        <p:spPr>
          <a:xfrm>
            <a:off x="2660650" y="4783346"/>
            <a:ext cx="3755911" cy="142583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591C6E9D-BBC7-3B01-EF00-0428732E32BB}"/>
              </a:ext>
            </a:extLst>
          </p:cNvPr>
          <p:cNvSpPr/>
          <p:nvPr/>
        </p:nvSpPr>
        <p:spPr>
          <a:xfrm>
            <a:off x="1349485" y="4808754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CheckList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E721B61F-0FB1-6AAA-9355-6C1D0A3A1031}"/>
              </a:ext>
            </a:extLst>
          </p:cNvPr>
          <p:cNvCxnSpPr>
            <a:cxnSpLocks/>
            <a:endCxn id="89" idx="3"/>
          </p:cNvCxnSpPr>
          <p:nvPr/>
        </p:nvCxnSpPr>
        <p:spPr>
          <a:xfrm flipH="1" flipV="1">
            <a:off x="2423444" y="4919208"/>
            <a:ext cx="247579" cy="373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E568C911-A4F4-34AA-2773-2103287DF61B}"/>
              </a:ext>
            </a:extLst>
          </p:cNvPr>
          <p:cNvSpPr/>
          <p:nvPr/>
        </p:nvSpPr>
        <p:spPr>
          <a:xfrm>
            <a:off x="1219201" y="5114111"/>
            <a:ext cx="1204244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>
                <a:solidFill>
                  <a:srgbClr val="005194"/>
                </a:solidFill>
              </a:rPr>
              <a:t>CheckListItem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E6E8DC86-E363-EAB1-E15F-485B77D1805A}"/>
              </a:ext>
            </a:extLst>
          </p:cNvPr>
          <p:cNvCxnSpPr>
            <a:cxnSpLocks/>
            <a:endCxn id="95" idx="3"/>
          </p:cNvCxnSpPr>
          <p:nvPr/>
        </p:nvCxnSpPr>
        <p:spPr>
          <a:xfrm flipH="1" flipV="1">
            <a:off x="2423445" y="5224565"/>
            <a:ext cx="291180" cy="11694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DC85733D-38D2-549A-DEBA-D88CBFC2FB22}"/>
              </a:ext>
            </a:extLst>
          </p:cNvPr>
          <p:cNvSpPr/>
          <p:nvPr/>
        </p:nvSpPr>
        <p:spPr>
          <a:xfrm>
            <a:off x="2714625" y="5213544"/>
            <a:ext cx="3621372" cy="74275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874491E9-A22B-244D-884C-66C8427A8DCF}"/>
              </a:ext>
            </a:extLst>
          </p:cNvPr>
          <p:cNvSpPr/>
          <p:nvPr/>
        </p:nvSpPr>
        <p:spPr>
          <a:xfrm>
            <a:off x="8773096" y="2299778"/>
            <a:ext cx="694707" cy="224857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A83B65BA-1FE4-8235-4F58-7828925BA024}"/>
              </a:ext>
            </a:extLst>
          </p:cNvPr>
          <p:cNvCxnSpPr>
            <a:cxnSpLocks/>
            <a:stCxn id="140" idx="0"/>
            <a:endCxn id="145" idx="1"/>
          </p:cNvCxnSpPr>
          <p:nvPr/>
        </p:nvCxnSpPr>
        <p:spPr>
          <a:xfrm flipV="1">
            <a:off x="9120450" y="1764582"/>
            <a:ext cx="715409" cy="535196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1D8C394F-2250-09DF-F804-967EEDAC7C32}"/>
              </a:ext>
            </a:extLst>
          </p:cNvPr>
          <p:cNvSpPr/>
          <p:nvPr/>
        </p:nvSpPr>
        <p:spPr>
          <a:xfrm>
            <a:off x="9835859" y="1647997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Show more activities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FCBBAE3C-FEF9-AE4B-492A-71E2A82119E4}"/>
              </a:ext>
            </a:extLst>
          </p:cNvPr>
          <p:cNvSpPr/>
          <p:nvPr/>
        </p:nvSpPr>
        <p:spPr>
          <a:xfrm flipV="1">
            <a:off x="2969419" y="4900210"/>
            <a:ext cx="715273" cy="9784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50444347-DE44-A55A-797D-2DC558364BD3}"/>
              </a:ext>
            </a:extLst>
          </p:cNvPr>
          <p:cNvCxnSpPr>
            <a:cxnSpLocks/>
            <a:stCxn id="146" idx="3"/>
            <a:endCxn id="151" idx="1"/>
          </p:cNvCxnSpPr>
          <p:nvPr/>
        </p:nvCxnSpPr>
        <p:spPr>
          <a:xfrm>
            <a:off x="3684692" y="4949132"/>
            <a:ext cx="247579" cy="2688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tangle: Rounded Corners 150">
            <a:extLst>
              <a:ext uri="{FF2B5EF4-FFF2-40B4-BE49-F238E27FC236}">
                <a16:creationId xmlns:a16="http://schemas.microsoft.com/office/drawing/2014/main" id="{944F4C2D-BEE4-6DC5-9081-C8CDEFF2566D}"/>
              </a:ext>
            </a:extLst>
          </p:cNvPr>
          <p:cNvSpPr/>
          <p:nvPr/>
        </p:nvSpPr>
        <p:spPr>
          <a:xfrm>
            <a:off x="3932271" y="4878177"/>
            <a:ext cx="129695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CheckListName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53" name="Rectangle: Rounded Corners 152">
            <a:extLst>
              <a:ext uri="{FF2B5EF4-FFF2-40B4-BE49-F238E27FC236}">
                <a16:creationId xmlns:a16="http://schemas.microsoft.com/office/drawing/2014/main" id="{B08ACAA1-57EE-76FA-209B-79913B87E3C3}"/>
              </a:ext>
            </a:extLst>
          </p:cNvPr>
          <p:cNvSpPr/>
          <p:nvPr/>
        </p:nvSpPr>
        <p:spPr>
          <a:xfrm>
            <a:off x="800100" y="5472047"/>
            <a:ext cx="161875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CheckListItemStatus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C3BA2484-F1A9-325C-D17E-838B46B80155}"/>
              </a:ext>
            </a:extLst>
          </p:cNvPr>
          <p:cNvSpPr/>
          <p:nvPr/>
        </p:nvSpPr>
        <p:spPr>
          <a:xfrm flipV="1">
            <a:off x="2827743" y="5273378"/>
            <a:ext cx="117864" cy="58472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0161E76D-9A85-4F5D-C3BA-9073C2718383}"/>
              </a:ext>
            </a:extLst>
          </p:cNvPr>
          <p:cNvCxnSpPr>
            <a:cxnSpLocks/>
            <a:stCxn id="156" idx="1"/>
            <a:endCxn id="153" idx="3"/>
          </p:cNvCxnSpPr>
          <p:nvPr/>
        </p:nvCxnSpPr>
        <p:spPr>
          <a:xfrm flipH="1">
            <a:off x="2418851" y="5565738"/>
            <a:ext cx="408892" cy="414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D70C0A99-AC0D-7EB9-C4F7-8C127F6F5D7D}"/>
              </a:ext>
            </a:extLst>
          </p:cNvPr>
          <p:cNvSpPr/>
          <p:nvPr/>
        </p:nvSpPr>
        <p:spPr>
          <a:xfrm flipV="1">
            <a:off x="2999581" y="5277524"/>
            <a:ext cx="553244" cy="58057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9CDC711-5DC3-FAC0-0879-8E3084F1C19D}"/>
              </a:ext>
            </a:extLst>
          </p:cNvPr>
          <p:cNvCxnSpPr>
            <a:cxnSpLocks/>
          </p:cNvCxnSpPr>
          <p:nvPr/>
        </p:nvCxnSpPr>
        <p:spPr>
          <a:xfrm flipH="1">
            <a:off x="2436320" y="5718138"/>
            <a:ext cx="563261" cy="13996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Rectangle: Rounded Corners 166">
            <a:extLst>
              <a:ext uri="{FF2B5EF4-FFF2-40B4-BE49-F238E27FC236}">
                <a16:creationId xmlns:a16="http://schemas.microsoft.com/office/drawing/2014/main" id="{B54BB515-4F48-D460-73F2-2A0DB292BA02}"/>
              </a:ext>
            </a:extLst>
          </p:cNvPr>
          <p:cNvSpPr/>
          <p:nvPr/>
        </p:nvSpPr>
        <p:spPr>
          <a:xfrm>
            <a:off x="800100" y="5770221"/>
            <a:ext cx="161875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CheckListItemName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70" name="Rectangle: Rounded Corners 169">
            <a:extLst>
              <a:ext uri="{FF2B5EF4-FFF2-40B4-BE49-F238E27FC236}">
                <a16:creationId xmlns:a16="http://schemas.microsoft.com/office/drawing/2014/main" id="{696FF37F-1DD2-D774-4153-6FBC92C42589}"/>
              </a:ext>
            </a:extLst>
          </p:cNvPr>
          <p:cNvSpPr/>
          <p:nvPr/>
        </p:nvSpPr>
        <p:spPr>
          <a:xfrm>
            <a:off x="3740384" y="5380092"/>
            <a:ext cx="81574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DueDate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1724588C-1A88-5D8F-FCF9-097043803702}"/>
              </a:ext>
            </a:extLst>
          </p:cNvPr>
          <p:cNvCxnSpPr>
            <a:cxnSpLocks/>
            <a:stCxn id="172" idx="1"/>
            <a:endCxn id="170" idx="3"/>
          </p:cNvCxnSpPr>
          <p:nvPr/>
        </p:nvCxnSpPr>
        <p:spPr>
          <a:xfrm flipH="1" flipV="1">
            <a:off x="4556125" y="5477929"/>
            <a:ext cx="967853" cy="8704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Rectangle 171">
            <a:extLst>
              <a:ext uri="{FF2B5EF4-FFF2-40B4-BE49-F238E27FC236}">
                <a16:creationId xmlns:a16="http://schemas.microsoft.com/office/drawing/2014/main" id="{1A38A039-9992-473F-D882-F29171B149BC}"/>
              </a:ext>
            </a:extLst>
          </p:cNvPr>
          <p:cNvSpPr/>
          <p:nvPr/>
        </p:nvSpPr>
        <p:spPr>
          <a:xfrm flipV="1">
            <a:off x="5523978" y="5250557"/>
            <a:ext cx="442376" cy="62883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96751DDA-60DF-875E-F81F-EC15D4B0048E}"/>
              </a:ext>
            </a:extLst>
          </p:cNvPr>
          <p:cNvSpPr/>
          <p:nvPr/>
        </p:nvSpPr>
        <p:spPr>
          <a:xfrm flipV="1">
            <a:off x="6001172" y="5255467"/>
            <a:ext cx="152816" cy="62883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6" name="Rectangle: Rounded Corners 175">
            <a:extLst>
              <a:ext uri="{FF2B5EF4-FFF2-40B4-BE49-F238E27FC236}">
                <a16:creationId xmlns:a16="http://schemas.microsoft.com/office/drawing/2014/main" id="{9E12A41B-39D8-DAD9-4FD8-85C784C3A82D}"/>
              </a:ext>
            </a:extLst>
          </p:cNvPr>
          <p:cNvSpPr/>
          <p:nvPr/>
        </p:nvSpPr>
        <p:spPr>
          <a:xfrm>
            <a:off x="4630091" y="5673403"/>
            <a:ext cx="779845" cy="195673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C6FF9558-F569-F211-544A-65D86C0466D8}"/>
              </a:ext>
            </a:extLst>
          </p:cNvPr>
          <p:cNvCxnSpPr>
            <a:cxnSpLocks/>
            <a:stCxn id="175" idx="1"/>
            <a:endCxn id="176" idx="3"/>
          </p:cNvCxnSpPr>
          <p:nvPr/>
        </p:nvCxnSpPr>
        <p:spPr>
          <a:xfrm flipH="1">
            <a:off x="5409936" y="5569884"/>
            <a:ext cx="591236" cy="20135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6" name="Rectangle: Rounded Corners 195">
            <a:extLst>
              <a:ext uri="{FF2B5EF4-FFF2-40B4-BE49-F238E27FC236}">
                <a16:creationId xmlns:a16="http://schemas.microsoft.com/office/drawing/2014/main" id="{F981B3E6-7294-3319-B07B-F819B9D01D0B}"/>
              </a:ext>
            </a:extLst>
          </p:cNvPr>
          <p:cNvSpPr/>
          <p:nvPr/>
        </p:nvSpPr>
        <p:spPr>
          <a:xfrm>
            <a:off x="3640863" y="5679914"/>
            <a:ext cx="779845" cy="195673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6EC01682-5676-F6AA-305D-9C4C75CBBBAB}"/>
              </a:ext>
            </a:extLst>
          </p:cNvPr>
          <p:cNvCxnSpPr>
            <a:cxnSpLocks/>
            <a:stCxn id="176" idx="1"/>
            <a:endCxn id="196" idx="3"/>
          </p:cNvCxnSpPr>
          <p:nvPr/>
        </p:nvCxnSpPr>
        <p:spPr>
          <a:xfrm flipH="1">
            <a:off x="4420708" y="5771240"/>
            <a:ext cx="209383" cy="651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16579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19B47A6-4F93-7085-F62A-B1242A584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Member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7CDB0AC-DF0F-F785-604A-D21FD10487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8550"/>
            <a:ext cx="12192000" cy="5860172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F05563AD-E108-7235-AA28-846DCCE7CEF4}"/>
              </a:ext>
            </a:extLst>
          </p:cNvPr>
          <p:cNvSpPr/>
          <p:nvPr/>
        </p:nvSpPr>
        <p:spPr>
          <a:xfrm>
            <a:off x="3971816" y="3735596"/>
            <a:ext cx="2300040" cy="211275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B2569D-110F-2258-F9CB-BFB0D6A0E8C8}"/>
              </a:ext>
            </a:extLst>
          </p:cNvPr>
          <p:cNvSpPr/>
          <p:nvPr/>
        </p:nvSpPr>
        <p:spPr>
          <a:xfrm>
            <a:off x="2660650" y="3826500"/>
            <a:ext cx="950555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50616CD-6A35-7DB5-FBCC-28366DE851D1}"/>
              </a:ext>
            </a:extLst>
          </p:cNvPr>
          <p:cNvCxnSpPr>
            <a:cxnSpLocks/>
            <a:endCxn id="14" idx="3"/>
          </p:cNvCxnSpPr>
          <p:nvPr/>
        </p:nvCxnSpPr>
        <p:spPr>
          <a:xfrm flipH="1">
            <a:off x="3611205" y="3908778"/>
            <a:ext cx="370983" cy="4864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AC36E3F3-BD65-151B-FDE4-C3019129B986}"/>
              </a:ext>
            </a:extLst>
          </p:cNvPr>
          <p:cNvSpPr/>
          <p:nvPr/>
        </p:nvSpPr>
        <p:spPr>
          <a:xfrm>
            <a:off x="9963150" y="4430921"/>
            <a:ext cx="1871306" cy="95375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320B3AB-23BA-75EF-D0A4-CE070D0B9E45}"/>
              </a:ext>
            </a:extLst>
          </p:cNvPr>
          <p:cNvCxnSpPr>
            <a:cxnSpLocks/>
            <a:stCxn id="16" idx="2"/>
          </p:cNvCxnSpPr>
          <p:nvPr/>
        </p:nvCxnSpPr>
        <p:spPr>
          <a:xfrm flipH="1">
            <a:off x="10553700" y="5384674"/>
            <a:ext cx="345103" cy="46367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FEC18C7-A348-168F-DCD6-4B22135F4018}"/>
              </a:ext>
            </a:extLst>
          </p:cNvPr>
          <p:cNvSpPr/>
          <p:nvPr/>
        </p:nvSpPr>
        <p:spPr>
          <a:xfrm>
            <a:off x="9963150" y="5844364"/>
            <a:ext cx="1320800" cy="327333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RolePermission 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5512C06-1E46-81A1-3703-CCCA9E28D439}"/>
              </a:ext>
            </a:extLst>
          </p:cNvPr>
          <p:cNvSpPr/>
          <p:nvPr/>
        </p:nvSpPr>
        <p:spPr>
          <a:xfrm>
            <a:off x="6938604" y="2800404"/>
            <a:ext cx="1386245" cy="327333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UserViewHistory</a:t>
            </a:r>
            <a:r>
              <a:rPr lang="vi-VN" sz="1200" dirty="0">
                <a:solidFill>
                  <a:srgbClr val="005194"/>
                </a:solidFill>
              </a:rPr>
              <a:t> 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4BBFF0C-FE35-CE27-1820-B9F40C4CD616}"/>
              </a:ext>
            </a:extLst>
          </p:cNvPr>
          <p:cNvCxnSpPr>
            <a:cxnSpLocks/>
            <a:stCxn id="28" idx="3"/>
            <a:endCxn id="24" idx="2"/>
          </p:cNvCxnSpPr>
          <p:nvPr/>
        </p:nvCxnSpPr>
        <p:spPr>
          <a:xfrm flipV="1">
            <a:off x="6153150" y="3127737"/>
            <a:ext cx="1478577" cy="87806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8F896464-E28E-C284-146A-5D6E03B7216C}"/>
              </a:ext>
            </a:extLst>
          </p:cNvPr>
          <p:cNvSpPr/>
          <p:nvPr/>
        </p:nvSpPr>
        <p:spPr>
          <a:xfrm>
            <a:off x="5187950" y="3942343"/>
            <a:ext cx="965200" cy="12691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E642E36-2E47-9112-5385-45F819E73385}"/>
              </a:ext>
            </a:extLst>
          </p:cNvPr>
          <p:cNvSpPr/>
          <p:nvPr/>
        </p:nvSpPr>
        <p:spPr>
          <a:xfrm>
            <a:off x="2660649" y="3320721"/>
            <a:ext cx="950555" cy="25034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2C97FF5-4A85-0A91-B39F-06A6F4DDFCDE}"/>
              </a:ext>
            </a:extLst>
          </p:cNvPr>
          <p:cNvSpPr/>
          <p:nvPr/>
        </p:nvSpPr>
        <p:spPr>
          <a:xfrm flipV="1">
            <a:off x="4012052" y="3831797"/>
            <a:ext cx="201173" cy="19727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8517BFE-B2D3-3336-5CD2-1542C406AAE8}"/>
              </a:ext>
            </a:extLst>
          </p:cNvPr>
          <p:cNvCxnSpPr>
            <a:cxnSpLocks/>
            <a:stCxn id="38" idx="0"/>
            <a:endCxn id="40" idx="3"/>
          </p:cNvCxnSpPr>
          <p:nvPr/>
        </p:nvCxnSpPr>
        <p:spPr>
          <a:xfrm flipH="1">
            <a:off x="3611203" y="4029074"/>
            <a:ext cx="501436" cy="37291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68CCAC2B-FB98-1471-72F4-D9A896D770E3}"/>
              </a:ext>
            </a:extLst>
          </p:cNvPr>
          <p:cNvSpPr/>
          <p:nvPr/>
        </p:nvSpPr>
        <p:spPr>
          <a:xfrm>
            <a:off x="2660650" y="4271067"/>
            <a:ext cx="950553" cy="26183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9F9C1EC-C9B3-BD7E-E7A3-05FB7B4280F4}"/>
              </a:ext>
            </a:extLst>
          </p:cNvPr>
          <p:cNvSpPr/>
          <p:nvPr/>
        </p:nvSpPr>
        <p:spPr>
          <a:xfrm flipV="1">
            <a:off x="4259906" y="3941116"/>
            <a:ext cx="864544" cy="12690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7251F7F-45A2-3A78-7086-6E97C5E2D83C}"/>
              </a:ext>
            </a:extLst>
          </p:cNvPr>
          <p:cNvCxnSpPr>
            <a:cxnSpLocks/>
            <a:stCxn id="46" idx="0"/>
          </p:cNvCxnSpPr>
          <p:nvPr/>
        </p:nvCxnSpPr>
        <p:spPr>
          <a:xfrm flipH="1">
            <a:off x="3611204" y="4068025"/>
            <a:ext cx="1080974" cy="66272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2778856-E02B-B4CF-4F6B-9DF14E803CD3}"/>
              </a:ext>
            </a:extLst>
          </p:cNvPr>
          <p:cNvSpPr/>
          <p:nvPr/>
        </p:nvSpPr>
        <p:spPr>
          <a:xfrm>
            <a:off x="2660648" y="4682980"/>
            <a:ext cx="950553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Email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071B9BC3-2AF8-5B18-3CDB-7FDCC0942F39}"/>
              </a:ext>
            </a:extLst>
          </p:cNvPr>
          <p:cNvSpPr/>
          <p:nvPr/>
        </p:nvSpPr>
        <p:spPr>
          <a:xfrm>
            <a:off x="9571652" y="2256430"/>
            <a:ext cx="1386245" cy="327333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ShareLink</a:t>
            </a:r>
            <a:r>
              <a:rPr lang="vi-VN" sz="1200" dirty="0">
                <a:solidFill>
                  <a:srgbClr val="005194"/>
                </a:solidFill>
              </a:rPr>
              <a:t> 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30EBFE78-C9C7-AAC7-2398-BFCF0E3E8ACE}"/>
              </a:ext>
            </a:extLst>
          </p:cNvPr>
          <p:cNvCxnSpPr>
            <a:cxnSpLocks/>
            <a:stCxn id="57" idx="1"/>
            <a:endCxn id="52" idx="2"/>
          </p:cNvCxnSpPr>
          <p:nvPr/>
        </p:nvCxnSpPr>
        <p:spPr>
          <a:xfrm flipH="1" flipV="1">
            <a:off x="10264775" y="2583763"/>
            <a:ext cx="288925" cy="20738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8112CF8A-AE7D-5EA9-529D-8D611538DACA}"/>
              </a:ext>
            </a:extLst>
          </p:cNvPr>
          <p:cNvSpPr/>
          <p:nvPr/>
        </p:nvSpPr>
        <p:spPr>
          <a:xfrm>
            <a:off x="10553700" y="2677164"/>
            <a:ext cx="965200" cy="22796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96579689-F1D1-ABAE-F3EC-6B6F42BC83B4}"/>
              </a:ext>
            </a:extLst>
          </p:cNvPr>
          <p:cNvSpPr/>
          <p:nvPr/>
        </p:nvSpPr>
        <p:spPr>
          <a:xfrm>
            <a:off x="2598419" y="2873100"/>
            <a:ext cx="1012785" cy="25034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4947270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D8D91AF1-6BA7-D000-17CB-CD455EB1E1F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47697A1-B853-AB9E-A2E5-E04345395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Member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44B0F8-64A2-C432-F4C1-D77BD6EA7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8550"/>
            <a:ext cx="12192000" cy="58624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2F33731-D230-C3A4-A133-537AAEA9A2FB}"/>
              </a:ext>
            </a:extLst>
          </p:cNvPr>
          <p:cNvSpPr/>
          <p:nvPr/>
        </p:nvSpPr>
        <p:spPr>
          <a:xfrm>
            <a:off x="4314716" y="2819400"/>
            <a:ext cx="2300040" cy="13779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A91357F-EFE1-94F1-831B-4B289BF74F0F}"/>
              </a:ext>
            </a:extLst>
          </p:cNvPr>
          <p:cNvSpPr/>
          <p:nvPr/>
        </p:nvSpPr>
        <p:spPr>
          <a:xfrm>
            <a:off x="3003550" y="2943305"/>
            <a:ext cx="950555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20E4126-7F0F-D78C-22E9-C79DDA024C5B}"/>
              </a:ext>
            </a:extLst>
          </p:cNvPr>
          <p:cNvCxnSpPr>
            <a:cxnSpLocks/>
            <a:endCxn id="7" idx="3"/>
          </p:cNvCxnSpPr>
          <p:nvPr/>
        </p:nvCxnSpPr>
        <p:spPr>
          <a:xfrm flipH="1">
            <a:off x="3954105" y="3025583"/>
            <a:ext cx="370983" cy="4864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7E068BF-065F-F34E-01BA-F6184F43284B}"/>
              </a:ext>
            </a:extLst>
          </p:cNvPr>
          <p:cNvSpPr/>
          <p:nvPr/>
        </p:nvSpPr>
        <p:spPr>
          <a:xfrm>
            <a:off x="6767156" y="4149725"/>
            <a:ext cx="950555" cy="79273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2580EC7-93D3-9F04-2214-12870849A204}"/>
              </a:ext>
            </a:extLst>
          </p:cNvPr>
          <p:cNvSpPr/>
          <p:nvPr/>
        </p:nvSpPr>
        <p:spPr>
          <a:xfrm>
            <a:off x="8426450" y="4404548"/>
            <a:ext cx="1320800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RolePermission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CE442FE-9B5E-FEDD-1A45-41C108F691C9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7717711" y="4535467"/>
            <a:ext cx="708739" cy="1062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8327663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E052DC5-8AEF-4B7F-34D2-716E4153D1B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5E052DC5-8AEF-4B7F-34D2-716E4153D1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EF29FAE8-E1AD-FA22-A7BD-00CDD1CE948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760" b="2760"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DFB63B3-A8AC-8683-C803-22C28B45E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Q&amp;A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13318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6465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D83385-DD69-B7BD-E2B6-0A242990CC3A}"/>
              </a:ext>
            </a:extLst>
          </p:cNvPr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CC62CD-ACBD-AFB8-0A0A-39B03DAA3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bbv template EN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9EDA6E7-CE36-4AD9-EDBC-9B63C56CC212}"/>
              </a:ext>
            </a:extLst>
          </p:cNvPr>
          <p:cNvSpPr txBox="1">
            <a:spLocks/>
          </p:cNvSpPr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>
                <a:solidFill>
                  <a:schemeClr val="tx1"/>
                </a:solidFill>
              </a:rPr>
              <a:t>How-to guides</a:t>
            </a:r>
          </a:p>
        </p:txBody>
      </p:sp>
    </p:spTree>
    <p:extLst>
      <p:ext uri="{BB962C8B-B14F-4D97-AF65-F5344CB8AC3E}">
        <p14:creationId xmlns:p14="http://schemas.microsoft.com/office/powerpoint/2010/main" val="2769580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B841D12F-B135-4159-C169-DE452BDD33E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3980554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B841D12F-B135-4159-C169-DE452BDD33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8" name="Group 37">
            <a:extLst>
              <a:ext uri="{FF2B5EF4-FFF2-40B4-BE49-F238E27FC236}">
                <a16:creationId xmlns:a16="http://schemas.microsoft.com/office/drawing/2014/main" id="{E140A25A-DF6B-4204-A597-8B53E195249D}"/>
              </a:ext>
            </a:extLst>
          </p:cNvPr>
          <p:cNvGrpSpPr/>
          <p:nvPr/>
        </p:nvGrpSpPr>
        <p:grpSpPr>
          <a:xfrm>
            <a:off x="3929620" y="1744763"/>
            <a:ext cx="4932000" cy="4680000"/>
            <a:chOff x="3166213" y="1744763"/>
            <a:chExt cx="4932000" cy="4680000"/>
          </a:xfrm>
        </p:grpSpPr>
        <p:sp>
          <p:nvSpPr>
            <p:cNvPr id="60" name="Rechteck 11">
              <a:extLst>
                <a:ext uri="{FF2B5EF4-FFF2-40B4-BE49-F238E27FC236}">
                  <a16:creationId xmlns:a16="http://schemas.microsoft.com/office/drawing/2014/main" id="{66BFFB58-8FD5-7D03-C728-2693A7416F77}"/>
                </a:ext>
              </a:extLst>
            </p:cNvPr>
            <p:cNvSpPr/>
            <p:nvPr/>
          </p:nvSpPr>
          <p:spPr>
            <a:xfrm>
              <a:off x="3166213" y="1744763"/>
              <a:ext cx="4932000" cy="4680000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6D78C778-0E33-31FE-6EFA-63365FFCE0B0}"/>
                </a:ext>
              </a:extLst>
            </p:cNvPr>
            <p:cNvSpPr/>
            <p:nvPr/>
          </p:nvSpPr>
          <p:spPr>
            <a:xfrm>
              <a:off x="3262983" y="1845121"/>
              <a:ext cx="4738461" cy="4479284"/>
            </a:xfrm>
            <a:prstGeom prst="rect">
              <a:avLst/>
            </a:prstGeom>
            <a:solidFill>
              <a:srgbClr val="ECEC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05709E5-1E8C-E8CE-BA52-63EA886836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83979" y="1960763"/>
              <a:ext cx="4496469" cy="4248000"/>
            </a:xfrm>
            <a:prstGeom prst="rect">
              <a:avLst/>
            </a:prstGeom>
          </p:spPr>
        </p:pic>
      </p:grpSp>
      <p:sp>
        <p:nvSpPr>
          <p:cNvPr id="8" name="Title 7">
            <a:extLst>
              <a:ext uri="{FF2B5EF4-FFF2-40B4-BE49-F238E27FC236}">
                <a16:creationId xmlns:a16="http://schemas.microsoft.com/office/drawing/2014/main" id="{FD0790F1-7C15-85DF-E10C-820E24E9A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/>
              <a:t>bbv Master layouts &amp; slide library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07A0ADF-C71F-7A34-664B-C9837DE80F58}"/>
              </a:ext>
            </a:extLst>
          </p:cNvPr>
          <p:cNvSpPr txBox="1">
            <a:spLocks/>
          </p:cNvSpPr>
          <p:nvPr/>
        </p:nvSpPr>
        <p:spPr>
          <a:xfrm>
            <a:off x="428626" y="1530000"/>
            <a:ext cx="1692000" cy="4897788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144000" tIns="144000" rIns="96000" bIns="192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7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914377">
              <a:spcAft>
                <a:spcPts val="1600"/>
              </a:spcAft>
            </a:pPr>
            <a:r>
              <a:rPr lang="en-GB" sz="2100" b="1" kern="1200" spc="40">
                <a:solidFill>
                  <a:schemeClr val="bg1"/>
                </a:solidFill>
                <a:cs typeface="Arial" panose="020B0604020202020204" pitchFamily="34" charset="0"/>
              </a:rPr>
              <a:t>Insert new slide</a:t>
            </a:r>
          </a:p>
        </p:txBody>
      </p:sp>
      <p:sp>
        <p:nvSpPr>
          <p:cNvPr id="4" name="Rechteck 13">
            <a:extLst>
              <a:ext uri="{FF2B5EF4-FFF2-40B4-BE49-F238E27FC236}">
                <a16:creationId xmlns:a16="http://schemas.microsoft.com/office/drawing/2014/main" id="{3B89209E-4589-13C1-1A01-2A27C42F2E8B}"/>
              </a:ext>
            </a:extLst>
          </p:cNvPr>
          <p:cNvSpPr/>
          <p:nvPr/>
        </p:nvSpPr>
        <p:spPr>
          <a:xfrm>
            <a:off x="9313788" y="1744763"/>
            <a:ext cx="2448000" cy="90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Click on «New Slide»</a:t>
            </a:r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7FA896A9-75E3-CF28-5EFA-F860576C746A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7" name="Rechteck 13">
            <a:extLst>
              <a:ext uri="{FF2B5EF4-FFF2-40B4-BE49-F238E27FC236}">
                <a16:creationId xmlns:a16="http://schemas.microsoft.com/office/drawing/2014/main" id="{EBC95599-CBA1-4453-B6BD-FE23F06D949A}"/>
              </a:ext>
            </a:extLst>
          </p:cNvPr>
          <p:cNvSpPr/>
          <p:nvPr/>
        </p:nvSpPr>
        <p:spPr>
          <a:xfrm>
            <a:off x="9313788" y="3037087"/>
            <a:ext cx="2448000" cy="172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Select layout</a:t>
            </a:r>
          </a:p>
          <a:p>
            <a:pPr algn="ctr" defTabSz="914354">
              <a:lnSpc>
                <a:spcPct val="12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Choose the desired layout from the pre-programmed master layouts.</a:t>
            </a:r>
          </a:p>
        </p:txBody>
      </p:sp>
      <p:sp>
        <p:nvSpPr>
          <p:cNvPr id="18" name="Textplatzhalter 2">
            <a:extLst>
              <a:ext uri="{FF2B5EF4-FFF2-40B4-BE49-F238E27FC236}">
                <a16:creationId xmlns:a16="http://schemas.microsoft.com/office/drawing/2014/main" id="{72304DA0-924A-DB02-67DE-E6FB6B6A18B7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2821087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0" name="Rechteck 13">
            <a:extLst>
              <a:ext uri="{FF2B5EF4-FFF2-40B4-BE49-F238E27FC236}">
                <a16:creationId xmlns:a16="http://schemas.microsoft.com/office/drawing/2014/main" id="{FF2255DC-5F79-8DC2-B761-1D7099A50917}"/>
              </a:ext>
            </a:extLst>
          </p:cNvPr>
          <p:cNvSpPr/>
          <p:nvPr/>
        </p:nvSpPr>
        <p:spPr>
          <a:xfrm>
            <a:off x="9313788" y="5163295"/>
            <a:ext cx="2448000" cy="12644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Or select layout from slide library</a:t>
            </a:r>
          </a:p>
        </p:txBody>
      </p:sp>
      <p:sp>
        <p:nvSpPr>
          <p:cNvPr id="21" name="Textplatzhalter 2">
            <a:extLst>
              <a:ext uri="{FF2B5EF4-FFF2-40B4-BE49-F238E27FC236}">
                <a16:creationId xmlns:a16="http://schemas.microsoft.com/office/drawing/2014/main" id="{A612A30E-E4D4-7DA6-B1CD-62C76EA1BBDE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4947295"/>
            <a:ext cx="432000" cy="432000"/>
          </a:xfrm>
          <a:prstGeom prst="ellipse">
            <a:avLst/>
          </a:prstGeom>
          <a:solidFill>
            <a:srgbClr val="F5AD33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  <a:sym typeface="Wingdings" pitchFamily="2" charset="2"/>
              </a:rPr>
              <a:t></a:t>
            </a:r>
            <a:endParaRPr lang="en-GB" sz="1800">
              <a:solidFill>
                <a:prstClr val="white"/>
              </a:solidFill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23" name="Gerade Verbindung mit Pfeil 94">
            <a:extLst>
              <a:ext uri="{FF2B5EF4-FFF2-40B4-BE49-F238E27FC236}">
                <a16:creationId xmlns:a16="http://schemas.microsoft.com/office/drawing/2014/main" id="{600C8158-7970-68D0-E564-9286CE57AF73}"/>
              </a:ext>
            </a:extLst>
          </p:cNvPr>
          <p:cNvCxnSpPr>
            <a:cxnSpLocks/>
          </p:cNvCxnSpPr>
          <p:nvPr/>
        </p:nvCxnSpPr>
        <p:spPr bwMode="auto">
          <a:xfrm flipH="1">
            <a:off x="3025123" y="4015522"/>
            <a:ext cx="828000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94">
            <a:extLst>
              <a:ext uri="{FF2B5EF4-FFF2-40B4-BE49-F238E27FC236}">
                <a16:creationId xmlns:a16="http://schemas.microsoft.com/office/drawing/2014/main" id="{399D6B8C-70D2-0771-4A64-11C150251EB3}"/>
              </a:ext>
            </a:extLst>
          </p:cNvPr>
          <p:cNvCxnSpPr>
            <a:cxnSpLocks/>
          </p:cNvCxnSpPr>
          <p:nvPr/>
        </p:nvCxnSpPr>
        <p:spPr bwMode="auto">
          <a:xfrm flipV="1">
            <a:off x="3025123" y="3612089"/>
            <a:ext cx="0" cy="806866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4A6FAE0-CE55-558F-3770-DADDC918E9DC}"/>
              </a:ext>
            </a:extLst>
          </p:cNvPr>
          <p:cNvGrpSpPr/>
          <p:nvPr/>
        </p:nvGrpSpPr>
        <p:grpSpPr>
          <a:xfrm>
            <a:off x="2284793" y="2235503"/>
            <a:ext cx="1480660" cy="1376586"/>
            <a:chOff x="3710656" y="1233493"/>
            <a:chExt cx="1480660" cy="1376586"/>
          </a:xfrm>
        </p:grpSpPr>
        <p:sp>
          <p:nvSpPr>
            <p:cNvPr id="3" name="Rechteck 11">
              <a:extLst>
                <a:ext uri="{FF2B5EF4-FFF2-40B4-BE49-F238E27FC236}">
                  <a16:creationId xmlns:a16="http://schemas.microsoft.com/office/drawing/2014/main" id="{25C695CD-F4D3-B5D6-CC21-4947CEDC371D}"/>
                </a:ext>
              </a:extLst>
            </p:cNvPr>
            <p:cNvSpPr/>
            <p:nvPr/>
          </p:nvSpPr>
          <p:spPr>
            <a:xfrm>
              <a:off x="3710656" y="1233493"/>
              <a:ext cx="1480660" cy="1376586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D01EDA7-3A65-7418-833F-DDAC448B0812}"/>
                </a:ext>
              </a:extLst>
            </p:cNvPr>
            <p:cNvGrpSpPr/>
            <p:nvPr/>
          </p:nvGrpSpPr>
          <p:grpSpPr>
            <a:xfrm>
              <a:off x="3806711" y="1327786"/>
              <a:ext cx="1282285" cy="1188000"/>
              <a:chOff x="2276093" y="1317468"/>
              <a:chExt cx="1282285" cy="1188000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433C84E-3670-660D-0B6D-67F1811E6F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276093" y="1317468"/>
                <a:ext cx="1282285" cy="1188000"/>
              </a:xfrm>
              <a:prstGeom prst="rect">
                <a:avLst/>
              </a:prstGeom>
            </p:spPr>
          </p:pic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4145823-376A-9FB6-2137-BC07CEAFD637}"/>
                  </a:ext>
                </a:extLst>
              </p:cNvPr>
              <p:cNvSpPr/>
              <p:nvPr/>
            </p:nvSpPr>
            <p:spPr>
              <a:xfrm>
                <a:off x="2295919" y="1628800"/>
                <a:ext cx="468000" cy="720000"/>
              </a:xfrm>
              <a:prstGeom prst="rect">
                <a:avLst/>
              </a:prstGeom>
              <a:solidFill>
                <a:srgbClr val="F8C166">
                  <a:alpha val="18793"/>
                </a:srgbClr>
              </a:solidFill>
              <a:ln w="28575">
                <a:solidFill>
                  <a:srgbClr val="F398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354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Arial" panose="020B0604020202020204" pitchFamily="34" charset="0"/>
                </a:endParaRPr>
              </a:p>
            </p:txBody>
          </p:sp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5064DA42-DF09-BBE6-6A77-D2D92C100BA7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2720799" y="1841269"/>
                <a:ext cx="295062" cy="295062"/>
              </a:xfrm>
              <a:prstGeom prst="ellipse">
                <a:avLst/>
              </a:prstGeom>
              <a:solidFill>
                <a:schemeClr val="tx2"/>
              </a:solidFill>
              <a:ln w="38100">
                <a:solidFill>
                  <a:schemeClr val="bg1"/>
                </a:solidFill>
              </a:ln>
            </p:spPr>
            <p:txBody>
              <a:bodyPr vert="horz" lIns="0" tIns="0" rIns="0" bIns="0" rtlCol="0" anchor="ctr" anchorCtr="0">
                <a:noAutofit/>
              </a:bodyPr>
              <a:lstStyle>
                <a:defPPr>
                  <a:defRPr lang="de-DE"/>
                </a:defPPr>
                <a:lvl1pPr indent="0" algn="ctr">
                  <a:lnSpc>
                    <a:spcPct val="90000"/>
                  </a:lnSpc>
                  <a:spcBef>
                    <a:spcPts val="1200"/>
                  </a:spcBef>
                  <a:spcAft>
                    <a:spcPts val="0"/>
                  </a:spcAft>
                  <a:buFontTx/>
                  <a:buNone/>
                  <a:defRPr sz="2000" b="1">
                    <a:solidFill>
                      <a:schemeClr val="bg1"/>
                    </a:solidFill>
                    <a:latin typeface="+mj-lt"/>
                  </a:defRPr>
                </a:lvl1pPr>
                <a:lvl2pPr marL="0" indent="0">
                  <a:lnSpc>
                    <a:spcPct val="90000"/>
                  </a:lnSpc>
                  <a:spcBef>
                    <a:spcPts val="900"/>
                  </a:spcBef>
                  <a:buFontTx/>
                  <a:buNone/>
                  <a:defRPr sz="2000">
                    <a:solidFill>
                      <a:schemeClr val="tx2"/>
                    </a:solidFill>
                  </a:defRPr>
                </a:lvl2pPr>
                <a:lvl3pPr marL="216000" indent="-216000">
                  <a:lnSpc>
                    <a:spcPct val="9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3pPr>
                <a:lvl4pPr marL="396000" indent="-180000">
                  <a:lnSpc>
                    <a:spcPct val="90000"/>
                  </a:lnSpc>
                  <a:spcBef>
                    <a:spcPts val="3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4pPr>
                <a:lvl5pPr marL="576000" indent="-144000">
                  <a:lnSpc>
                    <a:spcPct val="90000"/>
                  </a:lnSpc>
                  <a:spcBef>
                    <a:spcPts val="1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5pPr>
                <a:lvl6pPr marL="0" indent="0">
                  <a:lnSpc>
                    <a:spcPct val="90000"/>
                  </a:lnSpc>
                  <a:spcBef>
                    <a:spcPts val="600"/>
                  </a:spcBef>
                  <a:buFontTx/>
                  <a:buNone/>
                  <a:defRPr sz="1400" b="1">
                    <a:solidFill>
                      <a:schemeClr val="tx2"/>
                    </a:solidFill>
                  </a:defRPr>
                </a:lvl6pPr>
                <a:lvl7pPr marL="0" indent="0">
                  <a:lnSpc>
                    <a:spcPct val="90000"/>
                  </a:lnSpc>
                  <a:spcBef>
                    <a:spcPts val="300"/>
                  </a:spcBef>
                  <a:buFontTx/>
                  <a:buNone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7pPr>
                <a:lvl8pPr marL="180000" indent="-180000">
                  <a:lnSpc>
                    <a:spcPct val="90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8pPr>
                <a:lvl9pPr marL="360000" indent="-180000">
                  <a:lnSpc>
                    <a:spcPct val="9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sz="12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9pPr>
              </a:lstStyle>
              <a:p>
                <a:pPr defTabSz="1219170">
                  <a:spcBef>
                    <a:spcPts val="1600"/>
                  </a:spcBef>
                  <a:defRPr/>
                </a:pPr>
                <a:r>
                  <a:rPr lang="en-GB" sz="1200">
                    <a:solidFill>
                      <a:prstClr val="white"/>
                    </a:solidFill>
                    <a:latin typeface="+mn-lt"/>
                    <a:cs typeface="Arial" panose="020B0604020202020204" pitchFamily="34" charset="0"/>
                  </a:rPr>
                  <a:t>1</a:t>
                </a:r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1E9E50D-7719-B2AE-6C2F-6F05036464CC}"/>
              </a:ext>
            </a:extLst>
          </p:cNvPr>
          <p:cNvGrpSpPr/>
          <p:nvPr/>
        </p:nvGrpSpPr>
        <p:grpSpPr>
          <a:xfrm>
            <a:off x="2284793" y="4418955"/>
            <a:ext cx="1480660" cy="1376586"/>
            <a:chOff x="5496573" y="1233493"/>
            <a:chExt cx="1480660" cy="1376586"/>
          </a:xfrm>
        </p:grpSpPr>
        <p:sp>
          <p:nvSpPr>
            <p:cNvPr id="25" name="Rechteck 11">
              <a:extLst>
                <a:ext uri="{FF2B5EF4-FFF2-40B4-BE49-F238E27FC236}">
                  <a16:creationId xmlns:a16="http://schemas.microsoft.com/office/drawing/2014/main" id="{55704649-5C21-96CF-504B-48F20679D37B}"/>
                </a:ext>
              </a:extLst>
            </p:cNvPr>
            <p:cNvSpPr/>
            <p:nvPr/>
          </p:nvSpPr>
          <p:spPr>
            <a:xfrm>
              <a:off x="5496573" y="1233493"/>
              <a:ext cx="1480660" cy="1376586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DA817715-965A-F94A-2E07-67B11E6E2927}"/>
                </a:ext>
              </a:extLst>
            </p:cNvPr>
            <p:cNvGrpSpPr/>
            <p:nvPr/>
          </p:nvGrpSpPr>
          <p:grpSpPr>
            <a:xfrm>
              <a:off x="5592628" y="1327786"/>
              <a:ext cx="1282285" cy="1188000"/>
              <a:chOff x="5592628" y="1327786"/>
              <a:chExt cx="1282285" cy="1188000"/>
            </a:xfrm>
          </p:grpSpPr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22C3C041-DAE2-78DD-E7BF-C0D86E5D5A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592628" y="1327786"/>
                <a:ext cx="1282285" cy="1188000"/>
              </a:xfrm>
              <a:prstGeom prst="rect">
                <a:avLst/>
              </a:prstGeom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3481AE7A-6640-B3C7-115A-E468ECA62952}"/>
                  </a:ext>
                </a:extLst>
              </p:cNvPr>
              <p:cNvSpPr/>
              <p:nvPr/>
            </p:nvSpPr>
            <p:spPr>
              <a:xfrm>
                <a:off x="6037334" y="1628189"/>
                <a:ext cx="744012" cy="240684"/>
              </a:xfrm>
              <a:prstGeom prst="rect">
                <a:avLst/>
              </a:prstGeom>
              <a:solidFill>
                <a:srgbClr val="F8C166">
                  <a:alpha val="18793"/>
                </a:srgbClr>
              </a:solidFill>
              <a:ln w="28575">
                <a:solidFill>
                  <a:srgbClr val="F398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354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Arial" panose="020B0604020202020204" pitchFamily="34" charset="0"/>
                </a:endParaRPr>
              </a:p>
            </p:txBody>
          </p:sp>
          <p:sp>
            <p:nvSpPr>
              <p:cNvPr id="30" name="Textplatzhalter 2">
                <a:extLst>
                  <a:ext uri="{FF2B5EF4-FFF2-40B4-BE49-F238E27FC236}">
                    <a16:creationId xmlns:a16="http://schemas.microsoft.com/office/drawing/2014/main" id="{0A95A5DF-67E4-0D20-273A-BB428179FB2E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6447503" y="1840316"/>
                <a:ext cx="295062" cy="295062"/>
              </a:xfrm>
              <a:prstGeom prst="ellipse">
                <a:avLst/>
              </a:prstGeom>
              <a:solidFill>
                <a:schemeClr val="tx2"/>
              </a:solidFill>
              <a:ln w="38100">
                <a:solidFill>
                  <a:schemeClr val="bg1"/>
                </a:solidFill>
              </a:ln>
            </p:spPr>
            <p:txBody>
              <a:bodyPr vert="horz" lIns="0" tIns="0" rIns="0" bIns="0" rtlCol="0" anchor="ctr" anchorCtr="0">
                <a:noAutofit/>
              </a:bodyPr>
              <a:lstStyle>
                <a:defPPr>
                  <a:defRPr lang="de-DE"/>
                </a:defPPr>
                <a:lvl1pPr indent="0" algn="ctr">
                  <a:lnSpc>
                    <a:spcPct val="90000"/>
                  </a:lnSpc>
                  <a:spcBef>
                    <a:spcPts val="1200"/>
                  </a:spcBef>
                  <a:spcAft>
                    <a:spcPts val="0"/>
                  </a:spcAft>
                  <a:buFontTx/>
                  <a:buNone/>
                  <a:defRPr sz="2000" b="1">
                    <a:solidFill>
                      <a:schemeClr val="bg1"/>
                    </a:solidFill>
                    <a:latin typeface="+mj-lt"/>
                  </a:defRPr>
                </a:lvl1pPr>
                <a:lvl2pPr marL="0" indent="0">
                  <a:lnSpc>
                    <a:spcPct val="90000"/>
                  </a:lnSpc>
                  <a:spcBef>
                    <a:spcPts val="900"/>
                  </a:spcBef>
                  <a:buFontTx/>
                  <a:buNone/>
                  <a:defRPr sz="2000">
                    <a:solidFill>
                      <a:schemeClr val="tx2"/>
                    </a:solidFill>
                  </a:defRPr>
                </a:lvl2pPr>
                <a:lvl3pPr marL="216000" indent="-216000">
                  <a:lnSpc>
                    <a:spcPct val="9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3pPr>
                <a:lvl4pPr marL="396000" indent="-180000">
                  <a:lnSpc>
                    <a:spcPct val="90000"/>
                  </a:lnSpc>
                  <a:spcBef>
                    <a:spcPts val="3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4pPr>
                <a:lvl5pPr marL="576000" indent="-144000">
                  <a:lnSpc>
                    <a:spcPct val="90000"/>
                  </a:lnSpc>
                  <a:spcBef>
                    <a:spcPts val="1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5pPr>
                <a:lvl6pPr marL="0" indent="0">
                  <a:lnSpc>
                    <a:spcPct val="90000"/>
                  </a:lnSpc>
                  <a:spcBef>
                    <a:spcPts val="600"/>
                  </a:spcBef>
                  <a:buFontTx/>
                  <a:buNone/>
                  <a:defRPr sz="1400" b="1">
                    <a:solidFill>
                      <a:schemeClr val="tx2"/>
                    </a:solidFill>
                  </a:defRPr>
                </a:lvl6pPr>
                <a:lvl7pPr marL="0" indent="0">
                  <a:lnSpc>
                    <a:spcPct val="90000"/>
                  </a:lnSpc>
                  <a:spcBef>
                    <a:spcPts val="300"/>
                  </a:spcBef>
                  <a:buFontTx/>
                  <a:buNone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7pPr>
                <a:lvl8pPr marL="180000" indent="-180000">
                  <a:lnSpc>
                    <a:spcPct val="90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8pPr>
                <a:lvl9pPr marL="360000" indent="-180000">
                  <a:lnSpc>
                    <a:spcPct val="9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sz="12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9pPr>
              </a:lstStyle>
              <a:p>
                <a:pPr defTabSz="1219170">
                  <a:spcBef>
                    <a:spcPts val="1600"/>
                  </a:spcBef>
                  <a:defRPr/>
                </a:pPr>
                <a:r>
                  <a:rPr lang="en-GB" sz="1200">
                    <a:solidFill>
                      <a:prstClr val="white"/>
                    </a:solidFill>
                    <a:latin typeface="+mn-lt"/>
                    <a:cs typeface="Arial" panose="020B0604020202020204" pitchFamily="34" charset="0"/>
                  </a:rPr>
                  <a:t>2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095280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6CFD4542-45ED-720C-8ACF-AD962074A42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361412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6CFD4542-45ED-720C-8ACF-AD962074A42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hteck 13">
            <a:extLst>
              <a:ext uri="{FF2B5EF4-FFF2-40B4-BE49-F238E27FC236}">
                <a16:creationId xmlns:a16="http://schemas.microsoft.com/office/drawing/2014/main" id="{6F12B9C0-DE97-B8F1-9BD1-CDC1F881498C}"/>
              </a:ext>
            </a:extLst>
          </p:cNvPr>
          <p:cNvSpPr/>
          <p:nvPr/>
        </p:nvSpPr>
        <p:spPr>
          <a:xfrm>
            <a:off x="431999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Insert original slide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Copy slide in original presentation with Ctrl+C.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In the target presentation, select the slide after which the original slide is to be inserted.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in the tab «Home / Paste / Use Destination Theme».</a:t>
            </a:r>
          </a:p>
        </p:txBody>
      </p:sp>
      <p:sp>
        <p:nvSpPr>
          <p:cNvPr id="57" name="Rechteck 13">
            <a:extLst>
              <a:ext uri="{FF2B5EF4-FFF2-40B4-BE49-F238E27FC236}">
                <a16:creationId xmlns:a16="http://schemas.microsoft.com/office/drawing/2014/main" id="{413AE714-D606-F5FC-7C9C-CAB2AADE0305}"/>
              </a:ext>
            </a:extLst>
          </p:cNvPr>
          <p:cNvSpPr/>
          <p:nvPr/>
        </p:nvSpPr>
        <p:spPr>
          <a:xfrm>
            <a:off x="3355376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Assign slide layout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the inserted slide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the desired layout in the tab «Home / Layout».</a:t>
            </a:r>
          </a:p>
        </p:txBody>
      </p:sp>
      <p:sp>
        <p:nvSpPr>
          <p:cNvPr id="58" name="Rechteck 13">
            <a:extLst>
              <a:ext uri="{FF2B5EF4-FFF2-40B4-BE49-F238E27FC236}">
                <a16:creationId xmlns:a16="http://schemas.microsoft.com/office/drawing/2014/main" id="{09437636-12D5-9F3F-EBAD-EFFE9239E6A3}"/>
              </a:ext>
            </a:extLst>
          </p:cNvPr>
          <p:cNvSpPr/>
          <p:nvPr/>
        </p:nvSpPr>
        <p:spPr>
          <a:xfrm>
            <a:off x="6278753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Adjust slide manually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Check all slide contents such as text blocks, images, etc. for position and size and manually adjust them to the new layout grid.</a:t>
            </a:r>
          </a:p>
        </p:txBody>
      </p:sp>
      <p:sp>
        <p:nvSpPr>
          <p:cNvPr id="59" name="Rechteck 13">
            <a:extLst>
              <a:ext uri="{FF2B5EF4-FFF2-40B4-BE49-F238E27FC236}">
                <a16:creationId xmlns:a16="http://schemas.microsoft.com/office/drawing/2014/main" id="{AA38C107-AE0F-D797-3F89-D09E50D2266F}"/>
              </a:ext>
            </a:extLst>
          </p:cNvPr>
          <p:cNvSpPr/>
          <p:nvPr/>
        </p:nvSpPr>
        <p:spPr>
          <a:xfrm>
            <a:off x="9202130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Check design</a:t>
            </a:r>
          </a:p>
          <a:p>
            <a:pPr defTabSz="914354">
              <a:lnSpc>
                <a:spcPct val="12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Independently check: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Font type, sizes and font colours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Colours of graphic elements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Text alignment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Coherence of the overall picture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8F6977D-70CC-5A99-A04C-A6FF969B6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10461288" cy="1098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Transfer of existing slides into the new Master</a:t>
            </a:r>
          </a:p>
        </p:txBody>
      </p:sp>
      <p:sp>
        <p:nvSpPr>
          <p:cNvPr id="26" name="Textplatzhalter 2">
            <a:extLst>
              <a:ext uri="{FF2B5EF4-FFF2-40B4-BE49-F238E27FC236}">
                <a16:creationId xmlns:a16="http://schemas.microsoft.com/office/drawing/2014/main" id="{B44F42DF-D404-5AAD-039D-CFD21374E730}"/>
              </a:ext>
            </a:extLst>
          </p:cNvPr>
          <p:cNvSpPr txBox="1">
            <a:spLocks noChangeAspect="1"/>
          </p:cNvSpPr>
          <p:nvPr/>
        </p:nvSpPr>
        <p:spPr>
          <a:xfrm>
            <a:off x="1493999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7" name="Textplatzhalter 2">
            <a:extLst>
              <a:ext uri="{FF2B5EF4-FFF2-40B4-BE49-F238E27FC236}">
                <a16:creationId xmlns:a16="http://schemas.microsoft.com/office/drawing/2014/main" id="{EF392E57-185E-3B94-453A-FB974D183063}"/>
              </a:ext>
            </a:extLst>
          </p:cNvPr>
          <p:cNvSpPr txBox="1">
            <a:spLocks noChangeAspect="1"/>
          </p:cNvSpPr>
          <p:nvPr/>
        </p:nvSpPr>
        <p:spPr>
          <a:xfrm>
            <a:off x="4417376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8" name="Textplatzhalter 2">
            <a:extLst>
              <a:ext uri="{FF2B5EF4-FFF2-40B4-BE49-F238E27FC236}">
                <a16:creationId xmlns:a16="http://schemas.microsoft.com/office/drawing/2014/main" id="{20477EC5-FF6C-7C83-A777-56643796CF4B}"/>
              </a:ext>
            </a:extLst>
          </p:cNvPr>
          <p:cNvSpPr txBox="1">
            <a:spLocks noChangeAspect="1"/>
          </p:cNvSpPr>
          <p:nvPr/>
        </p:nvSpPr>
        <p:spPr>
          <a:xfrm>
            <a:off x="7340753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3</a:t>
            </a:r>
          </a:p>
        </p:txBody>
      </p:sp>
      <p:sp>
        <p:nvSpPr>
          <p:cNvPr id="29" name="Textplatzhalter 2">
            <a:extLst>
              <a:ext uri="{FF2B5EF4-FFF2-40B4-BE49-F238E27FC236}">
                <a16:creationId xmlns:a16="http://schemas.microsoft.com/office/drawing/2014/main" id="{62567B12-E59D-A63D-3499-E0DB4A2F9EC3}"/>
              </a:ext>
            </a:extLst>
          </p:cNvPr>
          <p:cNvSpPr txBox="1">
            <a:spLocks noChangeAspect="1"/>
          </p:cNvSpPr>
          <p:nvPr/>
        </p:nvSpPr>
        <p:spPr>
          <a:xfrm>
            <a:off x="10264130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4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BB7D4B34-98C7-094B-C2B0-C92D00376F3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2400" y="4230000"/>
            <a:ext cx="1598065" cy="900000"/>
          </a:xfrm>
          <a:prstGeom prst="rect">
            <a:avLst/>
          </a:prstGeom>
          <a:effectLst>
            <a:outerShdw blurRad="127000" dist="127000" dir="2700000" algn="tl" rotWithShape="0">
              <a:prstClr val="black">
                <a:alpha val="18000"/>
              </a:prstClr>
            </a:outerShdw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E60B5F9D-4396-18A6-2404-1D3B8694D21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1200" y="5400000"/>
            <a:ext cx="1608771" cy="900000"/>
          </a:xfrm>
          <a:prstGeom prst="rect">
            <a:avLst/>
          </a:prstGeom>
          <a:effectLst>
            <a:outerShdw blurRad="127000" dist="127000" dir="2700000" algn="tl" rotWithShape="0">
              <a:prstClr val="black">
                <a:alpha val="18000"/>
              </a:prstClr>
            </a:outerShdw>
          </a:effectLst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DAB675E2-ACA1-1243-028D-65C37B4CB32A}"/>
              </a:ext>
            </a:extLst>
          </p:cNvPr>
          <p:cNvGrpSpPr/>
          <p:nvPr/>
        </p:nvGrpSpPr>
        <p:grpSpPr>
          <a:xfrm>
            <a:off x="6713823" y="5249979"/>
            <a:ext cx="282196" cy="641123"/>
            <a:chOff x="1199222" y="4392591"/>
            <a:chExt cx="1140370" cy="622662"/>
          </a:xfrm>
        </p:grpSpPr>
        <p:cxnSp>
          <p:nvCxnSpPr>
            <p:cNvPr id="64" name="Gerade Verbindung mit Pfeil 94">
              <a:extLst>
                <a:ext uri="{FF2B5EF4-FFF2-40B4-BE49-F238E27FC236}">
                  <a16:creationId xmlns:a16="http://schemas.microsoft.com/office/drawing/2014/main" id="{D9C64834-3692-F4E5-1C86-3CF07C10B95A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199222" y="5015253"/>
              <a:ext cx="1140370" cy="0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Gerade Verbindung mit Pfeil 94">
              <a:extLst>
                <a:ext uri="{FF2B5EF4-FFF2-40B4-BE49-F238E27FC236}">
                  <a16:creationId xmlns:a16="http://schemas.microsoft.com/office/drawing/2014/main" id="{6B9B53DD-B453-72D6-B93C-1BB1B797327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199222" y="4392591"/>
              <a:ext cx="0" cy="622662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Shape 161">
            <a:extLst>
              <a:ext uri="{FF2B5EF4-FFF2-40B4-BE49-F238E27FC236}">
                <a16:creationId xmlns:a16="http://schemas.microsoft.com/office/drawing/2014/main" id="{ED119C18-4B87-185E-9384-69A9CEB4482B}"/>
              </a:ext>
            </a:extLst>
          </p:cNvPr>
          <p:cNvSpPr/>
          <p:nvPr/>
        </p:nvSpPr>
        <p:spPr>
          <a:xfrm flipH="1">
            <a:off x="9346130" y="5238000"/>
            <a:ext cx="2268000" cy="1044865"/>
          </a:xfrm>
          <a:prstGeom prst="rect">
            <a:avLst/>
          </a:prstGeom>
          <a:solidFill>
            <a:srgbClr val="F39800"/>
          </a:solidFill>
          <a:ln w="38100">
            <a:noFill/>
            <a:prstDash val="solid"/>
          </a:ln>
          <a:effectLst/>
        </p:spPr>
        <p:txBody>
          <a:bodyPr wrap="square" lIns="144000" tIns="144000" rIns="144000" bIns="144000" anchor="ctr" anchorCtr="0">
            <a:spAutoFit/>
          </a:bodyPr>
          <a:lstStyle/>
          <a:p>
            <a:pPr algn="ctr" defTabSz="609555">
              <a:spcBef>
                <a:spcPts val="600"/>
              </a:spcBef>
              <a:buClr>
                <a:srgbClr val="FFFFFF"/>
              </a:buClr>
              <a:buSzPct val="100000"/>
              <a:defRPr/>
            </a:pPr>
            <a:r>
              <a:rPr lang="en-GB" sz="1100" b="1">
                <a:ea typeface="Calibri"/>
                <a:cs typeface="Arial" panose="020B0604020202020204" pitchFamily="34" charset="0"/>
                <a:sym typeface="Arial" panose="020B0604020202020204" pitchFamily="34" charset="0"/>
              </a:rPr>
              <a:t>Important:</a:t>
            </a:r>
          </a:p>
          <a:p>
            <a:pPr defTabSz="609555">
              <a:spcBef>
                <a:spcPts val="600"/>
              </a:spcBef>
              <a:buClr>
                <a:srgbClr val="FFFFFF"/>
              </a:buClr>
              <a:buSzPct val="100000"/>
              <a:defRPr/>
            </a:pPr>
            <a:r>
              <a:rPr lang="en-GB" sz="1100">
                <a:ea typeface="Calibri"/>
                <a:cs typeface="Arial" panose="020B0604020202020204" pitchFamily="34" charset="0"/>
                <a:sym typeface="Arial" panose="020B0604020202020204" pitchFamily="34" charset="0"/>
              </a:rPr>
              <a:t>When transferring existing slides, always carry out all four steps.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D913DA6-BDCB-D3A3-44D9-43B66D64C9FB}"/>
              </a:ext>
            </a:extLst>
          </p:cNvPr>
          <p:cNvGrpSpPr/>
          <p:nvPr/>
        </p:nvGrpSpPr>
        <p:grpSpPr>
          <a:xfrm>
            <a:off x="3606866" y="3925238"/>
            <a:ext cx="2053020" cy="972000"/>
            <a:chOff x="3513767" y="4341476"/>
            <a:chExt cx="2053020" cy="972000"/>
          </a:xfrm>
        </p:grpSpPr>
        <p:sp>
          <p:nvSpPr>
            <p:cNvPr id="9" name="Rechteck 11">
              <a:extLst>
                <a:ext uri="{FF2B5EF4-FFF2-40B4-BE49-F238E27FC236}">
                  <a16:creationId xmlns:a16="http://schemas.microsoft.com/office/drawing/2014/main" id="{2786B73F-B8C5-6D9A-5242-076CBC2CDC86}"/>
                </a:ext>
              </a:extLst>
            </p:cNvPr>
            <p:cNvSpPr/>
            <p:nvPr/>
          </p:nvSpPr>
          <p:spPr>
            <a:xfrm>
              <a:off x="3513767" y="4341476"/>
              <a:ext cx="2053020" cy="972000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ABA93B92-6A2E-D4FF-5C92-8D154DBD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594278" y="4431476"/>
              <a:ext cx="1891999" cy="792000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0A83831-119F-D496-C3A7-D6D87FC21A56}"/>
                </a:ext>
              </a:extLst>
            </p:cNvPr>
            <p:cNvSpPr/>
            <p:nvPr/>
          </p:nvSpPr>
          <p:spPr>
            <a:xfrm>
              <a:off x="3921135" y="4430489"/>
              <a:ext cx="454277" cy="233829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E75FD5E-4E97-F443-9705-1D724BDDA8CA}"/>
                </a:ext>
              </a:extLst>
            </p:cNvPr>
            <p:cNvSpPr/>
            <p:nvPr/>
          </p:nvSpPr>
          <p:spPr>
            <a:xfrm>
              <a:off x="4903596" y="4608719"/>
              <a:ext cx="555845" cy="216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D25C27C-65CA-2D1C-4D05-9F62A4390A8A}"/>
              </a:ext>
            </a:extLst>
          </p:cNvPr>
          <p:cNvGrpSpPr/>
          <p:nvPr/>
        </p:nvGrpSpPr>
        <p:grpSpPr>
          <a:xfrm>
            <a:off x="873232" y="5143424"/>
            <a:ext cx="1673535" cy="1143411"/>
            <a:chOff x="873232" y="5143424"/>
            <a:chExt cx="1673535" cy="1143411"/>
          </a:xfrm>
        </p:grpSpPr>
        <p:sp>
          <p:nvSpPr>
            <p:cNvPr id="24" name="Rechteck 11">
              <a:extLst>
                <a:ext uri="{FF2B5EF4-FFF2-40B4-BE49-F238E27FC236}">
                  <a16:creationId xmlns:a16="http://schemas.microsoft.com/office/drawing/2014/main" id="{53732B19-7779-46D6-05DC-60D449D6CD5B}"/>
                </a:ext>
              </a:extLst>
            </p:cNvPr>
            <p:cNvSpPr/>
            <p:nvPr/>
          </p:nvSpPr>
          <p:spPr>
            <a:xfrm>
              <a:off x="873232" y="5143424"/>
              <a:ext cx="1673535" cy="1143411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DB1F94D9-2754-8E35-D7A2-EF3BEE5FBB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r="4695"/>
            <a:stretch/>
          </p:blipFill>
          <p:spPr>
            <a:xfrm>
              <a:off x="953725" y="5229129"/>
              <a:ext cx="1512548" cy="972000"/>
            </a:xfrm>
            <a:prstGeom prst="rect">
              <a:avLst/>
            </a:prstGeom>
          </p:spPr>
        </p:pic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8BFEB46-9CBE-7920-EE9D-A816C91F6324}"/>
                </a:ext>
              </a:extLst>
            </p:cNvPr>
            <p:cNvSpPr/>
            <p:nvPr/>
          </p:nvSpPr>
          <p:spPr>
            <a:xfrm>
              <a:off x="1293425" y="5223267"/>
              <a:ext cx="280170" cy="212572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C2C9070-4AA8-A941-42F4-40B4B0DD0616}"/>
                </a:ext>
              </a:extLst>
            </p:cNvPr>
            <p:cNvSpPr/>
            <p:nvPr/>
          </p:nvSpPr>
          <p:spPr>
            <a:xfrm>
              <a:off x="988399" y="5396588"/>
              <a:ext cx="252000" cy="432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17A6D1A-1C77-31FE-616D-A7F91DAD90A5}"/>
                </a:ext>
              </a:extLst>
            </p:cNvPr>
            <p:cNvSpPr/>
            <p:nvPr/>
          </p:nvSpPr>
          <p:spPr>
            <a:xfrm>
              <a:off x="990967" y="5952963"/>
              <a:ext cx="216000" cy="216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96936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901EC3D-F2BF-F4E4-68D3-1A1D4A55230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/>
              <a:t>Approach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0FC9526-F6CE-66B7-D827-0F2D2573D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Change icon colour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E2075C-0C32-910D-C79B-D0AF1EB5170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/>
              <a:t>Notes</a:t>
            </a:r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802A78FC-D33B-240F-7A98-909975BB87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2160585"/>
            <a:ext cx="5447999" cy="4267201"/>
          </a:xfrm>
          <a:solidFill>
            <a:schemeClr val="accent6"/>
          </a:solidFill>
        </p:spPr>
        <p:txBody>
          <a:bodyPr lIns="216000" tIns="180000" rIns="216000"/>
          <a:lstStyle/>
          <a:p>
            <a:pPr marL="342900" indent="-342900">
              <a:buFont typeface="+mj-lt"/>
              <a:buAutoNum type="arabicPeriod"/>
            </a:pPr>
            <a:r>
              <a:rPr lang="en-GB"/>
              <a:t>Select icon</a:t>
            </a:r>
          </a:p>
          <a:p>
            <a:pPr marL="342900" indent="-342900">
              <a:buFont typeface="+mj-lt"/>
              <a:buAutoNum type="arabicPeriod"/>
            </a:pPr>
            <a:r>
              <a:rPr lang="en-GB"/>
              <a:t>In the tab «Graphics Format» under «Graphics Styles», use </a:t>
            </a:r>
            <a:r>
              <a:rPr lang="en-GB" b="1"/>
              <a:t>«Graphics Fill»</a:t>
            </a:r>
            <a:r>
              <a:rPr lang="en-GB"/>
              <a:t> to change the colour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AE39F739-CCD2-DE8C-EAAA-EB623CE052B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12000" y="2160587"/>
            <a:ext cx="5449788" cy="4267201"/>
          </a:xfrm>
          <a:solidFill>
            <a:schemeClr val="accent6"/>
          </a:solidFill>
        </p:spPr>
        <p:txBody>
          <a:bodyPr lIns="216000" tIns="180000" rIns="216000"/>
          <a:lstStyle/>
          <a:p>
            <a:r>
              <a:rPr lang="en-GB"/>
              <a:t>For some icons, the colour </a:t>
            </a:r>
            <a:br>
              <a:rPr lang="en-GB"/>
            </a:br>
            <a:r>
              <a:rPr lang="en-GB"/>
              <a:t>can be changed by using </a:t>
            </a:r>
            <a:br>
              <a:rPr lang="en-GB"/>
            </a:br>
            <a:r>
              <a:rPr lang="en-GB" b="1"/>
              <a:t>«Graphics Outline»</a:t>
            </a:r>
            <a:r>
              <a:rPr lang="en-GB"/>
              <a:t> instead </a:t>
            </a:r>
            <a:br>
              <a:rPr lang="en-GB"/>
            </a:br>
            <a:r>
              <a:rPr lang="en-GB"/>
              <a:t>of «Graphics Fill».</a:t>
            </a:r>
          </a:p>
          <a:p>
            <a:r>
              <a:rPr lang="en-GB"/>
              <a:t>The colour cannot be changed </a:t>
            </a:r>
            <a:br>
              <a:rPr lang="en-GB"/>
            </a:br>
            <a:r>
              <a:rPr lang="en-GB"/>
              <a:t>if an icon is inserted as a picture. </a:t>
            </a:r>
            <a:br>
              <a:rPr lang="en-GB"/>
            </a:br>
            <a:r>
              <a:rPr lang="en-GB"/>
              <a:t>In this case, after selecting the </a:t>
            </a:r>
            <a:br>
              <a:rPr lang="en-GB"/>
            </a:br>
            <a:r>
              <a:rPr lang="en-GB"/>
              <a:t>icon, the tab </a:t>
            </a:r>
            <a:r>
              <a:rPr lang="en-GB" b="1"/>
              <a:t>«Picture Format»</a:t>
            </a:r>
            <a:r>
              <a:rPr lang="en-GB"/>
              <a:t> </a:t>
            </a:r>
            <a:br>
              <a:rPr lang="en-GB"/>
            </a:br>
            <a:r>
              <a:rPr lang="en-GB"/>
              <a:t>appears instead of «Graphics Format».</a:t>
            </a:r>
          </a:p>
          <a:p>
            <a:r>
              <a:rPr lang="en-GB"/>
              <a:t>Best vector file format for icons: *.svg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9897B76-0E98-2339-FE2E-504C7E2F6207}"/>
              </a:ext>
            </a:extLst>
          </p:cNvPr>
          <p:cNvGrpSpPr/>
          <p:nvPr/>
        </p:nvGrpSpPr>
        <p:grpSpPr>
          <a:xfrm>
            <a:off x="743340" y="3919114"/>
            <a:ext cx="4825319" cy="1656000"/>
            <a:chOff x="743340" y="3919114"/>
            <a:chExt cx="4825319" cy="16560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98D7727-1FFC-8D99-661F-EA5AB9D74809}"/>
                </a:ext>
              </a:extLst>
            </p:cNvPr>
            <p:cNvSpPr/>
            <p:nvPr/>
          </p:nvSpPr>
          <p:spPr>
            <a:xfrm>
              <a:off x="743340" y="3919114"/>
              <a:ext cx="4825319" cy="1656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E9E39E3-D0E7-62EB-6915-BC6FAFEA03F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004" r="47551"/>
            <a:stretch/>
          </p:blipFill>
          <p:spPr>
            <a:xfrm>
              <a:off x="855478" y="4027114"/>
              <a:ext cx="3171297" cy="1440000"/>
            </a:xfrm>
            <a:prstGeom prst="rect">
              <a:avLst/>
            </a:prstGeom>
          </p:spPr>
        </p:pic>
        <p:sp>
          <p:nvSpPr>
            <p:cNvPr id="25" name="Ellipse 25">
              <a:extLst>
                <a:ext uri="{FF2B5EF4-FFF2-40B4-BE49-F238E27FC236}">
                  <a16:creationId xmlns:a16="http://schemas.microsoft.com/office/drawing/2014/main" id="{FF6D0699-C766-BC4F-05D6-A92A5407EAD4}"/>
                </a:ext>
              </a:extLst>
            </p:cNvPr>
            <p:cNvSpPr/>
            <p:nvPr/>
          </p:nvSpPr>
          <p:spPr>
            <a:xfrm>
              <a:off x="2790304" y="4327889"/>
              <a:ext cx="1044000" cy="278607"/>
            </a:xfrm>
            <a:prstGeom prst="rect">
              <a:avLst/>
            </a:prstGeom>
            <a:solidFill>
              <a:schemeClr val="tx2">
                <a:alpha val="15000"/>
              </a:schemeClr>
            </a:solidFill>
            <a:ln w="28575" cap="rnd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0197D776-54A7-AD7E-F90F-3B5F0A03BD4E}"/>
                </a:ext>
              </a:extLst>
            </p:cNvPr>
            <p:cNvSpPr/>
            <p:nvPr/>
          </p:nvSpPr>
          <p:spPr>
            <a:xfrm>
              <a:off x="879477" y="5088468"/>
              <a:ext cx="914400" cy="216000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FD86877-F017-144F-CB0E-56CFF4A109D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78710"/>
            <a:stretch/>
          </p:blipFill>
          <p:spPr>
            <a:xfrm>
              <a:off x="4142949" y="4027114"/>
              <a:ext cx="1312413" cy="1440000"/>
            </a:xfrm>
            <a:prstGeom prst="rect">
              <a:avLst/>
            </a:prstGeom>
          </p:spPr>
        </p:pic>
        <p:sp>
          <p:nvSpPr>
            <p:cNvPr id="32" name="Ellipse 25">
              <a:extLst>
                <a:ext uri="{FF2B5EF4-FFF2-40B4-BE49-F238E27FC236}">
                  <a16:creationId xmlns:a16="http://schemas.microsoft.com/office/drawing/2014/main" id="{8E23C852-01D4-FF3C-7C96-04D4B291C836}"/>
                </a:ext>
              </a:extLst>
            </p:cNvPr>
            <p:cNvSpPr/>
            <p:nvPr/>
          </p:nvSpPr>
          <p:spPr>
            <a:xfrm>
              <a:off x="4218062" y="4060782"/>
              <a:ext cx="1162593" cy="299036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0E31800-4D32-D6E4-6368-C730A562DE29}"/>
              </a:ext>
            </a:extLst>
          </p:cNvPr>
          <p:cNvGrpSpPr/>
          <p:nvPr/>
        </p:nvGrpSpPr>
        <p:grpSpPr>
          <a:xfrm>
            <a:off x="10008660" y="2468488"/>
            <a:ext cx="1440000" cy="792000"/>
            <a:chOff x="9935570" y="2429999"/>
            <a:chExt cx="1440000" cy="79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880E2EB-4CFD-D5A8-6E1C-B13588345FA0}"/>
                </a:ext>
              </a:extLst>
            </p:cNvPr>
            <p:cNvSpPr/>
            <p:nvPr/>
          </p:nvSpPr>
          <p:spPr>
            <a:xfrm>
              <a:off x="9935570" y="2429999"/>
              <a:ext cx="1440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8580E33-6148-7528-9E8C-89E58397D6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2045" t="20073" r="46617" b="36910"/>
            <a:stretch/>
          </p:blipFill>
          <p:spPr>
            <a:xfrm>
              <a:off x="10043570" y="2537800"/>
              <a:ext cx="1224000" cy="576398"/>
            </a:xfrm>
            <a:prstGeom prst="rect">
              <a:avLst/>
            </a:prstGeom>
          </p:spPr>
        </p:pic>
        <p:sp>
          <p:nvSpPr>
            <p:cNvPr id="38" name="Ellipse 25">
              <a:extLst>
                <a:ext uri="{FF2B5EF4-FFF2-40B4-BE49-F238E27FC236}">
                  <a16:creationId xmlns:a16="http://schemas.microsoft.com/office/drawing/2014/main" id="{23882F23-5786-DCF9-3099-F38F3F63018A}"/>
                </a:ext>
              </a:extLst>
            </p:cNvPr>
            <p:cNvSpPr/>
            <p:nvPr/>
          </p:nvSpPr>
          <p:spPr>
            <a:xfrm>
              <a:off x="10056358" y="2750912"/>
              <a:ext cx="1188000" cy="252000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10B5466-D6DA-68EF-9AC0-A98CBE1DCD43}"/>
              </a:ext>
            </a:extLst>
          </p:cNvPr>
          <p:cNvGrpSpPr/>
          <p:nvPr/>
        </p:nvGrpSpPr>
        <p:grpSpPr>
          <a:xfrm>
            <a:off x="10224660" y="4120516"/>
            <a:ext cx="1224000" cy="540000"/>
            <a:chOff x="10224660" y="4130348"/>
            <a:chExt cx="1224000" cy="5400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08EB9D1-3663-A72F-18BB-E836415D159A}"/>
                </a:ext>
              </a:extLst>
            </p:cNvPr>
            <p:cNvSpPr/>
            <p:nvPr/>
          </p:nvSpPr>
          <p:spPr>
            <a:xfrm>
              <a:off x="10224660" y="4130348"/>
              <a:ext cx="1224000" cy="5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7C644038-51A6-DCEC-1F09-5CA82C6F44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332660" y="4238348"/>
              <a:ext cx="1008000" cy="32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1950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3B4C674D-869D-8F0F-0AD9-DFE4BF1E1BF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3B4C674D-869D-8F0F-0AD9-DFE4BF1E1B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8">
            <a:extLst>
              <a:ext uri="{FF2B5EF4-FFF2-40B4-BE49-F238E27FC236}">
                <a16:creationId xmlns:a16="http://schemas.microsoft.com/office/drawing/2014/main" id="{05A8A77E-9148-3872-0E0C-963DC02F6E44}"/>
              </a:ext>
            </a:extLst>
          </p:cNvPr>
          <p:cNvSpPr/>
          <p:nvPr/>
        </p:nvSpPr>
        <p:spPr>
          <a:xfrm>
            <a:off x="431999" y="3921125"/>
            <a:ext cx="5968799" cy="2506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 panose="020B0604020202020204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40977D7-62B4-D1CD-1F9C-CBEE938CDDF8}"/>
              </a:ext>
            </a:extLst>
          </p:cNvPr>
          <p:cNvGrpSpPr/>
          <p:nvPr/>
        </p:nvGrpSpPr>
        <p:grpSpPr>
          <a:xfrm>
            <a:off x="3525621" y="4914289"/>
            <a:ext cx="2160433" cy="1319022"/>
            <a:chOff x="2111317" y="4657623"/>
            <a:chExt cx="2160433" cy="1329497"/>
          </a:xfrm>
        </p:grpSpPr>
        <p:pic>
          <p:nvPicPr>
            <p:cNvPr id="62" name="Picture Placeholder 7">
              <a:extLst>
                <a:ext uri="{FF2B5EF4-FFF2-40B4-BE49-F238E27FC236}">
                  <a16:creationId xmlns:a16="http://schemas.microsoft.com/office/drawing/2014/main" id="{B2AEB8FB-8D76-8D04-D830-3C4B5C77A3A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29896" t="5647" r="14925" b="3337"/>
            <a:stretch/>
          </p:blipFill>
          <p:spPr>
            <a:xfrm>
              <a:off x="2111319" y="4657623"/>
              <a:ext cx="2160431" cy="1329496"/>
            </a:xfrm>
            <a:prstGeom prst="rect">
              <a:avLst/>
            </a:prstGeom>
            <a:ln w="19050">
              <a:noFill/>
            </a:ln>
            <a:effectLst>
              <a:outerShdw blurRad="177800" dist="101600" dir="2700000" algn="tl" rotWithShape="0">
                <a:prstClr val="black">
                  <a:alpha val="22000"/>
                </a:prstClr>
              </a:outerShdw>
            </a:effectLst>
          </p:spPr>
        </p:pic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BE9A67F6-0B55-59CD-054D-D1F517A33F0D}"/>
                </a:ext>
              </a:extLst>
            </p:cNvPr>
            <p:cNvSpPr/>
            <p:nvPr/>
          </p:nvSpPr>
          <p:spPr>
            <a:xfrm>
              <a:off x="2111317" y="5866536"/>
              <a:ext cx="2160431" cy="120584"/>
            </a:xfrm>
            <a:prstGeom prst="rect">
              <a:avLst/>
            </a:prstGeom>
            <a:solidFill>
              <a:schemeClr val="tx1">
                <a:alpha val="7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11" name="Rectangle 8">
            <a:extLst>
              <a:ext uri="{FF2B5EF4-FFF2-40B4-BE49-F238E27FC236}">
                <a16:creationId xmlns:a16="http://schemas.microsoft.com/office/drawing/2014/main" id="{9D2991C1-5A52-5A93-69AA-3A6112776AB8}"/>
              </a:ext>
            </a:extLst>
          </p:cNvPr>
          <p:cNvSpPr/>
          <p:nvPr/>
        </p:nvSpPr>
        <p:spPr>
          <a:xfrm>
            <a:off x="432000" y="1520825"/>
            <a:ext cx="5968798" cy="20767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 panose="020B0604020202020204" pitchFamily="34" charset="0"/>
            </a:endParaRPr>
          </a:p>
        </p:txBody>
      </p:sp>
      <p:pic>
        <p:nvPicPr>
          <p:cNvPr id="5" name="Picture Placeholder 7">
            <a:extLst>
              <a:ext uri="{FF2B5EF4-FFF2-40B4-BE49-F238E27FC236}">
                <a16:creationId xmlns:a16="http://schemas.microsoft.com/office/drawing/2014/main" id="{4F737176-E122-A404-C048-B1CECC1B342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0263" t="5647" r="9027" b="3337"/>
          <a:stretch/>
        </p:blipFill>
        <p:spPr>
          <a:xfrm>
            <a:off x="628751" y="1753505"/>
            <a:ext cx="2462840" cy="1649160"/>
          </a:xfrm>
          <a:prstGeom prst="rect">
            <a:avLst/>
          </a:prstGeom>
          <a:ln w="19050">
            <a:noFill/>
          </a:ln>
          <a:effectLst>
            <a:outerShdw blurRad="177800" dist="101600" dir="2700000" algn="tl" rotWithShape="0">
              <a:prstClr val="black">
                <a:alpha val="22000"/>
              </a:prstClr>
            </a:outerShdw>
          </a:effec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F8E9DAF-3637-DD8C-3DBE-311781B76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Insert image into placeholder</a:t>
            </a:r>
          </a:p>
        </p:txBody>
      </p:sp>
      <p:sp>
        <p:nvSpPr>
          <p:cNvPr id="14" name="Textfeld 46">
            <a:extLst>
              <a:ext uri="{FF2B5EF4-FFF2-40B4-BE49-F238E27FC236}">
                <a16:creationId xmlns:a16="http://schemas.microsoft.com/office/drawing/2014/main" id="{54DF91C2-B49A-AA10-5018-4BB5A3454847}"/>
              </a:ext>
            </a:extLst>
          </p:cNvPr>
          <p:cNvSpPr txBox="1"/>
          <p:nvPr/>
        </p:nvSpPr>
        <p:spPr>
          <a:xfrm>
            <a:off x="7133216" y="1520825"/>
            <a:ext cx="4628572" cy="2146742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defPPr>
              <a:defRPr lang="de-DE"/>
            </a:defPPr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671344"/>
              </a:buClr>
              <a:buSzPct val="100000"/>
              <a:buFont typeface="+mj-lt"/>
              <a:buAutoNum type="arabicPeriod"/>
              <a:defRPr sz="1200">
                <a:cs typeface="Arial" panose="020B0604020202020204" pitchFamily="34" charset="0"/>
              </a:defRPr>
            </a:lvl1pPr>
            <a:lvl2pPr marL="360000" lvl="1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355600" algn="l"/>
              </a:tabLst>
              <a:defRPr sz="1400">
                <a:cs typeface="Arial" panose="020B0604020202020204" pitchFamily="34" charset="0"/>
              </a:defRPr>
            </a:lvl2pPr>
            <a:lvl3pPr marL="540000" lvl="2" indent="-179388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sz="1400">
                <a:cs typeface="Arial" panose="020B0604020202020204" pitchFamily="34" charset="0"/>
              </a:defRPr>
            </a:lvl3pPr>
            <a:lvl4pPr marL="719138" lvl="3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sz="1400">
                <a:cs typeface="Arial" panose="020B0604020202020204" pitchFamily="34" charset="0"/>
              </a:defRPr>
            </a:lvl4pPr>
            <a:lvl5pPr marL="180000" lvl="4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tabLst/>
              <a:defRPr sz="1400" b="0">
                <a:cs typeface="Arial" panose="020B0604020202020204" pitchFamily="34" charset="0"/>
              </a:defRPr>
            </a:lvl5pPr>
            <a:lvl6pPr marL="0" lvl="5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defRPr sz="1400" b="1">
                <a:cs typeface="Arial" panose="020B0604020202020204" pitchFamily="34" charset="0"/>
              </a:defRPr>
            </a:lvl6pPr>
            <a:lvl7pPr marL="0" lvl="6" indent="0">
              <a:lnSpc>
                <a:spcPct val="100000"/>
              </a:lnSpc>
              <a:spcBef>
                <a:spcPts val="600"/>
              </a:spcBef>
              <a:spcAft>
                <a:spcPts val="1000"/>
              </a:spcAft>
              <a:buFont typeface="+mj-lt"/>
              <a:buNone/>
              <a:defRPr b="0">
                <a:solidFill>
                  <a:schemeClr val="tx2"/>
                </a:solidFill>
                <a:cs typeface="Arial" panose="020B0604020202020204" pitchFamily="34" charset="0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+mj-lt"/>
              <a:buNone/>
              <a:defRPr sz="1400">
                <a:cs typeface="Arial" panose="020B0604020202020204" pitchFamily="34" charset="0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Font typeface="Arial" panose="020B0604020202020204" pitchFamily="34" charset="0"/>
              <a:buNone/>
              <a:defRPr sz="1400" b="0"/>
            </a:lvl9pPr>
          </a:lstStyle>
          <a:p>
            <a:pPr lvl="5" defTabSz="914377">
              <a:spcAft>
                <a:spcPts val="1067"/>
              </a:spcAft>
              <a:buClr>
                <a:srgbClr val="678FB0"/>
              </a:buClr>
              <a:defRPr/>
            </a:pPr>
            <a:r>
              <a:rPr lang="en-GB" dirty="0">
                <a:sym typeface="Arial" panose="020B0604020202020204" pitchFamily="34" charset="0"/>
              </a:rPr>
              <a:t>Insert image from external source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Click on the image            icon, select image from </a:t>
            </a:r>
            <a:r>
              <a:rPr lang="en-GB" sz="1400" dirty="0" err="1">
                <a:sym typeface="Arial" panose="020B0604020202020204" pitchFamily="34" charset="0"/>
              </a:rPr>
              <a:t>Sharepoint</a:t>
            </a:r>
            <a:r>
              <a:rPr lang="en-GB" sz="1400" dirty="0">
                <a:sym typeface="Arial" panose="020B0604020202020204" pitchFamily="34" charset="0"/>
              </a:rPr>
              <a:t> or other source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The bbv image library is here locally located: </a:t>
            </a:r>
            <a:r>
              <a:rPr lang="en-GB" sz="1400" i="1" dirty="0">
                <a:sym typeface="Arial" panose="020B0604020202020204" pitchFamily="34" charset="0"/>
                <a:hlinkClick r:id="rId7" action="ppaction://hlinkfile"/>
              </a:rPr>
              <a:t>C:\Users\Public\bbv_templates\Marketing\PPT-Bibliotheken\Bilder-Bibliothek</a:t>
            </a:r>
            <a:endParaRPr lang="en-GB" sz="1400" i="1" dirty="0">
              <a:sym typeface="Arial" panose="020B0604020202020204" pitchFamily="34" charset="0"/>
            </a:endParaRP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Or: copy image from external source with </a:t>
            </a:r>
            <a:r>
              <a:rPr lang="en-GB" sz="1400" dirty="0" err="1">
                <a:sym typeface="Arial" panose="020B0604020202020204" pitchFamily="34" charset="0"/>
              </a:rPr>
              <a:t>Ctrl+C</a:t>
            </a:r>
            <a:r>
              <a:rPr lang="en-GB" sz="1400" dirty="0">
                <a:sym typeface="Arial" panose="020B0604020202020204" pitchFamily="34" charset="0"/>
              </a:rPr>
              <a:t>, select the placeholder, then paste with </a:t>
            </a:r>
            <a:r>
              <a:rPr lang="en-GB" sz="1400" dirty="0" err="1">
                <a:sym typeface="Arial" panose="020B0604020202020204" pitchFamily="34" charset="0"/>
              </a:rPr>
              <a:t>Ctrl+V</a:t>
            </a:r>
            <a:endParaRPr lang="en-GB" sz="1400" dirty="0">
              <a:sym typeface="Arial" panose="020B0604020202020204" pitchFamily="34" charset="0"/>
            </a:endParaRPr>
          </a:p>
        </p:txBody>
      </p:sp>
      <p:sp>
        <p:nvSpPr>
          <p:cNvPr id="15" name="Textfeld 46">
            <a:extLst>
              <a:ext uri="{FF2B5EF4-FFF2-40B4-BE49-F238E27FC236}">
                <a16:creationId xmlns:a16="http://schemas.microsoft.com/office/drawing/2014/main" id="{862FDC31-4259-0DB9-F452-0C5EA5FBDC82}"/>
              </a:ext>
            </a:extLst>
          </p:cNvPr>
          <p:cNvSpPr txBox="1"/>
          <p:nvPr/>
        </p:nvSpPr>
        <p:spPr>
          <a:xfrm>
            <a:off x="7135996" y="3921125"/>
            <a:ext cx="4625792" cy="2198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671344"/>
              </a:buClr>
              <a:buSzPct val="100000"/>
              <a:buFont typeface="+mj-lt"/>
              <a:buAutoNum type="arabicPeriod"/>
              <a:defRPr lang="de-DE" sz="1400">
                <a:cs typeface="Arial" panose="020B0604020202020204" pitchFamily="34" charset="0"/>
              </a:defRPr>
            </a:lvl1pPr>
            <a:lvl2pPr marL="360000" lvl="1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355600" algn="l"/>
              </a:tabLst>
              <a:defRPr lang="de-DE" sz="1400">
                <a:cs typeface="Arial" panose="020B0604020202020204" pitchFamily="34" charset="0"/>
              </a:defRPr>
            </a:lvl2pPr>
            <a:lvl3pPr marL="540000" lvl="2" indent="-179388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lang="de-DE" sz="1400">
                <a:cs typeface="Arial" panose="020B0604020202020204" pitchFamily="34" charset="0"/>
              </a:defRPr>
            </a:lvl3pPr>
            <a:lvl4pPr marL="719138" lvl="3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lang="de-DE" sz="1400">
                <a:cs typeface="Arial" panose="020B0604020202020204" pitchFamily="34" charset="0"/>
              </a:defRPr>
            </a:lvl4pPr>
            <a:lvl5pPr marL="180000" lvl="4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tabLst/>
              <a:defRPr lang="de-DE" sz="1400" b="0">
                <a:cs typeface="Arial" panose="020B0604020202020204" pitchFamily="34" charset="0"/>
              </a:defRPr>
            </a:lvl5pPr>
            <a:lvl6pPr marL="0" lvl="5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defRPr lang="de-DE" sz="1400" b="1">
                <a:cs typeface="Arial" panose="020B0604020202020204" pitchFamily="34" charset="0"/>
              </a:defRPr>
            </a:lvl6pPr>
            <a:lvl7pPr marL="0" lvl="6" indent="0">
              <a:lnSpc>
                <a:spcPct val="100000"/>
              </a:lnSpc>
              <a:spcBef>
                <a:spcPts val="600"/>
              </a:spcBef>
              <a:spcAft>
                <a:spcPts val="1000"/>
              </a:spcAft>
              <a:buFont typeface="+mj-lt"/>
              <a:buNone/>
              <a:defRPr lang="de-DE" b="0">
                <a:solidFill>
                  <a:schemeClr val="tx2"/>
                </a:solidFill>
                <a:cs typeface="Arial" panose="020B0604020202020204" pitchFamily="34" charset="0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+mj-lt"/>
              <a:buNone/>
              <a:defRPr lang="de-DE" sz="1400">
                <a:cs typeface="Arial" panose="020B0604020202020204" pitchFamily="34" charset="0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Font typeface="Arial" panose="020B0604020202020204" pitchFamily="34" charset="0"/>
              <a:buNone/>
              <a:defRPr lang="de-DE" sz="1400" b="0" dirty="0"/>
            </a:lvl9pPr>
          </a:lstStyle>
          <a:p>
            <a:pPr marL="0" indent="0" defTabSz="914377">
              <a:spcAft>
                <a:spcPts val="1067"/>
              </a:spcAft>
              <a:buClr>
                <a:srgbClr val="E30613"/>
              </a:buClr>
              <a:buNone/>
              <a:defRPr/>
            </a:pPr>
            <a:r>
              <a:rPr lang="en-GB" b="1">
                <a:sym typeface="Arial" panose="020B0604020202020204" pitchFamily="34" charset="0"/>
              </a:rPr>
              <a:t>Adjust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Select the image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Click in the tab «Picture Format» on «Crop»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Adjust the image composition by moving the image 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Resize the image by clicking and dragging the outer circles.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Click again on «Crop» to finish the adjustments</a:t>
            </a:r>
          </a:p>
        </p:txBody>
      </p:sp>
      <p:cxnSp>
        <p:nvCxnSpPr>
          <p:cNvPr id="17" name="Gerade Verbindung mit Pfeil 94">
            <a:extLst>
              <a:ext uri="{FF2B5EF4-FFF2-40B4-BE49-F238E27FC236}">
                <a16:creationId xmlns:a16="http://schemas.microsoft.com/office/drawing/2014/main" id="{A511B286-1545-FD7B-DCB7-8B5442EC52AF}"/>
              </a:ext>
            </a:extLst>
          </p:cNvPr>
          <p:cNvCxnSpPr>
            <a:cxnSpLocks/>
          </p:cNvCxnSpPr>
          <p:nvPr/>
        </p:nvCxnSpPr>
        <p:spPr bwMode="auto">
          <a:xfrm>
            <a:off x="3018503" y="4570185"/>
            <a:ext cx="3195665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41">
            <a:extLst>
              <a:ext uri="{FF2B5EF4-FFF2-40B4-BE49-F238E27FC236}">
                <a16:creationId xmlns:a16="http://schemas.microsoft.com/office/drawing/2014/main" id="{04350079-E221-80CA-4C62-EAC0DE598603}"/>
              </a:ext>
            </a:extLst>
          </p:cNvPr>
          <p:cNvSpPr/>
          <p:nvPr/>
        </p:nvSpPr>
        <p:spPr>
          <a:xfrm>
            <a:off x="5585161" y="6093205"/>
            <a:ext cx="221875" cy="221875"/>
          </a:xfrm>
          <a:prstGeom prst="ellipse">
            <a:avLst/>
          </a:prstGeom>
          <a:solidFill>
            <a:schemeClr val="accent6">
              <a:alpha val="20000"/>
            </a:schemeClr>
          </a:solidFill>
          <a:ln w="28575" cap="rnd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grpSp>
        <p:nvGrpSpPr>
          <p:cNvPr id="21" name="Gruppieren 43">
            <a:extLst>
              <a:ext uri="{FF2B5EF4-FFF2-40B4-BE49-F238E27FC236}">
                <a16:creationId xmlns:a16="http://schemas.microsoft.com/office/drawing/2014/main" id="{FEDD1F48-77E8-24A4-19AC-27B41C28AC56}"/>
              </a:ext>
            </a:extLst>
          </p:cNvPr>
          <p:cNvGrpSpPr/>
          <p:nvPr/>
        </p:nvGrpSpPr>
        <p:grpSpPr>
          <a:xfrm>
            <a:off x="3525807" y="4912400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2" name="Rechteck 41">
              <a:extLst>
                <a:ext uri="{FF2B5EF4-FFF2-40B4-BE49-F238E27FC236}">
                  <a16:creationId xmlns:a16="http://schemas.microsoft.com/office/drawing/2014/main" id="{935C84EF-CCEE-F4E5-D2A8-25D0334B38ED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3" name="Rechteck 42">
              <a:extLst>
                <a:ext uri="{FF2B5EF4-FFF2-40B4-BE49-F238E27FC236}">
                  <a16:creationId xmlns:a16="http://schemas.microsoft.com/office/drawing/2014/main" id="{C461557E-615C-B030-2D9D-8426B78A7598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4" name="Gruppieren 44">
            <a:extLst>
              <a:ext uri="{FF2B5EF4-FFF2-40B4-BE49-F238E27FC236}">
                <a16:creationId xmlns:a16="http://schemas.microsoft.com/office/drawing/2014/main" id="{F569182A-8730-F2B4-5E3F-C669F4F2BC26}"/>
              </a:ext>
            </a:extLst>
          </p:cNvPr>
          <p:cNvGrpSpPr/>
          <p:nvPr/>
        </p:nvGrpSpPr>
        <p:grpSpPr>
          <a:xfrm rot="5400000">
            <a:off x="5552787" y="4909457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5" name="Rechteck 45">
              <a:extLst>
                <a:ext uri="{FF2B5EF4-FFF2-40B4-BE49-F238E27FC236}">
                  <a16:creationId xmlns:a16="http://schemas.microsoft.com/office/drawing/2014/main" id="{12A51E69-0BC7-4668-AAA7-5166EBAC8197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6" name="Rechteck 46">
              <a:extLst>
                <a:ext uri="{FF2B5EF4-FFF2-40B4-BE49-F238E27FC236}">
                  <a16:creationId xmlns:a16="http://schemas.microsoft.com/office/drawing/2014/main" id="{F96A959A-12BF-31B6-7ACA-7F4870A4D216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7" name="Gruppieren 47">
            <a:extLst>
              <a:ext uri="{FF2B5EF4-FFF2-40B4-BE49-F238E27FC236}">
                <a16:creationId xmlns:a16="http://schemas.microsoft.com/office/drawing/2014/main" id="{4815BCDE-65AD-6865-FB4E-ADB47E589B48}"/>
              </a:ext>
            </a:extLst>
          </p:cNvPr>
          <p:cNvGrpSpPr/>
          <p:nvPr/>
        </p:nvGrpSpPr>
        <p:grpSpPr>
          <a:xfrm rot="10800000">
            <a:off x="5552787" y="5985903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8" name="Rechteck 48">
              <a:extLst>
                <a:ext uri="{FF2B5EF4-FFF2-40B4-BE49-F238E27FC236}">
                  <a16:creationId xmlns:a16="http://schemas.microsoft.com/office/drawing/2014/main" id="{707BA450-EBC4-4895-9A9D-1F9EA6C97350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9" name="Rechteck 49">
              <a:extLst>
                <a:ext uri="{FF2B5EF4-FFF2-40B4-BE49-F238E27FC236}">
                  <a16:creationId xmlns:a16="http://schemas.microsoft.com/office/drawing/2014/main" id="{5A6B916A-E479-CBC4-072C-709A43DBA3E6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30" name="Gruppieren 50">
            <a:extLst>
              <a:ext uri="{FF2B5EF4-FFF2-40B4-BE49-F238E27FC236}">
                <a16:creationId xmlns:a16="http://schemas.microsoft.com/office/drawing/2014/main" id="{80E5336F-4351-6773-C4B7-2DE7721227AD}"/>
              </a:ext>
            </a:extLst>
          </p:cNvPr>
          <p:cNvGrpSpPr/>
          <p:nvPr/>
        </p:nvGrpSpPr>
        <p:grpSpPr>
          <a:xfrm rot="16200000">
            <a:off x="3525807" y="5985904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31" name="Rechteck 51">
              <a:extLst>
                <a:ext uri="{FF2B5EF4-FFF2-40B4-BE49-F238E27FC236}">
                  <a16:creationId xmlns:a16="http://schemas.microsoft.com/office/drawing/2014/main" id="{AA8579B9-03EF-D5BA-1458-53519F29CAD6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32" name="Rechteck 52">
              <a:extLst>
                <a:ext uri="{FF2B5EF4-FFF2-40B4-BE49-F238E27FC236}">
                  <a16:creationId xmlns:a16="http://schemas.microsoft.com/office/drawing/2014/main" id="{47AF9317-ACAA-C1D2-BDBF-D07FB4FF9A41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33" name="Rechteck 53">
            <a:extLst>
              <a:ext uri="{FF2B5EF4-FFF2-40B4-BE49-F238E27FC236}">
                <a16:creationId xmlns:a16="http://schemas.microsoft.com/office/drawing/2014/main" id="{1DFB1046-F131-09B7-E7D6-2DBCC79E8D5B}"/>
              </a:ext>
            </a:extLst>
          </p:cNvPr>
          <p:cNvSpPr/>
          <p:nvPr/>
        </p:nvSpPr>
        <p:spPr>
          <a:xfrm>
            <a:off x="4538503" y="4918908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4" name="Rechteck 54">
            <a:extLst>
              <a:ext uri="{FF2B5EF4-FFF2-40B4-BE49-F238E27FC236}">
                <a16:creationId xmlns:a16="http://schemas.microsoft.com/office/drawing/2014/main" id="{2DB7FF71-A990-8611-DE16-2E824A3831A3}"/>
              </a:ext>
            </a:extLst>
          </p:cNvPr>
          <p:cNvSpPr/>
          <p:nvPr/>
        </p:nvSpPr>
        <p:spPr>
          <a:xfrm>
            <a:off x="4532240" y="6091591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5" name="Ellipse 55">
            <a:extLst>
              <a:ext uri="{FF2B5EF4-FFF2-40B4-BE49-F238E27FC236}">
                <a16:creationId xmlns:a16="http://schemas.microsoft.com/office/drawing/2014/main" id="{6758CADA-612F-FCC4-2D51-D9F6E95D3209}"/>
              </a:ext>
            </a:extLst>
          </p:cNvPr>
          <p:cNvSpPr/>
          <p:nvPr/>
        </p:nvSpPr>
        <p:spPr>
          <a:xfrm>
            <a:off x="3480982" y="6186373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6" name="Ellipse 56">
            <a:extLst>
              <a:ext uri="{FF2B5EF4-FFF2-40B4-BE49-F238E27FC236}">
                <a16:creationId xmlns:a16="http://schemas.microsoft.com/office/drawing/2014/main" id="{35181343-5E20-8439-5F73-E3545FCF4FA6}"/>
              </a:ext>
            </a:extLst>
          </p:cNvPr>
          <p:cNvSpPr/>
          <p:nvPr/>
        </p:nvSpPr>
        <p:spPr>
          <a:xfrm>
            <a:off x="3486957" y="4880360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7" name="Ellipse 57">
            <a:extLst>
              <a:ext uri="{FF2B5EF4-FFF2-40B4-BE49-F238E27FC236}">
                <a16:creationId xmlns:a16="http://schemas.microsoft.com/office/drawing/2014/main" id="{F50F96A3-5203-0EF1-81E2-F8821B4E8B0E}"/>
              </a:ext>
            </a:extLst>
          </p:cNvPr>
          <p:cNvSpPr/>
          <p:nvPr/>
        </p:nvSpPr>
        <p:spPr>
          <a:xfrm>
            <a:off x="5666615" y="4861688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8" name="Ellipse 58">
            <a:extLst>
              <a:ext uri="{FF2B5EF4-FFF2-40B4-BE49-F238E27FC236}">
                <a16:creationId xmlns:a16="http://schemas.microsoft.com/office/drawing/2014/main" id="{D19F1F1C-F0CC-1C4A-EF90-55EED0CA33F7}"/>
              </a:ext>
            </a:extLst>
          </p:cNvPr>
          <p:cNvSpPr/>
          <p:nvPr/>
        </p:nvSpPr>
        <p:spPr>
          <a:xfrm>
            <a:off x="4562837" y="4874757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9" name="Ellipse 59">
            <a:extLst>
              <a:ext uri="{FF2B5EF4-FFF2-40B4-BE49-F238E27FC236}">
                <a16:creationId xmlns:a16="http://schemas.microsoft.com/office/drawing/2014/main" id="{984794C3-3E3A-DB6C-1AA1-8B51A68BAF5F}"/>
              </a:ext>
            </a:extLst>
          </p:cNvPr>
          <p:cNvSpPr/>
          <p:nvPr/>
        </p:nvSpPr>
        <p:spPr>
          <a:xfrm>
            <a:off x="4569135" y="6186819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0" name="Ellipse 60">
            <a:extLst>
              <a:ext uri="{FF2B5EF4-FFF2-40B4-BE49-F238E27FC236}">
                <a16:creationId xmlns:a16="http://schemas.microsoft.com/office/drawing/2014/main" id="{1CA8CEF2-332A-DB24-B67D-3C35D900A07A}"/>
              </a:ext>
            </a:extLst>
          </p:cNvPr>
          <p:cNvSpPr/>
          <p:nvPr/>
        </p:nvSpPr>
        <p:spPr>
          <a:xfrm>
            <a:off x="5663549" y="6167767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1" name="Rechteck 61">
            <a:extLst>
              <a:ext uri="{FF2B5EF4-FFF2-40B4-BE49-F238E27FC236}">
                <a16:creationId xmlns:a16="http://schemas.microsoft.com/office/drawing/2014/main" id="{F25F55EB-C6D4-0D06-4B99-C911BC3291D1}"/>
              </a:ext>
            </a:extLst>
          </p:cNvPr>
          <p:cNvSpPr/>
          <p:nvPr/>
        </p:nvSpPr>
        <p:spPr>
          <a:xfrm rot="5400000">
            <a:off x="5605433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2" name="Rechteck 62">
            <a:extLst>
              <a:ext uri="{FF2B5EF4-FFF2-40B4-BE49-F238E27FC236}">
                <a16:creationId xmlns:a16="http://schemas.microsoft.com/office/drawing/2014/main" id="{2581ADA8-6413-7BFA-A150-3EE8C6C0EE32}"/>
              </a:ext>
            </a:extLst>
          </p:cNvPr>
          <p:cNvSpPr/>
          <p:nvPr/>
        </p:nvSpPr>
        <p:spPr>
          <a:xfrm rot="5400000">
            <a:off x="3470246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grpSp>
        <p:nvGrpSpPr>
          <p:cNvPr id="43" name="Gruppieren 73">
            <a:extLst>
              <a:ext uri="{FF2B5EF4-FFF2-40B4-BE49-F238E27FC236}">
                <a16:creationId xmlns:a16="http://schemas.microsoft.com/office/drawing/2014/main" id="{68641A5E-BF48-CDFB-8057-9D6A64418F22}"/>
              </a:ext>
            </a:extLst>
          </p:cNvPr>
          <p:cNvGrpSpPr/>
          <p:nvPr/>
        </p:nvGrpSpPr>
        <p:grpSpPr>
          <a:xfrm>
            <a:off x="4478309" y="5060654"/>
            <a:ext cx="248149" cy="248149"/>
            <a:chOff x="5640408" y="2973408"/>
            <a:chExt cx="1212768" cy="1212768"/>
          </a:xfrm>
        </p:grpSpPr>
        <p:grpSp>
          <p:nvGrpSpPr>
            <p:cNvPr id="44" name="Gruppieren 69">
              <a:extLst>
                <a:ext uri="{FF2B5EF4-FFF2-40B4-BE49-F238E27FC236}">
                  <a16:creationId xmlns:a16="http://schemas.microsoft.com/office/drawing/2014/main" id="{2DE4F716-A6CC-5BA0-38FA-493F22C898D6}"/>
                </a:ext>
              </a:extLst>
            </p:cNvPr>
            <p:cNvGrpSpPr/>
            <p:nvPr/>
          </p:nvGrpSpPr>
          <p:grpSpPr>
            <a:xfrm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48" name="Grafik 65" descr="Pfeil nach oben mit einfarbiger Füllung">
                <a:extLst>
                  <a:ext uri="{FF2B5EF4-FFF2-40B4-BE49-F238E27FC236}">
                    <a16:creationId xmlns:a16="http://schemas.microsoft.com/office/drawing/2014/main" id="{6D0CE4AC-3380-3D04-BE05-707788879C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9" name="Grafik 68" descr="Pfeil nach oben mit einfarbiger Füllung">
                <a:extLst>
                  <a:ext uri="{FF2B5EF4-FFF2-40B4-BE49-F238E27FC236}">
                    <a16:creationId xmlns:a16="http://schemas.microsoft.com/office/drawing/2014/main" id="{A3015999-1C81-B164-3439-F7B043FBAC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flipV="1">
                <a:off x="5638800" y="3270168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45" name="Gruppieren 70">
              <a:extLst>
                <a:ext uri="{FF2B5EF4-FFF2-40B4-BE49-F238E27FC236}">
                  <a16:creationId xmlns:a16="http://schemas.microsoft.com/office/drawing/2014/main" id="{F55D330B-C908-B456-A2E1-2691BDEAC025}"/>
                </a:ext>
              </a:extLst>
            </p:cNvPr>
            <p:cNvGrpSpPr/>
            <p:nvPr/>
          </p:nvGrpSpPr>
          <p:grpSpPr>
            <a:xfrm rot="5400000"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46" name="Grafik 71" descr="Pfeil nach oben mit einfarbiger Füllung">
                <a:extLst>
                  <a:ext uri="{FF2B5EF4-FFF2-40B4-BE49-F238E27FC236}">
                    <a16:creationId xmlns:a16="http://schemas.microsoft.com/office/drawing/2014/main" id="{C218EF49-54D9-4428-FEDC-DC2CC8D0BF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7" name="Grafik 72" descr="Pfeil nach oben mit einfarbiger Füllung">
                <a:extLst>
                  <a:ext uri="{FF2B5EF4-FFF2-40B4-BE49-F238E27FC236}">
                    <a16:creationId xmlns:a16="http://schemas.microsoft.com/office/drawing/2014/main" id="{B5B38DE0-2EC5-29F5-C782-3ABEBD77EE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flipV="1">
                <a:off x="5638800" y="3270168"/>
                <a:ext cx="914400" cy="914400"/>
              </a:xfrm>
              <a:prstGeom prst="rect">
                <a:avLst/>
              </a:prstGeom>
            </p:spPr>
          </p:pic>
        </p:grp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E16107A-AB1F-D5FC-DA73-54D1223E3EEB}"/>
              </a:ext>
            </a:extLst>
          </p:cNvPr>
          <p:cNvGrpSpPr/>
          <p:nvPr/>
        </p:nvGrpSpPr>
        <p:grpSpPr>
          <a:xfrm>
            <a:off x="628751" y="4120185"/>
            <a:ext cx="2268000" cy="900000"/>
            <a:chOff x="628751" y="4086226"/>
            <a:chExt cx="2268000" cy="90000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A44D660B-CE66-7953-8A4A-9820259A1871}"/>
                </a:ext>
              </a:extLst>
            </p:cNvPr>
            <p:cNvSpPr/>
            <p:nvPr/>
          </p:nvSpPr>
          <p:spPr>
            <a:xfrm flipH="1">
              <a:off x="628751" y="4086226"/>
              <a:ext cx="2268000" cy="90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1BA502CB-C617-D999-54FA-FBCEC53FC85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81380"/>
            <a:stretch/>
          </p:blipFill>
          <p:spPr>
            <a:xfrm>
              <a:off x="699133" y="4158226"/>
              <a:ext cx="1066921" cy="756000"/>
            </a:xfrm>
            <a:prstGeom prst="rect">
              <a:avLst/>
            </a:prstGeom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94A1E54D-43DC-7E62-44A8-C32086140FE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l="82864"/>
            <a:stretch/>
          </p:blipFill>
          <p:spPr>
            <a:xfrm>
              <a:off x="1838051" y="4158226"/>
              <a:ext cx="981905" cy="756000"/>
            </a:xfrm>
            <a:prstGeom prst="rect">
              <a:avLst/>
            </a:prstGeom>
          </p:spPr>
        </p:pic>
        <p:sp>
          <p:nvSpPr>
            <p:cNvPr id="13" name="Ellipse 25">
              <a:extLst>
                <a:ext uri="{FF2B5EF4-FFF2-40B4-BE49-F238E27FC236}">
                  <a16:creationId xmlns:a16="http://schemas.microsoft.com/office/drawing/2014/main" id="{0E5EF97D-4433-BBB2-4F42-4BF2F509E68A}"/>
                </a:ext>
              </a:extLst>
            </p:cNvPr>
            <p:cNvSpPr/>
            <p:nvPr/>
          </p:nvSpPr>
          <p:spPr>
            <a:xfrm>
              <a:off x="895612" y="4161992"/>
              <a:ext cx="684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50" name="Ellipse 25">
              <a:extLst>
                <a:ext uri="{FF2B5EF4-FFF2-40B4-BE49-F238E27FC236}">
                  <a16:creationId xmlns:a16="http://schemas.microsoft.com/office/drawing/2014/main" id="{0CECC691-DF93-B1BE-EFF2-FB3CE6DEAEDD}"/>
                </a:ext>
              </a:extLst>
            </p:cNvPr>
            <p:cNvSpPr/>
            <p:nvPr/>
          </p:nvSpPr>
          <p:spPr>
            <a:xfrm>
              <a:off x="2318368" y="4332225"/>
              <a:ext cx="288000" cy="468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8447CBC-A276-12AE-E95A-A3DE5A077712}"/>
              </a:ext>
            </a:extLst>
          </p:cNvPr>
          <p:cNvGrpSpPr/>
          <p:nvPr/>
        </p:nvGrpSpPr>
        <p:grpSpPr>
          <a:xfrm>
            <a:off x="6597549" y="1520825"/>
            <a:ext cx="197613" cy="2076725"/>
            <a:chOff x="6597549" y="1520825"/>
            <a:chExt cx="197613" cy="2076725"/>
          </a:xfrm>
        </p:grpSpPr>
        <p:cxnSp>
          <p:nvCxnSpPr>
            <p:cNvPr id="52" name="Gerader Verbinder 50">
              <a:extLst>
                <a:ext uri="{FF2B5EF4-FFF2-40B4-BE49-F238E27FC236}">
                  <a16:creationId xmlns:a16="http://schemas.microsoft.com/office/drawing/2014/main" id="{05DED289-B22E-3812-15EE-13B8A5A37A5D}"/>
                </a:ext>
              </a:extLst>
            </p:cNvPr>
            <p:cNvCxnSpPr>
              <a:cxnSpLocks/>
            </p:cNvCxnSpPr>
            <p:nvPr/>
          </p:nvCxnSpPr>
          <p:spPr>
            <a:xfrm>
              <a:off x="6597549" y="2559187"/>
              <a:ext cx="197613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r Verbinder 55">
              <a:extLst>
                <a:ext uri="{FF2B5EF4-FFF2-40B4-BE49-F238E27FC236}">
                  <a16:creationId xmlns:a16="http://schemas.microsoft.com/office/drawing/2014/main" id="{7CAE5EC2-6414-BB77-749B-F5F2167EF77C}"/>
                </a:ext>
              </a:extLst>
            </p:cNvPr>
            <p:cNvCxnSpPr>
              <a:cxnSpLocks/>
            </p:cNvCxnSpPr>
            <p:nvPr/>
          </p:nvCxnSpPr>
          <p:spPr>
            <a:xfrm>
              <a:off x="6597549" y="1520825"/>
              <a:ext cx="0" cy="207672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5" name="Gerade Verbindung mit Pfeil 94">
            <a:extLst>
              <a:ext uri="{FF2B5EF4-FFF2-40B4-BE49-F238E27FC236}">
                <a16:creationId xmlns:a16="http://schemas.microsoft.com/office/drawing/2014/main" id="{E84C9C02-2A67-B6DE-89BE-4378EBE1A5F6}"/>
              </a:ext>
            </a:extLst>
          </p:cNvPr>
          <p:cNvCxnSpPr>
            <a:cxnSpLocks/>
          </p:cNvCxnSpPr>
          <p:nvPr/>
        </p:nvCxnSpPr>
        <p:spPr bwMode="auto">
          <a:xfrm>
            <a:off x="4919271" y="5222470"/>
            <a:ext cx="1294897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Grafik 67" descr="Cursor mit einfarbiger Füllung">
            <a:extLst>
              <a:ext uri="{FF2B5EF4-FFF2-40B4-BE49-F238E27FC236}">
                <a16:creationId xmlns:a16="http://schemas.microsoft.com/office/drawing/2014/main" id="{CFC45C61-2C44-130D-242A-860DC8CA6C0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81579" y="5159510"/>
            <a:ext cx="367089" cy="367089"/>
          </a:xfrm>
          <a:prstGeom prst="rect">
            <a:avLst/>
          </a:prstGeom>
        </p:spPr>
      </p:pic>
      <p:cxnSp>
        <p:nvCxnSpPr>
          <p:cNvPr id="61" name="Gerade Verbindung mit Pfeil 94">
            <a:extLst>
              <a:ext uri="{FF2B5EF4-FFF2-40B4-BE49-F238E27FC236}">
                <a16:creationId xmlns:a16="http://schemas.microsoft.com/office/drawing/2014/main" id="{C5A53C75-E973-47F2-4776-C367C93DC9C9}"/>
              </a:ext>
            </a:extLst>
          </p:cNvPr>
          <p:cNvCxnSpPr>
            <a:cxnSpLocks/>
          </p:cNvCxnSpPr>
          <p:nvPr/>
        </p:nvCxnSpPr>
        <p:spPr bwMode="auto">
          <a:xfrm>
            <a:off x="5860347" y="6204204"/>
            <a:ext cx="353821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2CFBDA76-6F55-0D0E-5B71-9DF26805617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8342" y="1756560"/>
            <a:ext cx="2925826" cy="1643050"/>
          </a:xfrm>
          <a:prstGeom prst="rect">
            <a:avLst/>
          </a:prstGeom>
          <a:ln w="19050">
            <a:noFill/>
          </a:ln>
          <a:effectLst>
            <a:outerShdw blurRad="177800" dist="101600" dir="2700000" algn="tl" rotWithShape="0">
              <a:prstClr val="black">
                <a:alpha val="22000"/>
              </a:prstClr>
            </a:outerShdw>
          </a:effectLst>
        </p:spPr>
      </p:pic>
      <p:pic>
        <p:nvPicPr>
          <p:cNvPr id="18" name="Grafik 12">
            <a:extLst>
              <a:ext uri="{FF2B5EF4-FFF2-40B4-BE49-F238E27FC236}">
                <a16:creationId xmlns:a16="http://schemas.microsoft.com/office/drawing/2014/main" id="{6C1F0F9D-5AB0-57CB-AFDB-64856AE00006}"/>
              </a:ext>
            </a:extLst>
          </p:cNvPr>
          <p:cNvPicPr>
            <a:picLocks noChangeAspect="1"/>
          </p:cNvPicPr>
          <p:nvPr/>
        </p:nvPicPr>
        <p:blipFill rotWithShape="1">
          <a:blip r:embed="rId14"/>
          <a:srcRect l="18215" r="18215"/>
          <a:stretch/>
        </p:blipFill>
        <p:spPr>
          <a:xfrm>
            <a:off x="4980229" y="2146294"/>
            <a:ext cx="404399" cy="294277"/>
          </a:xfrm>
          <a:prstGeom prst="rect">
            <a:avLst/>
          </a:prstGeom>
          <a:solidFill>
            <a:schemeClr val="accent6">
              <a:alpha val="20000"/>
            </a:schemeClr>
          </a:solidFill>
          <a:ln w="28575" cap="rnd">
            <a:noFill/>
          </a:ln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0A092A50-B800-4274-8F7B-39A891B73BF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80016" y="1752100"/>
            <a:ext cx="447566" cy="344281"/>
          </a:xfrm>
          <a:prstGeom prst="rect">
            <a:avLst/>
          </a:prstGeom>
        </p:spPr>
      </p:pic>
      <p:cxnSp>
        <p:nvCxnSpPr>
          <p:cNvPr id="16" name="Gerade Verbindung mit Pfeil 94">
            <a:extLst>
              <a:ext uri="{FF2B5EF4-FFF2-40B4-BE49-F238E27FC236}">
                <a16:creationId xmlns:a16="http://schemas.microsoft.com/office/drawing/2014/main" id="{4DFA2879-8341-D21D-04E0-E40198CB47C8}"/>
              </a:ext>
            </a:extLst>
          </p:cNvPr>
          <p:cNvCxnSpPr>
            <a:cxnSpLocks/>
          </p:cNvCxnSpPr>
          <p:nvPr/>
        </p:nvCxnSpPr>
        <p:spPr bwMode="auto">
          <a:xfrm>
            <a:off x="6214168" y="4740558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94">
            <a:extLst>
              <a:ext uri="{FF2B5EF4-FFF2-40B4-BE49-F238E27FC236}">
                <a16:creationId xmlns:a16="http://schemas.microsoft.com/office/drawing/2014/main" id="{EEE38C49-BAD9-EDDA-E4E9-52698530CED0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4570185"/>
            <a:ext cx="0" cy="170373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94">
            <a:extLst>
              <a:ext uri="{FF2B5EF4-FFF2-40B4-BE49-F238E27FC236}">
                <a16:creationId xmlns:a16="http://schemas.microsoft.com/office/drawing/2014/main" id="{3CC64D5E-349E-8240-9DE4-89257631F9B1}"/>
              </a:ext>
            </a:extLst>
          </p:cNvPr>
          <p:cNvCxnSpPr>
            <a:cxnSpLocks/>
          </p:cNvCxnSpPr>
          <p:nvPr/>
        </p:nvCxnSpPr>
        <p:spPr bwMode="auto">
          <a:xfrm>
            <a:off x="6214168" y="5087702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94">
            <a:extLst>
              <a:ext uri="{FF2B5EF4-FFF2-40B4-BE49-F238E27FC236}">
                <a16:creationId xmlns:a16="http://schemas.microsoft.com/office/drawing/2014/main" id="{1DE7FC3F-DB0D-D9D7-F5C4-172B9B3C8545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5087702"/>
            <a:ext cx="0" cy="134768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 Verbindung mit Pfeil 94">
            <a:extLst>
              <a:ext uri="{FF2B5EF4-FFF2-40B4-BE49-F238E27FC236}">
                <a16:creationId xmlns:a16="http://schemas.microsoft.com/office/drawing/2014/main" id="{82F0081C-8F76-53D9-6F86-2C6265B86B07}"/>
              </a:ext>
            </a:extLst>
          </p:cNvPr>
          <p:cNvCxnSpPr>
            <a:cxnSpLocks/>
          </p:cNvCxnSpPr>
          <p:nvPr/>
        </p:nvCxnSpPr>
        <p:spPr bwMode="auto">
          <a:xfrm>
            <a:off x="6214168" y="5450499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94">
            <a:extLst>
              <a:ext uri="{FF2B5EF4-FFF2-40B4-BE49-F238E27FC236}">
                <a16:creationId xmlns:a16="http://schemas.microsoft.com/office/drawing/2014/main" id="{A36229C4-290B-51BE-6390-F3F2E02E4051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5450499"/>
            <a:ext cx="0" cy="753705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6040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C46326DB-CB54-095D-4F7D-8B5DF9F93CA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6121154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C46326DB-CB54-095D-4F7D-8B5DF9F93C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Placeholder 7">
            <a:extLst>
              <a:ext uri="{FF2B5EF4-FFF2-40B4-BE49-F238E27FC236}">
                <a16:creationId xmlns:a16="http://schemas.microsoft.com/office/drawing/2014/main" id="{BB7ABEA0-18EA-BDCC-D69D-B79E72C79A4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1447" t="8409" r="21861" b="23177"/>
          <a:stretch/>
        </p:blipFill>
        <p:spPr>
          <a:xfrm>
            <a:off x="9504266" y="2448728"/>
            <a:ext cx="2257522" cy="864000"/>
          </a:xfrm>
          <a:prstGeom prst="rect">
            <a:avLst/>
          </a:prstGeom>
          <a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</p:pic>
      <p:pic>
        <p:nvPicPr>
          <p:cNvPr id="2" name="Picture Placeholder 7">
            <a:extLst>
              <a:ext uri="{FF2B5EF4-FFF2-40B4-BE49-F238E27FC236}">
                <a16:creationId xmlns:a16="http://schemas.microsoft.com/office/drawing/2014/main" id="{76F46B4C-6949-6A6E-AE55-128D6E9FBE26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1447" t="8409" r="21861" b="23177"/>
          <a:stretch/>
        </p:blipFill>
        <p:spPr>
          <a:xfrm>
            <a:off x="9880518" y="1533833"/>
            <a:ext cx="1881270" cy="720000"/>
          </a:xfrm>
          <a:prstGeom prst="rect">
            <a:avLst/>
          </a:prstGeom>
          <a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A379D13-300E-63A0-C653-764779FB6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</p:spPr>
        <p:txBody>
          <a:bodyPr vert="horz"/>
          <a:lstStyle/>
          <a:p>
            <a:r>
              <a:rPr lang="en-GB" noProof="0" dirty="0">
                <a:cs typeface="Arial" panose="020B0604020202020204" pitchFamily="34" charset="0"/>
              </a:rPr>
              <a:t>Insert image </a:t>
            </a:r>
            <a:r>
              <a:rPr lang="en-GB" noProof="0">
                <a:cs typeface="Arial" panose="020B0604020202020204" pitchFamily="34" charset="0"/>
              </a:rPr>
              <a:t>into mock-up </a:t>
            </a:r>
            <a:r>
              <a:rPr lang="en-GB" noProof="0" dirty="0">
                <a:cs typeface="Arial" panose="020B0604020202020204" pitchFamily="34" charset="0"/>
              </a:rPr>
              <a:t>screen (mobile/laptop)</a:t>
            </a:r>
          </a:p>
        </p:txBody>
      </p:sp>
      <p:cxnSp>
        <p:nvCxnSpPr>
          <p:cNvPr id="26" name="Straight Connector 16">
            <a:extLst>
              <a:ext uri="{FF2B5EF4-FFF2-40B4-BE49-F238E27FC236}">
                <a16:creationId xmlns:a16="http://schemas.microsoft.com/office/drawing/2014/main" id="{D505FFF4-7756-027E-1274-55D8A1319E8E}"/>
              </a:ext>
            </a:extLst>
          </p:cNvPr>
          <p:cNvCxnSpPr>
            <a:cxnSpLocks/>
          </p:cNvCxnSpPr>
          <p:nvPr/>
        </p:nvCxnSpPr>
        <p:spPr>
          <a:xfrm flipH="1">
            <a:off x="5291999" y="2348442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cxnSp>
        <p:nvCxnSpPr>
          <p:cNvPr id="27" name="Straight Connector 17">
            <a:extLst>
              <a:ext uri="{FF2B5EF4-FFF2-40B4-BE49-F238E27FC236}">
                <a16:creationId xmlns:a16="http://schemas.microsoft.com/office/drawing/2014/main" id="{058EB6A9-37D2-7E0C-59D8-7D82E1E7E1F7}"/>
              </a:ext>
            </a:extLst>
          </p:cNvPr>
          <p:cNvCxnSpPr>
            <a:cxnSpLocks/>
          </p:cNvCxnSpPr>
          <p:nvPr/>
        </p:nvCxnSpPr>
        <p:spPr>
          <a:xfrm flipH="1">
            <a:off x="5291999" y="3416482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cxnSp>
        <p:nvCxnSpPr>
          <p:cNvPr id="29" name="Straight Connector 19">
            <a:extLst>
              <a:ext uri="{FF2B5EF4-FFF2-40B4-BE49-F238E27FC236}">
                <a16:creationId xmlns:a16="http://schemas.microsoft.com/office/drawing/2014/main" id="{2CDC70A0-9D97-B34B-3630-D0F42DE3791F}"/>
              </a:ext>
            </a:extLst>
          </p:cNvPr>
          <p:cNvCxnSpPr>
            <a:cxnSpLocks/>
          </p:cNvCxnSpPr>
          <p:nvPr/>
        </p:nvCxnSpPr>
        <p:spPr>
          <a:xfrm flipH="1">
            <a:off x="5291999" y="4980217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sp>
        <p:nvSpPr>
          <p:cNvPr id="36" name="Rectangle 9">
            <a:extLst>
              <a:ext uri="{FF2B5EF4-FFF2-40B4-BE49-F238E27FC236}">
                <a16:creationId xmlns:a16="http://schemas.microsoft.com/office/drawing/2014/main" id="{396153C2-9CFF-7084-0017-FC7314F24827}"/>
              </a:ext>
            </a:extLst>
          </p:cNvPr>
          <p:cNvSpPr/>
          <p:nvPr/>
        </p:nvSpPr>
        <p:spPr>
          <a:xfrm>
            <a:off x="5328000" y="1616850"/>
            <a:ext cx="4169678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Paste image</a:t>
            </a:r>
            <a:endParaRPr lang="en-GB" sz="1400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536961" algn="l"/>
              </a:tabLst>
              <a:defRPr/>
            </a:pPr>
            <a:r>
              <a:rPr lang="en-GB" sz="1400" dirty="0">
                <a:sym typeface="Arial" panose="020B0604020202020204" pitchFamily="34" charset="0"/>
              </a:rPr>
              <a:t>Copy image from external source with </a:t>
            </a:r>
            <a:r>
              <a:rPr lang="en-GB" sz="1400" dirty="0" err="1">
                <a:sym typeface="Arial" panose="020B0604020202020204" pitchFamily="34" charset="0"/>
              </a:rPr>
              <a:t>Ctrl+C</a:t>
            </a:r>
            <a:r>
              <a:rPr lang="en-GB" sz="1400" dirty="0">
                <a:sym typeface="Arial" panose="020B0604020202020204" pitchFamily="34" charset="0"/>
              </a:rPr>
              <a:t> and paste with </a:t>
            </a:r>
            <a:r>
              <a:rPr lang="en-GB" sz="1400" dirty="0" err="1">
                <a:sym typeface="Arial" panose="020B0604020202020204" pitchFamily="34" charset="0"/>
              </a:rPr>
              <a:t>Ctrl+V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7" name="Rectangle 9">
            <a:extLst>
              <a:ext uri="{FF2B5EF4-FFF2-40B4-BE49-F238E27FC236}">
                <a16:creationId xmlns:a16="http://schemas.microsoft.com/office/drawing/2014/main" id="{8E2A294D-7376-56FC-81C4-07DAEAEC2652}"/>
              </a:ext>
            </a:extLst>
          </p:cNvPr>
          <p:cNvSpPr/>
          <p:nvPr/>
        </p:nvSpPr>
        <p:spPr>
          <a:xfrm>
            <a:off x="5328000" y="2448728"/>
            <a:ext cx="4169679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Adjust size &amp; determine image area:</a:t>
            </a:r>
            <a:endParaRPr lang="en-GB" sz="1400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Place image behind image mask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Adjust image size and determine image area</a:t>
            </a:r>
          </a:p>
        </p:txBody>
      </p:sp>
      <p:sp>
        <p:nvSpPr>
          <p:cNvPr id="38" name="Rectangle 9">
            <a:extLst>
              <a:ext uri="{FF2B5EF4-FFF2-40B4-BE49-F238E27FC236}">
                <a16:creationId xmlns:a16="http://schemas.microsoft.com/office/drawing/2014/main" id="{2368E7CE-E972-8CD8-6BF8-D06F6F14C013}"/>
              </a:ext>
            </a:extLst>
          </p:cNvPr>
          <p:cNvSpPr/>
          <p:nvPr/>
        </p:nvSpPr>
        <p:spPr>
          <a:xfrm>
            <a:off x="5328000" y="3529683"/>
            <a:ext cx="2808000" cy="1077218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Crop image to image mask</a:t>
            </a:r>
            <a:endParaRPr lang="en-GB" sz="1400" b="1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Select image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Select image mask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Click in the tab «Shape Format / </a:t>
            </a:r>
            <a:b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</a:b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Merge Shapes» on «Intersect»</a:t>
            </a:r>
          </a:p>
        </p:txBody>
      </p:sp>
      <p:sp>
        <p:nvSpPr>
          <p:cNvPr id="39" name="Rectangle 9">
            <a:extLst>
              <a:ext uri="{FF2B5EF4-FFF2-40B4-BE49-F238E27FC236}">
                <a16:creationId xmlns:a16="http://schemas.microsoft.com/office/drawing/2014/main" id="{F0EDA22B-8E7D-E351-F670-CD080A61EAE7}"/>
              </a:ext>
            </a:extLst>
          </p:cNvPr>
          <p:cNvSpPr/>
          <p:nvPr/>
        </p:nvSpPr>
        <p:spPr>
          <a:xfrm>
            <a:off x="5328000" y="5095788"/>
            <a:ext cx="3276000" cy="1292662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47533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Combine image with mock-up</a:t>
            </a:r>
            <a:endParaRPr lang="en-GB" sz="1400" b="1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Place image behind mock-up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Activate image and mock-up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and align </a:t>
            </a: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both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horizontally (Align Center) and vertically (Align Middle)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Group image and mock-up with </a:t>
            </a:r>
            <a:r>
              <a:rPr kumimoji="0" lang="en-GB" sz="14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Ctrl+G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3" name="Rechteck 7">
            <a:extLst>
              <a:ext uri="{FF2B5EF4-FFF2-40B4-BE49-F238E27FC236}">
                <a16:creationId xmlns:a16="http://schemas.microsoft.com/office/drawing/2014/main" id="{D24EEAA8-773C-A8FE-249D-B39010194D79}"/>
              </a:ext>
            </a:extLst>
          </p:cNvPr>
          <p:cNvSpPr>
            <a:spLocks noChangeAspect="1"/>
          </p:cNvSpPr>
          <p:nvPr/>
        </p:nvSpPr>
        <p:spPr>
          <a:xfrm>
            <a:off x="10443538" y="2486085"/>
            <a:ext cx="370891" cy="792000"/>
          </a:xfrm>
          <a:prstGeom prst="roundRect">
            <a:avLst/>
          </a:prstGeom>
          <a:solidFill>
            <a:schemeClr val="accent1">
              <a:alpha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0" tIns="95883" rIns="0" bIns="958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Image mask</a:t>
            </a:r>
          </a:p>
        </p:txBody>
      </p:sp>
      <p:sp>
        <p:nvSpPr>
          <p:cNvPr id="18" name="Rechteck 7">
            <a:extLst>
              <a:ext uri="{FF2B5EF4-FFF2-40B4-BE49-F238E27FC236}">
                <a16:creationId xmlns:a16="http://schemas.microsoft.com/office/drawing/2014/main" id="{2DE11960-C79E-3D98-1C2D-9570CE33478F}"/>
              </a:ext>
            </a:extLst>
          </p:cNvPr>
          <p:cNvSpPr/>
          <p:nvPr/>
        </p:nvSpPr>
        <p:spPr>
          <a:xfrm>
            <a:off x="645891" y="1901419"/>
            <a:ext cx="1106662" cy="2373969"/>
          </a:xfrm>
          <a:prstGeom prst="roundRect">
            <a:avLst/>
          </a:prstGeom>
          <a:solidFill>
            <a:schemeClr val="accent1">
              <a:alpha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143823" tIns="95883" rIns="143823" bIns="958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Image mask</a:t>
            </a:r>
          </a:p>
        </p:txBody>
      </p:sp>
      <p:pic>
        <p:nvPicPr>
          <p:cNvPr id="15" name="Grafik 6">
            <a:extLst>
              <a:ext uri="{FF2B5EF4-FFF2-40B4-BE49-F238E27FC236}">
                <a16:creationId xmlns:a16="http://schemas.microsoft.com/office/drawing/2014/main" id="{D8D979F6-F045-5158-1F9A-D91FE91F405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999" y="1533833"/>
            <a:ext cx="1198365" cy="2426504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F7B04AB5-A7EC-B759-4884-AB565B1EA59B}"/>
              </a:ext>
            </a:extLst>
          </p:cNvPr>
          <p:cNvGrpSpPr>
            <a:grpSpLocks noChangeAspect="1"/>
          </p:cNvGrpSpPr>
          <p:nvPr/>
        </p:nvGrpSpPr>
        <p:grpSpPr>
          <a:xfrm>
            <a:off x="11103958" y="5082272"/>
            <a:ext cx="657830" cy="1332000"/>
            <a:chOff x="4126180" y="387649"/>
            <a:chExt cx="2056248" cy="4163583"/>
          </a:xfrm>
        </p:grpSpPr>
        <p:pic>
          <p:nvPicPr>
            <p:cNvPr id="12" name="Picture Placeholder 7">
              <a:extLst>
                <a:ext uri="{FF2B5EF4-FFF2-40B4-BE49-F238E27FC236}">
                  <a16:creationId xmlns:a16="http://schemas.microsoft.com/office/drawing/2014/main" id="{BE709E8D-C0D8-2B6E-8381-BEBBE915C1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42681" t="4272" r="41574" b="5574"/>
            <a:stretch/>
          </p:blipFill>
          <p:spPr>
            <a:xfrm>
              <a:off x="4220185" y="462052"/>
              <a:ext cx="1868241" cy="4014777"/>
            </a:xfrm>
            <a:prstGeom prst="roundRect">
              <a:avLst/>
            </a:prstGeom>
          </p:spPr>
        </p:pic>
        <p:pic>
          <p:nvPicPr>
            <p:cNvPr id="16" name="Grafik 6">
              <a:extLst>
                <a:ext uri="{FF2B5EF4-FFF2-40B4-BE49-F238E27FC236}">
                  <a16:creationId xmlns:a16="http://schemas.microsoft.com/office/drawing/2014/main" id="{A4FDA358-1780-99E0-2737-E56C3A579B7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126180" y="387649"/>
              <a:ext cx="2056248" cy="4163583"/>
            </a:xfrm>
            <a:prstGeom prst="rect">
              <a:avLst/>
            </a:prstGeom>
          </p:spPr>
        </p:pic>
      </p:grpSp>
      <p:pic>
        <p:nvPicPr>
          <p:cNvPr id="32" name="Picture Placeholder 7">
            <a:extLst>
              <a:ext uri="{FF2B5EF4-FFF2-40B4-BE49-F238E27FC236}">
                <a16:creationId xmlns:a16="http://schemas.microsoft.com/office/drawing/2014/main" id="{9043C4E1-3D68-81E2-E1BD-7517666D04C3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2681" t="4272" r="41574" b="5574"/>
          <a:stretch/>
        </p:blipFill>
        <p:spPr>
          <a:xfrm>
            <a:off x="11141953" y="3534075"/>
            <a:ext cx="619835" cy="1332000"/>
          </a:xfrm>
          <a:prstGeom prst="roundRect">
            <a:avLst/>
          </a:prstGeom>
        </p:spPr>
      </p:pic>
      <p:cxnSp>
        <p:nvCxnSpPr>
          <p:cNvPr id="51" name="Gerade Verbindung mit Pfeil 94">
            <a:extLst>
              <a:ext uri="{FF2B5EF4-FFF2-40B4-BE49-F238E27FC236}">
                <a16:creationId xmlns:a16="http://schemas.microsoft.com/office/drawing/2014/main" id="{83C441EF-8FC1-8E1C-3378-18F028D8DD6C}"/>
              </a:ext>
            </a:extLst>
          </p:cNvPr>
          <p:cNvCxnSpPr>
            <a:cxnSpLocks/>
          </p:cNvCxnSpPr>
          <p:nvPr/>
        </p:nvCxnSpPr>
        <p:spPr bwMode="auto">
          <a:xfrm>
            <a:off x="1630364" y="1747178"/>
            <a:ext cx="346110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E077136-A359-6834-4D96-10A159D068E2}"/>
              </a:ext>
            </a:extLst>
          </p:cNvPr>
          <p:cNvSpPr txBox="1"/>
          <p:nvPr/>
        </p:nvSpPr>
        <p:spPr>
          <a:xfrm>
            <a:off x="1976474" y="1593290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>
                <a:cs typeface="Arial" panose="020B0604020202020204" pitchFamily="34" charset="0"/>
                <a:sym typeface="Arial" panose="020B0604020202020204" pitchFamily="34" charset="0"/>
              </a:rPr>
              <a:t>Mock-up</a:t>
            </a:r>
            <a:endParaRPr lang="en-GB" sz="1400" dirty="0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A1B78AA-B442-4E80-D98B-0E25A8166C8D}"/>
              </a:ext>
            </a:extLst>
          </p:cNvPr>
          <p:cNvGrpSpPr>
            <a:grpSpLocks noChangeAspect="1"/>
          </p:cNvGrpSpPr>
          <p:nvPr/>
        </p:nvGrpSpPr>
        <p:grpSpPr>
          <a:xfrm>
            <a:off x="2532954" y="2348442"/>
            <a:ext cx="2014645" cy="4079346"/>
            <a:chOff x="3124086" y="2147025"/>
            <a:chExt cx="2124148" cy="4301072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81DEFC94-AAB5-D9D2-60CE-3FBE823E7F4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41395" t="925" r="41381" b="545"/>
            <a:stretch/>
          </p:blipFill>
          <p:spPr>
            <a:xfrm>
              <a:off x="3205360" y="2193586"/>
              <a:ext cx="1961601" cy="4207952"/>
            </a:xfrm>
            <a:custGeom>
              <a:avLst/>
              <a:gdLst>
                <a:gd name="connsiteX0" fmla="*/ 326940 w 1961601"/>
                <a:gd name="connsiteY0" fmla="*/ 0 h 4207952"/>
                <a:gd name="connsiteX1" fmla="*/ 1634661 w 1961601"/>
                <a:gd name="connsiteY1" fmla="*/ 0 h 4207952"/>
                <a:gd name="connsiteX2" fmla="*/ 1961601 w 1961601"/>
                <a:gd name="connsiteY2" fmla="*/ 326940 h 4207952"/>
                <a:gd name="connsiteX3" fmla="*/ 1961601 w 1961601"/>
                <a:gd name="connsiteY3" fmla="*/ 3881012 h 4207952"/>
                <a:gd name="connsiteX4" fmla="*/ 1634661 w 1961601"/>
                <a:gd name="connsiteY4" fmla="*/ 4207952 h 4207952"/>
                <a:gd name="connsiteX5" fmla="*/ 326940 w 1961601"/>
                <a:gd name="connsiteY5" fmla="*/ 4207952 h 4207952"/>
                <a:gd name="connsiteX6" fmla="*/ 0 w 1961601"/>
                <a:gd name="connsiteY6" fmla="*/ 3881012 h 4207952"/>
                <a:gd name="connsiteX7" fmla="*/ 0 w 1961601"/>
                <a:gd name="connsiteY7" fmla="*/ 326940 h 4207952"/>
                <a:gd name="connsiteX8" fmla="*/ 326940 w 1961601"/>
                <a:gd name="connsiteY8" fmla="*/ 0 h 4207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61601" h="4207952">
                  <a:moveTo>
                    <a:pt x="326940" y="0"/>
                  </a:moveTo>
                  <a:lnTo>
                    <a:pt x="1634661" y="0"/>
                  </a:lnTo>
                  <a:cubicBezTo>
                    <a:pt x="1815225" y="0"/>
                    <a:pt x="1961601" y="146376"/>
                    <a:pt x="1961601" y="326940"/>
                  </a:cubicBezTo>
                  <a:lnTo>
                    <a:pt x="1961601" y="3881012"/>
                  </a:lnTo>
                  <a:cubicBezTo>
                    <a:pt x="1961601" y="4061576"/>
                    <a:pt x="1815225" y="4207952"/>
                    <a:pt x="1634661" y="4207952"/>
                  </a:cubicBezTo>
                  <a:lnTo>
                    <a:pt x="326940" y="4207952"/>
                  </a:lnTo>
                  <a:cubicBezTo>
                    <a:pt x="146376" y="4207952"/>
                    <a:pt x="0" y="4061576"/>
                    <a:pt x="0" y="3881012"/>
                  </a:cubicBezTo>
                  <a:lnTo>
                    <a:pt x="0" y="326940"/>
                  </a:lnTo>
                  <a:cubicBezTo>
                    <a:pt x="0" y="146376"/>
                    <a:pt x="146376" y="0"/>
                    <a:pt x="326940" y="0"/>
                  </a:cubicBezTo>
                  <a:close/>
                </a:path>
              </a:pathLst>
            </a:custGeom>
          </p:spPr>
        </p:pic>
        <p:pic>
          <p:nvPicPr>
            <p:cNvPr id="56" name="Grafik 6">
              <a:extLst>
                <a:ext uri="{FF2B5EF4-FFF2-40B4-BE49-F238E27FC236}">
                  <a16:creationId xmlns:a16="http://schemas.microsoft.com/office/drawing/2014/main" id="{2C9FC6E7-1D13-39D2-84C4-550EE3AD747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124086" y="2147025"/>
              <a:ext cx="2124148" cy="4301072"/>
            </a:xfrm>
            <a:prstGeom prst="rect">
              <a:avLst/>
            </a:prstGeom>
          </p:spPr>
        </p:pic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5C1531B-FCF3-8E1D-042D-E9954237695D}"/>
              </a:ext>
            </a:extLst>
          </p:cNvPr>
          <p:cNvGrpSpPr/>
          <p:nvPr/>
        </p:nvGrpSpPr>
        <p:grpSpPr>
          <a:xfrm>
            <a:off x="1199222" y="4392591"/>
            <a:ext cx="1140370" cy="622662"/>
            <a:chOff x="1199222" y="4392591"/>
            <a:chExt cx="1140370" cy="622662"/>
          </a:xfrm>
        </p:grpSpPr>
        <p:cxnSp>
          <p:nvCxnSpPr>
            <p:cNvPr id="83" name="Gerade Verbindung mit Pfeil 94">
              <a:extLst>
                <a:ext uri="{FF2B5EF4-FFF2-40B4-BE49-F238E27FC236}">
                  <a16:creationId xmlns:a16="http://schemas.microsoft.com/office/drawing/2014/main" id="{26F29021-FD09-B4A8-3ACD-8752751386F0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199222" y="5015253"/>
              <a:ext cx="1140370" cy="0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 Verbindung mit Pfeil 94">
              <a:extLst>
                <a:ext uri="{FF2B5EF4-FFF2-40B4-BE49-F238E27FC236}">
                  <a16:creationId xmlns:a16="http://schemas.microsoft.com/office/drawing/2014/main" id="{27A77CE4-F956-1E37-E57F-8438430DC90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199222" y="4392591"/>
              <a:ext cx="0" cy="622662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D950D15-1331-B991-B353-3483937BEA99}"/>
              </a:ext>
            </a:extLst>
          </p:cNvPr>
          <p:cNvGrpSpPr/>
          <p:nvPr/>
        </p:nvGrpSpPr>
        <p:grpSpPr>
          <a:xfrm>
            <a:off x="9094355" y="3529683"/>
            <a:ext cx="1872501" cy="1331619"/>
            <a:chOff x="9092844" y="3529683"/>
            <a:chExt cx="1872501" cy="1331619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0A50ACF0-5087-7B3C-B1C4-5E284080521D}"/>
                </a:ext>
              </a:extLst>
            </p:cNvPr>
            <p:cNvSpPr/>
            <p:nvPr/>
          </p:nvSpPr>
          <p:spPr>
            <a:xfrm flipH="1">
              <a:off x="9092844" y="3529683"/>
              <a:ext cx="1872501" cy="133161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C50CE52-03F9-1A9E-66AC-3D2069DE1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2214" y="3617845"/>
              <a:ext cx="715035" cy="11520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7BED565-EB24-F063-AA98-86FCE2BFCD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178865" y="3617845"/>
              <a:ext cx="872000" cy="288000"/>
            </a:xfrm>
            <a:prstGeom prst="rect">
              <a:avLst/>
            </a:prstGeom>
          </p:spPr>
        </p:pic>
        <p:sp>
          <p:nvSpPr>
            <p:cNvPr id="35" name="Rechteck 38">
              <a:extLst>
                <a:ext uri="{FF2B5EF4-FFF2-40B4-BE49-F238E27FC236}">
                  <a16:creationId xmlns:a16="http://schemas.microsoft.com/office/drawing/2014/main" id="{B11CA7EB-EB7B-E08E-AB44-522BF86322D6}"/>
                </a:ext>
              </a:extLst>
            </p:cNvPr>
            <p:cNvSpPr/>
            <p:nvPr/>
          </p:nvSpPr>
          <p:spPr>
            <a:xfrm>
              <a:off x="10189485" y="4518391"/>
              <a:ext cx="553272" cy="173844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4F2FEB1-9330-2349-1331-9186C63905F0}"/>
              </a:ext>
            </a:extLst>
          </p:cNvPr>
          <p:cNvGrpSpPr/>
          <p:nvPr/>
        </p:nvGrpSpPr>
        <p:grpSpPr>
          <a:xfrm>
            <a:off x="8914856" y="5082272"/>
            <a:ext cx="2052000" cy="1332000"/>
            <a:chOff x="8914856" y="5082272"/>
            <a:chExt cx="2052000" cy="1332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DEEBA11-B7F1-E763-C457-2B7D23AE0062}"/>
                </a:ext>
              </a:extLst>
            </p:cNvPr>
            <p:cNvSpPr/>
            <p:nvPr/>
          </p:nvSpPr>
          <p:spPr>
            <a:xfrm flipH="1">
              <a:off x="8914856" y="5082272"/>
              <a:ext cx="2052000" cy="1332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6C68DA2-ECEC-B04C-6E86-A17C7B784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000519" y="5172272"/>
              <a:ext cx="879999" cy="288000"/>
            </a:xfrm>
            <a:prstGeom prst="rect">
              <a:avLst/>
            </a:prstGeom>
          </p:spPr>
        </p:pic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8B6FE052-9742-C43F-AF83-14C3AD8CF88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968777" y="5172272"/>
              <a:ext cx="909983" cy="1152000"/>
            </a:xfrm>
            <a:prstGeom prst="rect">
              <a:avLst/>
            </a:prstGeom>
          </p:spPr>
        </p:pic>
        <p:sp>
          <p:nvSpPr>
            <p:cNvPr id="23" name="Rechteck 38">
              <a:extLst>
                <a:ext uri="{FF2B5EF4-FFF2-40B4-BE49-F238E27FC236}">
                  <a16:creationId xmlns:a16="http://schemas.microsoft.com/office/drawing/2014/main" id="{816BE51F-3CE6-E987-40F9-82C2B96B43EE}"/>
                </a:ext>
              </a:extLst>
            </p:cNvPr>
            <p:cNvSpPr/>
            <p:nvPr/>
          </p:nvSpPr>
          <p:spPr>
            <a:xfrm>
              <a:off x="9971164" y="5175576"/>
              <a:ext cx="252000" cy="39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EA17F711-3B1B-E9E5-4EBB-63A779C85849}"/>
                </a:ext>
              </a:extLst>
            </p:cNvPr>
            <p:cNvSpPr/>
            <p:nvPr/>
          </p:nvSpPr>
          <p:spPr>
            <a:xfrm>
              <a:off x="10014804" y="5670125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24" name="Rechteck 38">
              <a:extLst>
                <a:ext uri="{FF2B5EF4-FFF2-40B4-BE49-F238E27FC236}">
                  <a16:creationId xmlns:a16="http://schemas.microsoft.com/office/drawing/2014/main" id="{DD7A323E-BF63-ACC2-3AEE-D936348AAC22}"/>
                </a:ext>
              </a:extLst>
            </p:cNvPr>
            <p:cNvSpPr/>
            <p:nvPr/>
          </p:nvSpPr>
          <p:spPr>
            <a:xfrm>
              <a:off x="10014804" y="6089998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9883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D83385-DD69-B7BD-E2B6-0A242990CC3A}"/>
              </a:ext>
            </a:extLst>
          </p:cNvPr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CC62CD-ACBD-AFB8-0A0A-39B03DAA3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bbv template EN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9EDA6E7-CE36-4AD9-EDBC-9B63C56CC212}"/>
              </a:ext>
            </a:extLst>
          </p:cNvPr>
          <p:cNvSpPr txBox="1">
            <a:spLocks/>
          </p:cNvSpPr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>
                <a:solidFill>
                  <a:schemeClr val="tx1"/>
                </a:solidFill>
              </a:rPr>
              <a:t>Style guide</a:t>
            </a:r>
          </a:p>
        </p:txBody>
      </p:sp>
    </p:spTree>
    <p:extLst>
      <p:ext uri="{BB962C8B-B14F-4D97-AF65-F5344CB8AC3E}">
        <p14:creationId xmlns:p14="http://schemas.microsoft.com/office/powerpoint/2010/main" val="929431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45C9D08D-C681-621B-6D02-D7C86EB2F5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7574407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45C9D08D-C681-621B-6D02-D7C86EB2F5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21FF8F91-8C3E-7BFB-9163-B0E6EABC4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 noProof="0" dirty="0"/>
              <a:t>Working area</a:t>
            </a:r>
            <a:r>
              <a:rPr lang="en-GB" noProof="0"/>
              <a:t>, </a:t>
            </a:r>
            <a:r>
              <a:rPr lang="en-GB"/>
              <a:t>g</a:t>
            </a:r>
            <a:r>
              <a:rPr lang="en-GB" noProof="0"/>
              <a:t>uides &amp; ruler</a:t>
            </a:r>
            <a:endParaRPr lang="en-GB" noProof="0" dirty="0"/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A859A658-FA2C-441F-9AC0-F0763B21CF9F}"/>
              </a:ext>
            </a:extLst>
          </p:cNvPr>
          <p:cNvSpPr txBox="1">
            <a:spLocks/>
          </p:cNvSpPr>
          <p:nvPr/>
        </p:nvSpPr>
        <p:spPr>
          <a:xfrm>
            <a:off x="428626" y="1530000"/>
            <a:ext cx="2316966" cy="4897788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144000" tIns="144000" rIns="96000" bIns="192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6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914377">
              <a:spcAft>
                <a:spcPts val="1600"/>
              </a:spcAft>
            </a:pPr>
            <a:r>
              <a:rPr lang="en-GB" sz="2133" b="1" kern="1200" spc="40">
                <a:solidFill>
                  <a:schemeClr val="bg1"/>
                </a:solidFill>
                <a:cs typeface="Arial" panose="020B0604020202020204" pitchFamily="34" charset="0"/>
              </a:rPr>
              <a:t>Working area</a:t>
            </a:r>
          </a:p>
          <a:p>
            <a:pPr lvl="3" defTabSz="914377">
              <a:spcAft>
                <a:spcPts val="1600"/>
              </a:spcAft>
            </a:pP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Depending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on the slide, a single-column layout, a 2-column or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3-column layout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is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used.</a:t>
            </a:r>
          </a:p>
          <a:p>
            <a:pPr lvl="3" defTabSz="914377">
              <a:spcAft>
                <a:spcPts val="1600"/>
              </a:spcAft>
            </a:pP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Display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the ruler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and guides in the «View» tab.</a:t>
            </a:r>
            <a:endParaRPr lang="en-GB" sz="1600" spc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3EB0714-12EE-D97E-695E-BE2966E5ABE5}"/>
              </a:ext>
            </a:extLst>
          </p:cNvPr>
          <p:cNvGrpSpPr/>
          <p:nvPr/>
        </p:nvGrpSpPr>
        <p:grpSpPr>
          <a:xfrm>
            <a:off x="3114844" y="4119731"/>
            <a:ext cx="4003530" cy="2218887"/>
            <a:chOff x="3114844" y="4107426"/>
            <a:chExt cx="4003530" cy="221888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3A2537B-5236-BFB7-524B-3DD23CA1D74E}"/>
                </a:ext>
              </a:extLst>
            </p:cNvPr>
            <p:cNvPicPr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C549111-AD4A-25EE-FEA6-1D3C1F65BD7A}"/>
                </a:ext>
              </a:extLst>
            </p:cNvPr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2F1C3658-97D3-6C00-6DC2-87EDE705B797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03821C4F-C692-C769-6EE4-AD9813E0348E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240FAE6-6894-6C69-99D2-BDAC4339C6F3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D86DBA0B-E746-CAE6-975E-43D1E6235AB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F2D66D57-D844-B480-F979-237BC7823C1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7062FD7F-DADE-BEC2-CD6B-ED07736397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5812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E5E1F5C-E147-8C16-63FD-670A0D26408C}"/>
              </a:ext>
            </a:extLst>
          </p:cNvPr>
          <p:cNvGrpSpPr/>
          <p:nvPr/>
        </p:nvGrpSpPr>
        <p:grpSpPr>
          <a:xfrm>
            <a:off x="7758258" y="4107426"/>
            <a:ext cx="4003530" cy="2231192"/>
            <a:chOff x="7758258" y="4107426"/>
            <a:chExt cx="4003530" cy="223119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4EB346B-274E-5F9D-8604-2205CD31C63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C0BD55B-7C6D-BB9B-5A38-A4296BBB37DC}"/>
                </a:ext>
              </a:extLst>
            </p:cNvPr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CD61FFEA-F3D5-1807-0602-F9F910FB12AE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CF7231E-26CA-B590-5767-023691840C6D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C365974E-EBB9-DAC7-C321-409C3A45B35B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B1F6BEA7-3B6E-D548-FF6A-DBB5B30598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04D7ED54-7F91-5F11-03C3-C75492403F4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792ABAD1-3281-E374-C681-8A6448CCE9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14045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589A4CA-E388-F4FA-481A-2E910C59094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69463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65080682-2C00-78A6-D1AA-AEC9A8A74F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7507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A9BEFB6-752E-7370-27FD-8C26383E19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43261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EB26F25-DCAD-B756-ABB6-72F3DFC98C38}"/>
              </a:ext>
            </a:extLst>
          </p:cNvPr>
          <p:cNvGrpSpPr/>
          <p:nvPr/>
        </p:nvGrpSpPr>
        <p:grpSpPr>
          <a:xfrm>
            <a:off x="5095554" y="2157413"/>
            <a:ext cx="4608000" cy="1404000"/>
            <a:chOff x="5778424" y="2265151"/>
            <a:chExt cx="4608000" cy="1404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F54B766-9C28-2E6D-19EE-02A2A80C12A8}"/>
                </a:ext>
              </a:extLst>
            </p:cNvPr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1000" sy="101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EBB7C30-08ED-50E3-7360-901FFA152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</p:spPr>
        </p:pic>
        <p:sp>
          <p:nvSpPr>
            <p:cNvPr id="37" name="Rechteck 39">
              <a:extLst>
                <a:ext uri="{FF2B5EF4-FFF2-40B4-BE49-F238E27FC236}">
                  <a16:creationId xmlns:a16="http://schemas.microsoft.com/office/drawing/2014/main" id="{B151FE23-F8EB-4345-9784-8F88742DF4F8}"/>
                </a:ext>
              </a:extLst>
            </p:cNvPr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622FA0D9-AA97-D2D3-0906-B31FB1D2BC0C}"/>
                </a:ext>
              </a:extLst>
            </p:cNvPr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18" name="Rechteck 38">
              <a:extLst>
                <a:ext uri="{FF2B5EF4-FFF2-40B4-BE49-F238E27FC236}">
                  <a16:creationId xmlns:a16="http://schemas.microsoft.com/office/drawing/2014/main" id="{663C73C9-21C2-3246-C3C8-54C015D2FCC1}"/>
                </a:ext>
              </a:extLst>
            </p:cNvPr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325463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CA5D1D3E-5F5F-6A74-49D1-7A46D472815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CA5D1D3E-5F5F-6A74-49D1-7A46D47281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112ACD15-79D2-1E7F-AC15-4CCE7313B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10143236" cy="1098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bbv colour theme</a:t>
            </a:r>
          </a:p>
        </p:txBody>
      </p:sp>
      <p:cxnSp>
        <p:nvCxnSpPr>
          <p:cNvPr id="24" name="Straight Connector 26">
            <a:extLst>
              <a:ext uri="{FF2B5EF4-FFF2-40B4-BE49-F238E27FC236}">
                <a16:creationId xmlns:a16="http://schemas.microsoft.com/office/drawing/2014/main" id="{3502B8B4-5563-855A-290D-8B551332CFF4}"/>
              </a:ext>
            </a:extLst>
          </p:cNvPr>
          <p:cNvCxnSpPr>
            <a:cxnSpLocks/>
          </p:cNvCxnSpPr>
          <p:nvPr/>
        </p:nvCxnSpPr>
        <p:spPr>
          <a:xfrm>
            <a:off x="4456762" y="2173030"/>
            <a:ext cx="0" cy="4254758"/>
          </a:xfrm>
          <a:prstGeom prst="line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51070854-6963-DEFB-F539-1E959A27C1EE}"/>
              </a:ext>
            </a:extLst>
          </p:cNvPr>
          <p:cNvSpPr txBox="1">
            <a:spLocks/>
          </p:cNvSpPr>
          <p:nvPr/>
        </p:nvSpPr>
        <p:spPr>
          <a:xfrm>
            <a:off x="6500129" y="3218607"/>
            <a:ext cx="1334619" cy="430887"/>
          </a:xfrm>
          <a:prstGeom prst="rect">
            <a:avLst/>
          </a:prstGeom>
          <a:noFill/>
        </p:spPr>
        <p:txBody>
          <a:bodyPr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Main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accent</a:t>
            </a:r>
          </a:p>
        </p:txBody>
      </p:sp>
      <p:sp>
        <p:nvSpPr>
          <p:cNvPr id="37" name="Rectangle 10">
            <a:extLst>
              <a:ext uri="{FF2B5EF4-FFF2-40B4-BE49-F238E27FC236}">
                <a16:creationId xmlns:a16="http://schemas.microsoft.com/office/drawing/2014/main" id="{BF297A7F-6349-4515-A106-11D80EA77376}"/>
              </a:ext>
            </a:extLst>
          </p:cNvPr>
          <p:cNvSpPr/>
          <p:nvPr/>
        </p:nvSpPr>
        <p:spPr>
          <a:xfrm>
            <a:off x="6872824" y="2173030"/>
            <a:ext cx="602773" cy="5458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8" name="Rectangle 11">
            <a:extLst>
              <a:ext uri="{FF2B5EF4-FFF2-40B4-BE49-F238E27FC236}">
                <a16:creationId xmlns:a16="http://schemas.microsoft.com/office/drawing/2014/main" id="{542073DE-1986-A9FF-D88E-7B72D00769F0}"/>
              </a:ext>
            </a:extLst>
          </p:cNvPr>
          <p:cNvSpPr>
            <a:spLocks/>
          </p:cNvSpPr>
          <p:nvPr/>
        </p:nvSpPr>
        <p:spPr>
          <a:xfrm>
            <a:off x="9021671" y="2173030"/>
            <a:ext cx="602773" cy="5458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white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Rectangle 12">
            <a:extLst>
              <a:ext uri="{FF2B5EF4-FFF2-40B4-BE49-F238E27FC236}">
                <a16:creationId xmlns:a16="http://schemas.microsoft.com/office/drawing/2014/main" id="{6267D1A1-B1A6-8DFE-0C1F-9FADCE012A0B}"/>
              </a:ext>
            </a:extLst>
          </p:cNvPr>
          <p:cNvSpPr>
            <a:spLocks/>
          </p:cNvSpPr>
          <p:nvPr/>
        </p:nvSpPr>
        <p:spPr>
          <a:xfrm>
            <a:off x="9736741" y="2173030"/>
            <a:ext cx="602773" cy="5458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Rectangle 13">
            <a:extLst>
              <a:ext uri="{FF2B5EF4-FFF2-40B4-BE49-F238E27FC236}">
                <a16:creationId xmlns:a16="http://schemas.microsoft.com/office/drawing/2014/main" id="{B6B698BE-5FFE-365B-EE0B-61C783F93716}"/>
              </a:ext>
            </a:extLst>
          </p:cNvPr>
          <p:cNvSpPr/>
          <p:nvPr/>
        </p:nvSpPr>
        <p:spPr>
          <a:xfrm>
            <a:off x="5440259" y="2173030"/>
            <a:ext cx="602773" cy="5458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white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1" name="Rectangle 15">
            <a:extLst>
              <a:ext uri="{FF2B5EF4-FFF2-40B4-BE49-F238E27FC236}">
                <a16:creationId xmlns:a16="http://schemas.microsoft.com/office/drawing/2014/main" id="{B4482B20-22EB-AFBD-A517-E90318FF330F}"/>
              </a:ext>
            </a:extLst>
          </p:cNvPr>
          <p:cNvSpPr>
            <a:spLocks/>
          </p:cNvSpPr>
          <p:nvPr/>
        </p:nvSpPr>
        <p:spPr>
          <a:xfrm>
            <a:off x="8305389" y="2173030"/>
            <a:ext cx="602773" cy="5458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2" name="Rectangle 16">
            <a:extLst>
              <a:ext uri="{FF2B5EF4-FFF2-40B4-BE49-F238E27FC236}">
                <a16:creationId xmlns:a16="http://schemas.microsoft.com/office/drawing/2014/main" id="{3FCA52B9-2683-2430-5EAE-7CBE386D5ECF}"/>
              </a:ext>
            </a:extLst>
          </p:cNvPr>
          <p:cNvSpPr>
            <a:spLocks/>
          </p:cNvSpPr>
          <p:nvPr/>
        </p:nvSpPr>
        <p:spPr>
          <a:xfrm>
            <a:off x="11169312" y="2173030"/>
            <a:ext cx="602773" cy="54589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3" name="Rectangle 23">
            <a:extLst>
              <a:ext uri="{FF2B5EF4-FFF2-40B4-BE49-F238E27FC236}">
                <a16:creationId xmlns:a16="http://schemas.microsoft.com/office/drawing/2014/main" id="{6FC59556-31EC-322A-94B7-01F06801B3BE}"/>
              </a:ext>
            </a:extLst>
          </p:cNvPr>
          <p:cNvSpPr>
            <a:spLocks/>
          </p:cNvSpPr>
          <p:nvPr/>
        </p:nvSpPr>
        <p:spPr>
          <a:xfrm>
            <a:off x="10453025" y="2172971"/>
            <a:ext cx="602773" cy="5451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4" name="Rectangle 10">
            <a:extLst>
              <a:ext uri="{FF2B5EF4-FFF2-40B4-BE49-F238E27FC236}">
                <a16:creationId xmlns:a16="http://schemas.microsoft.com/office/drawing/2014/main" id="{2D82BD4E-4B06-B5BD-7E1B-F8065FC0B380}"/>
              </a:ext>
            </a:extLst>
          </p:cNvPr>
          <p:cNvSpPr/>
          <p:nvPr/>
        </p:nvSpPr>
        <p:spPr>
          <a:xfrm>
            <a:off x="7589112" y="2173030"/>
            <a:ext cx="602773" cy="5458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5" name="Rectangle 13">
            <a:extLst>
              <a:ext uri="{FF2B5EF4-FFF2-40B4-BE49-F238E27FC236}">
                <a16:creationId xmlns:a16="http://schemas.microsoft.com/office/drawing/2014/main" id="{BDD07FB3-1A6F-4329-4EEB-51F3AF841F8B}"/>
              </a:ext>
            </a:extLst>
          </p:cNvPr>
          <p:cNvSpPr/>
          <p:nvPr/>
        </p:nvSpPr>
        <p:spPr>
          <a:xfrm>
            <a:off x="4723977" y="2173030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6" name="Rectangle 13">
            <a:extLst>
              <a:ext uri="{FF2B5EF4-FFF2-40B4-BE49-F238E27FC236}">
                <a16:creationId xmlns:a16="http://schemas.microsoft.com/office/drawing/2014/main" id="{3037C319-F1F5-AA2C-867D-9EDCED62CE4E}"/>
              </a:ext>
            </a:extLst>
          </p:cNvPr>
          <p:cNvSpPr/>
          <p:nvPr/>
        </p:nvSpPr>
        <p:spPr>
          <a:xfrm>
            <a:off x="6151988" y="2173030"/>
            <a:ext cx="602773" cy="545895"/>
          </a:xfrm>
          <a:prstGeom prst="rect">
            <a:avLst/>
          </a:prstGeom>
          <a:solidFill>
            <a:schemeClr val="bg2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E6CB15D7-FCA5-7B38-1136-3C6AAE9D6BCA}"/>
              </a:ext>
            </a:extLst>
          </p:cNvPr>
          <p:cNvGrpSpPr/>
          <p:nvPr/>
        </p:nvGrpSpPr>
        <p:grpSpPr>
          <a:xfrm>
            <a:off x="6869090" y="2885608"/>
            <a:ext cx="602764" cy="217375"/>
            <a:chOff x="4697470" y="3209372"/>
            <a:chExt cx="433615" cy="163031"/>
          </a:xfrm>
        </p:grpSpPr>
        <p:cxnSp>
          <p:nvCxnSpPr>
            <p:cNvPr id="63" name="Gerader Verbinder 50">
              <a:extLst>
                <a:ext uri="{FF2B5EF4-FFF2-40B4-BE49-F238E27FC236}">
                  <a16:creationId xmlns:a16="http://schemas.microsoft.com/office/drawing/2014/main" id="{30147869-7ACF-36DB-4F1A-F1241569DD6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Gerader Verbinder 55">
              <a:extLst>
                <a:ext uri="{FF2B5EF4-FFF2-40B4-BE49-F238E27FC236}">
                  <a16:creationId xmlns:a16="http://schemas.microsoft.com/office/drawing/2014/main" id="{D27EBFFB-9E9E-055D-004F-E654BC243CE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 Placeholder 16">
            <a:extLst>
              <a:ext uri="{FF2B5EF4-FFF2-40B4-BE49-F238E27FC236}">
                <a16:creationId xmlns:a16="http://schemas.microsoft.com/office/drawing/2014/main" id="{68457190-0A22-6AE7-0613-EAFB0E4EDA7A}"/>
              </a:ext>
            </a:extLst>
          </p:cNvPr>
          <p:cNvSpPr txBox="1">
            <a:spLocks/>
          </p:cNvSpPr>
          <p:nvPr/>
        </p:nvSpPr>
        <p:spPr>
          <a:xfrm>
            <a:off x="428625" y="2157413"/>
            <a:ext cx="2124000" cy="4270367"/>
          </a:xfrm>
          <a:prstGeom prst="rect">
            <a:avLst/>
          </a:prstGeom>
          <a:solidFill>
            <a:schemeClr val="bg1"/>
          </a:solidFill>
          <a:ln w="6350">
            <a:noFill/>
          </a:ln>
          <a:effectLst>
            <a:outerShdw blurRad="226714" sx="101000" sy="101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00" tIns="96000" rIns="96000" bIns="96000" rtlCol="0" anchor="t"/>
          <a:lstStyle>
            <a:defPPr>
              <a:defRPr lang="en-US"/>
            </a:defPPr>
            <a:lvl1pPr marR="0" lvl="0" indent="0" defTabSz="914354" fontAlgn="auto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Tx/>
              <a:buSzTx/>
              <a:buFontTx/>
              <a:buNone/>
              <a:tabLst/>
              <a:defRPr kumimoji="0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" panose="020B0504020202020204" pitchFamily="34" charset="7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lvl="5"/>
            <a:endParaRPr lang="en-GB"/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DDF9E67B-364E-CE6C-EB0C-B76C55340C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610" y="2406096"/>
            <a:ext cx="1966241" cy="1413236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8CCE4E69-5EEE-9D0E-B04E-7285D2BB550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1547"/>
          <a:stretch/>
        </p:blipFill>
        <p:spPr>
          <a:xfrm>
            <a:off x="511071" y="4046276"/>
            <a:ext cx="1972780" cy="68710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EBFAB6F1-F8A0-F09B-1743-2517E56AFDB3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635"/>
          <a:stretch/>
        </p:blipFill>
        <p:spPr>
          <a:xfrm>
            <a:off x="511071" y="5694748"/>
            <a:ext cx="1972780" cy="542576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45661B9B-D5E3-182F-E947-D0128C0AA7EA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500" b="29135"/>
          <a:stretch/>
        </p:blipFill>
        <p:spPr>
          <a:xfrm>
            <a:off x="511071" y="4936926"/>
            <a:ext cx="1972780" cy="542576"/>
          </a:xfrm>
          <a:prstGeom prst="rect">
            <a:avLst/>
          </a:prstGeom>
        </p:spPr>
      </p:pic>
      <p:grpSp>
        <p:nvGrpSpPr>
          <p:cNvPr id="88" name="Group 87">
            <a:extLst>
              <a:ext uri="{FF2B5EF4-FFF2-40B4-BE49-F238E27FC236}">
                <a16:creationId xmlns:a16="http://schemas.microsoft.com/office/drawing/2014/main" id="{71BB6457-5525-9629-8AB0-65A18A235CBC}"/>
              </a:ext>
            </a:extLst>
          </p:cNvPr>
          <p:cNvGrpSpPr/>
          <p:nvPr/>
        </p:nvGrpSpPr>
        <p:grpSpPr>
          <a:xfrm>
            <a:off x="524672" y="4936926"/>
            <a:ext cx="1959179" cy="1300399"/>
            <a:chOff x="497501" y="3256429"/>
            <a:chExt cx="1873031" cy="1211928"/>
          </a:xfrm>
        </p:grpSpPr>
        <p:sp>
          <p:nvSpPr>
            <p:cNvPr id="85" name="Freihandform: Form 52">
              <a:extLst>
                <a:ext uri="{FF2B5EF4-FFF2-40B4-BE49-F238E27FC236}">
                  <a16:creationId xmlns:a16="http://schemas.microsoft.com/office/drawing/2014/main" id="{A25499F5-432B-5786-1DDB-D6E7665566EA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219170">
                <a:defRPr/>
              </a:pPr>
              <a:endParaRPr lang="en-GB" sz="1467">
                <a:solidFill>
                  <a:prstClr val="black"/>
                </a:solidFill>
                <a:sym typeface="Arial" panose="020B0604020202020204" pitchFamily="34" charset="0"/>
              </a:endParaRPr>
            </a:p>
          </p:txBody>
        </p:sp>
        <p:cxnSp>
          <p:nvCxnSpPr>
            <p:cNvPr id="86" name="Straight Connector 83">
              <a:extLst>
                <a:ext uri="{FF2B5EF4-FFF2-40B4-BE49-F238E27FC236}">
                  <a16:creationId xmlns:a16="http://schemas.microsoft.com/office/drawing/2014/main" id="{8F2EF6F2-A981-4FA6-9F40-1344865D464D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Straight Connector 84">
              <a:extLst>
                <a:ext uri="{FF2B5EF4-FFF2-40B4-BE49-F238E27FC236}">
                  <a16:creationId xmlns:a16="http://schemas.microsoft.com/office/drawing/2014/main" id="{7AED2BEF-C789-80A3-D9F1-69583B9995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89" name="Content Placeholder 2">
            <a:extLst>
              <a:ext uri="{FF2B5EF4-FFF2-40B4-BE49-F238E27FC236}">
                <a16:creationId xmlns:a16="http://schemas.microsoft.com/office/drawing/2014/main" id="{76210D49-14BB-7F13-F155-DA8F8436C939}"/>
              </a:ext>
            </a:extLst>
          </p:cNvPr>
          <p:cNvSpPr txBox="1">
            <a:spLocks/>
          </p:cNvSpPr>
          <p:nvPr/>
        </p:nvSpPr>
        <p:spPr>
          <a:xfrm>
            <a:off x="3094780" y="2533796"/>
            <a:ext cx="1326145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cs typeface="Arial" panose="020B0604020202020204" pitchFamily="34" charset="0"/>
                <a:sym typeface="Arial" panose="020B0604020202020204" pitchFamily="34" charset="0"/>
              </a:rPr>
              <a:t>Always OK!</a:t>
            </a:r>
          </a:p>
        </p:txBody>
      </p:sp>
      <p:sp>
        <p:nvSpPr>
          <p:cNvPr id="90" name="Content Placeholder 2">
            <a:extLst>
              <a:ext uri="{FF2B5EF4-FFF2-40B4-BE49-F238E27FC236}">
                <a16:creationId xmlns:a16="http://schemas.microsoft.com/office/drawing/2014/main" id="{0F98E6AA-04F9-D5A2-B375-3E8470C5243D}"/>
              </a:ext>
            </a:extLst>
          </p:cNvPr>
          <p:cNvSpPr txBox="1">
            <a:spLocks/>
          </p:cNvSpPr>
          <p:nvPr/>
        </p:nvSpPr>
        <p:spPr>
          <a:xfrm>
            <a:off x="3094781" y="3162271"/>
            <a:ext cx="1109834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solidFill>
                  <a:schemeClr val="tx2"/>
                </a:solidFill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sp>
        <p:nvSpPr>
          <p:cNvPr id="91" name="Content Placeholder 2">
            <a:extLst>
              <a:ext uri="{FF2B5EF4-FFF2-40B4-BE49-F238E27FC236}">
                <a16:creationId xmlns:a16="http://schemas.microsoft.com/office/drawing/2014/main" id="{ECE9CF5B-EFB5-798A-FA72-10A3A4BB1176}"/>
              </a:ext>
            </a:extLst>
          </p:cNvPr>
          <p:cNvSpPr txBox="1">
            <a:spLocks/>
          </p:cNvSpPr>
          <p:nvPr/>
        </p:nvSpPr>
        <p:spPr>
          <a:xfrm>
            <a:off x="3094775" y="5362856"/>
            <a:ext cx="1109837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solidFill>
                  <a:srgbClr val="E30613"/>
                </a:solidFill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78ECAFE4-B27A-4EB0-98FD-87F06435B6D5}"/>
              </a:ext>
            </a:extLst>
          </p:cNvPr>
          <p:cNvGrpSpPr/>
          <p:nvPr/>
        </p:nvGrpSpPr>
        <p:grpSpPr>
          <a:xfrm>
            <a:off x="2709977" y="2656723"/>
            <a:ext cx="217375" cy="189729"/>
            <a:chOff x="5954751" y="2230813"/>
            <a:chExt cx="356839" cy="232815"/>
          </a:xfrm>
        </p:grpSpPr>
        <p:cxnSp>
          <p:nvCxnSpPr>
            <p:cNvPr id="93" name="Gerader Verbinder 50">
              <a:extLst>
                <a:ext uri="{FF2B5EF4-FFF2-40B4-BE49-F238E27FC236}">
                  <a16:creationId xmlns:a16="http://schemas.microsoft.com/office/drawing/2014/main" id="{EDE750EE-4DE6-2F33-2CC5-A01970DC65A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r Verbinder 55">
              <a:extLst>
                <a:ext uri="{FF2B5EF4-FFF2-40B4-BE49-F238E27FC236}">
                  <a16:creationId xmlns:a16="http://schemas.microsoft.com/office/drawing/2014/main" id="{31572E6B-0791-A08D-8B8C-A17A1B26264E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9E5EEA2-546B-1754-01C2-57FB7D291A62}"/>
              </a:ext>
            </a:extLst>
          </p:cNvPr>
          <p:cNvGrpSpPr/>
          <p:nvPr/>
        </p:nvGrpSpPr>
        <p:grpSpPr>
          <a:xfrm>
            <a:off x="2709977" y="2931578"/>
            <a:ext cx="217375" cy="887752"/>
            <a:chOff x="5954751" y="2230813"/>
            <a:chExt cx="356839" cy="232815"/>
          </a:xfrm>
        </p:grpSpPr>
        <p:cxnSp>
          <p:nvCxnSpPr>
            <p:cNvPr id="96" name="Gerader Verbinder 50">
              <a:extLst>
                <a:ext uri="{FF2B5EF4-FFF2-40B4-BE49-F238E27FC236}">
                  <a16:creationId xmlns:a16="http://schemas.microsoft.com/office/drawing/2014/main" id="{74BDB173-1196-C9FB-BCF7-4B86D4738F9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Gerader Verbinder 55">
              <a:extLst>
                <a:ext uri="{FF2B5EF4-FFF2-40B4-BE49-F238E27FC236}">
                  <a16:creationId xmlns:a16="http://schemas.microsoft.com/office/drawing/2014/main" id="{3808B50C-4300-D802-95A5-A5810673A49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C66822E5-DF56-E7DE-D31C-B43518D4FABA}"/>
              </a:ext>
            </a:extLst>
          </p:cNvPr>
          <p:cNvGrpSpPr/>
          <p:nvPr/>
        </p:nvGrpSpPr>
        <p:grpSpPr>
          <a:xfrm>
            <a:off x="2709977" y="4936926"/>
            <a:ext cx="217375" cy="1313642"/>
            <a:chOff x="5954751" y="2230813"/>
            <a:chExt cx="356839" cy="232815"/>
          </a:xfrm>
        </p:grpSpPr>
        <p:cxnSp>
          <p:nvCxnSpPr>
            <p:cNvPr id="99" name="Gerader Verbinder 50">
              <a:extLst>
                <a:ext uri="{FF2B5EF4-FFF2-40B4-BE49-F238E27FC236}">
                  <a16:creationId xmlns:a16="http://schemas.microsoft.com/office/drawing/2014/main" id="{485F3C5D-B2EA-4B74-1C8A-06496510119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55">
              <a:extLst>
                <a:ext uri="{FF2B5EF4-FFF2-40B4-BE49-F238E27FC236}">
                  <a16:creationId xmlns:a16="http://schemas.microsoft.com/office/drawing/2014/main" id="{530E4814-67A8-7DA0-7DB5-C01459CD64F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1" name="Content Placeholder 2">
            <a:extLst>
              <a:ext uri="{FF2B5EF4-FFF2-40B4-BE49-F238E27FC236}">
                <a16:creationId xmlns:a16="http://schemas.microsoft.com/office/drawing/2014/main" id="{51012E29-560A-2C9A-86C0-7A82533C9733}"/>
              </a:ext>
            </a:extLst>
          </p:cNvPr>
          <p:cNvSpPr txBox="1">
            <a:spLocks/>
          </p:cNvSpPr>
          <p:nvPr/>
        </p:nvSpPr>
        <p:spPr>
          <a:xfrm>
            <a:off x="3094781" y="4179356"/>
            <a:ext cx="1109834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cs typeface="Arial" panose="020B0604020202020204" pitchFamily="34" charset="0"/>
                <a:sym typeface="Arial" panose="020B0604020202020204" pitchFamily="34" charset="0"/>
              </a:rPr>
              <a:t>Use selectively and sparingly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18F7C882-5ABD-34C2-BC1F-56F5B5EB2173}"/>
              </a:ext>
            </a:extLst>
          </p:cNvPr>
          <p:cNvGrpSpPr/>
          <p:nvPr/>
        </p:nvGrpSpPr>
        <p:grpSpPr>
          <a:xfrm>
            <a:off x="2709977" y="4014659"/>
            <a:ext cx="217375" cy="746773"/>
            <a:chOff x="5954751" y="2230813"/>
            <a:chExt cx="356839" cy="232815"/>
          </a:xfrm>
        </p:grpSpPr>
        <p:cxnSp>
          <p:nvCxnSpPr>
            <p:cNvPr id="103" name="Gerader Verbinder 50">
              <a:extLst>
                <a:ext uri="{FF2B5EF4-FFF2-40B4-BE49-F238E27FC236}">
                  <a16:creationId xmlns:a16="http://schemas.microsoft.com/office/drawing/2014/main" id="{FAD3B513-9C70-4309-DDAB-97AEA5664F2B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55">
              <a:extLst>
                <a:ext uri="{FF2B5EF4-FFF2-40B4-BE49-F238E27FC236}">
                  <a16:creationId xmlns:a16="http://schemas.microsoft.com/office/drawing/2014/main" id="{6514E2ED-EE9C-DEA0-8858-8FF7A4F20EA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Rectangle 13">
            <a:extLst>
              <a:ext uri="{FF2B5EF4-FFF2-40B4-BE49-F238E27FC236}">
                <a16:creationId xmlns:a16="http://schemas.microsoft.com/office/drawing/2014/main" id="{51FD5E8D-50C8-0214-07C0-E88F5193972D}"/>
              </a:ext>
            </a:extLst>
          </p:cNvPr>
          <p:cNvSpPr/>
          <p:nvPr/>
        </p:nvSpPr>
        <p:spPr>
          <a:xfrm>
            <a:off x="4737229" y="4268539"/>
            <a:ext cx="602773" cy="545895"/>
          </a:xfrm>
          <a:prstGeom prst="rect">
            <a:avLst/>
          </a:prstGeom>
          <a:solidFill>
            <a:srgbClr val="00519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7" name="Rectangle 13">
            <a:extLst>
              <a:ext uri="{FF2B5EF4-FFF2-40B4-BE49-F238E27FC236}">
                <a16:creationId xmlns:a16="http://schemas.microsoft.com/office/drawing/2014/main" id="{B910C4A2-8082-C66C-B60B-356C1B3BA384}"/>
              </a:ext>
            </a:extLst>
          </p:cNvPr>
          <p:cNvSpPr/>
          <p:nvPr/>
        </p:nvSpPr>
        <p:spPr>
          <a:xfrm>
            <a:off x="6886076" y="4268539"/>
            <a:ext cx="602773" cy="545895"/>
          </a:xfrm>
          <a:prstGeom prst="rect">
            <a:avLst/>
          </a:prstGeom>
          <a:solidFill>
            <a:srgbClr val="99B9D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8" name="Rectangle 13">
            <a:extLst>
              <a:ext uri="{FF2B5EF4-FFF2-40B4-BE49-F238E27FC236}">
                <a16:creationId xmlns:a16="http://schemas.microsoft.com/office/drawing/2014/main" id="{150547F5-511E-6DEB-C27B-1C31F97F7F1E}"/>
              </a:ext>
            </a:extLst>
          </p:cNvPr>
          <p:cNvSpPr/>
          <p:nvPr/>
        </p:nvSpPr>
        <p:spPr>
          <a:xfrm>
            <a:off x="6169793" y="4268539"/>
            <a:ext cx="602773" cy="545895"/>
          </a:xfrm>
          <a:prstGeom prst="rect">
            <a:avLst/>
          </a:prstGeom>
          <a:solidFill>
            <a:srgbClr val="6697B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9" name="Rectangle 13">
            <a:extLst>
              <a:ext uri="{FF2B5EF4-FFF2-40B4-BE49-F238E27FC236}">
                <a16:creationId xmlns:a16="http://schemas.microsoft.com/office/drawing/2014/main" id="{EBACE547-7889-B6F1-D9BA-137E4A5EF8FD}"/>
              </a:ext>
            </a:extLst>
          </p:cNvPr>
          <p:cNvSpPr/>
          <p:nvPr/>
        </p:nvSpPr>
        <p:spPr>
          <a:xfrm>
            <a:off x="5453511" y="4268539"/>
            <a:ext cx="602773" cy="545895"/>
          </a:xfrm>
          <a:prstGeom prst="rect">
            <a:avLst/>
          </a:prstGeom>
          <a:solidFill>
            <a:srgbClr val="3374A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0" name="Rectangle 13">
            <a:extLst>
              <a:ext uri="{FF2B5EF4-FFF2-40B4-BE49-F238E27FC236}">
                <a16:creationId xmlns:a16="http://schemas.microsoft.com/office/drawing/2014/main" id="{8B43B5C9-F01E-FEBE-FDF0-D982DE368DB1}"/>
              </a:ext>
            </a:extLst>
          </p:cNvPr>
          <p:cNvSpPr/>
          <p:nvPr/>
        </p:nvSpPr>
        <p:spPr>
          <a:xfrm>
            <a:off x="9034923" y="4268539"/>
            <a:ext cx="602773" cy="545895"/>
          </a:xfrm>
          <a:prstGeom prst="rect">
            <a:avLst/>
          </a:prstGeom>
          <a:solidFill>
            <a:srgbClr val="F3980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1" name="Rectangle 13">
            <a:extLst>
              <a:ext uri="{FF2B5EF4-FFF2-40B4-BE49-F238E27FC236}">
                <a16:creationId xmlns:a16="http://schemas.microsoft.com/office/drawing/2014/main" id="{D1378E0E-9B46-AEBD-C505-68933B206E88}"/>
              </a:ext>
            </a:extLst>
          </p:cNvPr>
          <p:cNvSpPr/>
          <p:nvPr/>
        </p:nvSpPr>
        <p:spPr>
          <a:xfrm>
            <a:off x="9749993" y="4268539"/>
            <a:ext cx="602773" cy="545895"/>
          </a:xfrm>
          <a:prstGeom prst="rect">
            <a:avLst/>
          </a:prstGeom>
          <a:solidFill>
            <a:srgbClr val="F5AD33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2" name="Rectangle 13">
            <a:extLst>
              <a:ext uri="{FF2B5EF4-FFF2-40B4-BE49-F238E27FC236}">
                <a16:creationId xmlns:a16="http://schemas.microsoft.com/office/drawing/2014/main" id="{451F5D7D-B94C-FD58-88F8-2DBD6FC14579}"/>
              </a:ext>
            </a:extLst>
          </p:cNvPr>
          <p:cNvSpPr/>
          <p:nvPr/>
        </p:nvSpPr>
        <p:spPr>
          <a:xfrm>
            <a:off x="10466277" y="4268539"/>
            <a:ext cx="602773" cy="545895"/>
          </a:xfrm>
          <a:prstGeom prst="rect">
            <a:avLst/>
          </a:prstGeom>
          <a:solidFill>
            <a:srgbClr val="F8C166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3" name="Rectangle 13">
            <a:extLst>
              <a:ext uri="{FF2B5EF4-FFF2-40B4-BE49-F238E27FC236}">
                <a16:creationId xmlns:a16="http://schemas.microsoft.com/office/drawing/2014/main" id="{4192DD3D-9D20-33DD-EF53-671B1D4FD254}"/>
              </a:ext>
            </a:extLst>
          </p:cNvPr>
          <p:cNvSpPr/>
          <p:nvPr/>
        </p:nvSpPr>
        <p:spPr>
          <a:xfrm>
            <a:off x="11182564" y="4268539"/>
            <a:ext cx="602773" cy="545895"/>
          </a:xfrm>
          <a:prstGeom prst="rect">
            <a:avLst/>
          </a:prstGeom>
          <a:solidFill>
            <a:srgbClr val="FAD69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4" name="Rectangle 13">
            <a:extLst>
              <a:ext uri="{FF2B5EF4-FFF2-40B4-BE49-F238E27FC236}">
                <a16:creationId xmlns:a16="http://schemas.microsoft.com/office/drawing/2014/main" id="{1D30DE6E-5812-98E8-D99D-9648BADD237B}"/>
              </a:ext>
            </a:extLst>
          </p:cNvPr>
          <p:cNvSpPr/>
          <p:nvPr/>
        </p:nvSpPr>
        <p:spPr>
          <a:xfrm>
            <a:off x="4737229" y="4931149"/>
            <a:ext cx="602773" cy="545895"/>
          </a:xfrm>
          <a:prstGeom prst="rect">
            <a:avLst/>
          </a:prstGeom>
          <a:solidFill>
            <a:srgbClr val="005D3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5" name="Rectangle 13">
            <a:extLst>
              <a:ext uri="{FF2B5EF4-FFF2-40B4-BE49-F238E27FC236}">
                <a16:creationId xmlns:a16="http://schemas.microsoft.com/office/drawing/2014/main" id="{FA7B3943-F038-CA00-3C53-733F000A9E23}"/>
              </a:ext>
            </a:extLst>
          </p:cNvPr>
          <p:cNvSpPr/>
          <p:nvPr/>
        </p:nvSpPr>
        <p:spPr>
          <a:xfrm>
            <a:off x="6886076" y="4931149"/>
            <a:ext cx="602773" cy="545895"/>
          </a:xfrm>
          <a:prstGeom prst="rect">
            <a:avLst/>
          </a:prstGeom>
          <a:solidFill>
            <a:srgbClr val="99BEB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6" name="Rectangle 13">
            <a:extLst>
              <a:ext uri="{FF2B5EF4-FFF2-40B4-BE49-F238E27FC236}">
                <a16:creationId xmlns:a16="http://schemas.microsoft.com/office/drawing/2014/main" id="{3309A3D7-1AB6-8320-7E8A-569550981B18}"/>
              </a:ext>
            </a:extLst>
          </p:cNvPr>
          <p:cNvSpPr/>
          <p:nvPr/>
        </p:nvSpPr>
        <p:spPr>
          <a:xfrm>
            <a:off x="6169793" y="4931149"/>
            <a:ext cx="602773" cy="545895"/>
          </a:xfrm>
          <a:prstGeom prst="rect">
            <a:avLst/>
          </a:prstGeom>
          <a:solidFill>
            <a:srgbClr val="669E88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7" name="Rectangle 13">
            <a:extLst>
              <a:ext uri="{FF2B5EF4-FFF2-40B4-BE49-F238E27FC236}">
                <a16:creationId xmlns:a16="http://schemas.microsoft.com/office/drawing/2014/main" id="{9F9F5759-61B0-D2B5-7320-4F312FC09F2D}"/>
              </a:ext>
            </a:extLst>
          </p:cNvPr>
          <p:cNvSpPr/>
          <p:nvPr/>
        </p:nvSpPr>
        <p:spPr>
          <a:xfrm>
            <a:off x="5453511" y="4931149"/>
            <a:ext cx="602773" cy="545895"/>
          </a:xfrm>
          <a:prstGeom prst="rect">
            <a:avLst/>
          </a:prstGeom>
          <a:solidFill>
            <a:srgbClr val="337D6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8" name="Rectangle 13">
            <a:extLst>
              <a:ext uri="{FF2B5EF4-FFF2-40B4-BE49-F238E27FC236}">
                <a16:creationId xmlns:a16="http://schemas.microsoft.com/office/drawing/2014/main" id="{5EB4BF0A-245A-5F4A-3355-3FCA4900372F}"/>
              </a:ext>
            </a:extLst>
          </p:cNvPr>
          <p:cNvSpPr/>
          <p:nvPr/>
        </p:nvSpPr>
        <p:spPr>
          <a:xfrm>
            <a:off x="9034923" y="4931149"/>
            <a:ext cx="602773" cy="545895"/>
          </a:xfrm>
          <a:prstGeom prst="rect">
            <a:avLst/>
          </a:prstGeom>
          <a:solidFill>
            <a:srgbClr val="5C154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9" name="Rectangle 13">
            <a:extLst>
              <a:ext uri="{FF2B5EF4-FFF2-40B4-BE49-F238E27FC236}">
                <a16:creationId xmlns:a16="http://schemas.microsoft.com/office/drawing/2014/main" id="{C73A4148-9091-3925-BE1D-CD8A6103DEA6}"/>
              </a:ext>
            </a:extLst>
          </p:cNvPr>
          <p:cNvSpPr/>
          <p:nvPr/>
        </p:nvSpPr>
        <p:spPr>
          <a:xfrm>
            <a:off x="9749993" y="4931149"/>
            <a:ext cx="602773" cy="545895"/>
          </a:xfrm>
          <a:prstGeom prst="rect">
            <a:avLst/>
          </a:prstGeom>
          <a:solidFill>
            <a:srgbClr val="7D4472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0" name="Rectangle 13">
            <a:extLst>
              <a:ext uri="{FF2B5EF4-FFF2-40B4-BE49-F238E27FC236}">
                <a16:creationId xmlns:a16="http://schemas.microsoft.com/office/drawing/2014/main" id="{2B1FDD87-ECDA-8D57-EBCC-D6FAF2A4D1C9}"/>
              </a:ext>
            </a:extLst>
          </p:cNvPr>
          <p:cNvSpPr/>
          <p:nvPr/>
        </p:nvSpPr>
        <p:spPr>
          <a:xfrm>
            <a:off x="10466277" y="4931149"/>
            <a:ext cx="602773" cy="545895"/>
          </a:xfrm>
          <a:prstGeom prst="rect">
            <a:avLst/>
          </a:prstGeom>
          <a:solidFill>
            <a:srgbClr val="9D7395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1" name="Rectangle 13">
            <a:extLst>
              <a:ext uri="{FF2B5EF4-FFF2-40B4-BE49-F238E27FC236}">
                <a16:creationId xmlns:a16="http://schemas.microsoft.com/office/drawing/2014/main" id="{25705B44-E0B5-9879-B387-03B2BE3102D7}"/>
              </a:ext>
            </a:extLst>
          </p:cNvPr>
          <p:cNvSpPr/>
          <p:nvPr/>
        </p:nvSpPr>
        <p:spPr>
          <a:xfrm>
            <a:off x="11182564" y="4931149"/>
            <a:ext cx="602773" cy="545895"/>
          </a:xfrm>
          <a:prstGeom prst="rect">
            <a:avLst/>
          </a:prstGeom>
          <a:solidFill>
            <a:srgbClr val="BEA1B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cxnSp>
        <p:nvCxnSpPr>
          <p:cNvPr id="123" name="Gerader Verbinder 55">
            <a:extLst>
              <a:ext uri="{FF2B5EF4-FFF2-40B4-BE49-F238E27FC236}">
                <a16:creationId xmlns:a16="http://schemas.microsoft.com/office/drawing/2014/main" id="{CFCBA94C-FC38-CE9C-41A0-C5908E2D9655}"/>
              </a:ext>
            </a:extLst>
          </p:cNvPr>
          <p:cNvCxnSpPr>
            <a:cxnSpLocks/>
          </p:cNvCxnSpPr>
          <p:nvPr/>
        </p:nvCxnSpPr>
        <p:spPr>
          <a:xfrm>
            <a:off x="4761918" y="3930778"/>
            <a:ext cx="7001457" cy="0"/>
          </a:xfrm>
          <a:prstGeom prst="line">
            <a:avLst/>
          </a:prstGeom>
          <a:ln w="6350"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0FEE6A52-F216-23C3-6AFD-971FCA933401}"/>
              </a:ext>
            </a:extLst>
          </p:cNvPr>
          <p:cNvGrpSpPr/>
          <p:nvPr/>
        </p:nvGrpSpPr>
        <p:grpSpPr>
          <a:xfrm>
            <a:off x="553276" y="2905313"/>
            <a:ext cx="1873031" cy="853200"/>
            <a:chOff x="497501" y="3256429"/>
            <a:chExt cx="1873031" cy="1211928"/>
          </a:xfrm>
        </p:grpSpPr>
        <p:sp>
          <p:nvSpPr>
            <p:cNvPr id="6" name="Freihandform: Form 52">
              <a:extLst>
                <a:ext uri="{FF2B5EF4-FFF2-40B4-BE49-F238E27FC236}">
                  <a16:creationId xmlns:a16="http://schemas.microsoft.com/office/drawing/2014/main" id="{4585181C-31FD-09CE-D61E-75D1706C9A89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219170">
                <a:defRPr/>
              </a:pPr>
              <a:endParaRPr lang="en-GB" sz="1467">
                <a:solidFill>
                  <a:prstClr val="black"/>
                </a:solidFill>
                <a:sym typeface="Arial" panose="020B0604020202020204" pitchFamily="34" charset="0"/>
              </a:endParaRPr>
            </a:p>
          </p:txBody>
        </p:sp>
        <p:cxnSp>
          <p:nvCxnSpPr>
            <p:cNvPr id="7" name="Straight Connector 83">
              <a:extLst>
                <a:ext uri="{FF2B5EF4-FFF2-40B4-BE49-F238E27FC236}">
                  <a16:creationId xmlns:a16="http://schemas.microsoft.com/office/drawing/2014/main" id="{EDC2B575-4830-8434-3905-E0F5DB1DC31C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" name="Straight Connector 84">
              <a:extLst>
                <a:ext uri="{FF2B5EF4-FFF2-40B4-BE49-F238E27FC236}">
                  <a16:creationId xmlns:a16="http://schemas.microsoft.com/office/drawing/2014/main" id="{A191FEA9-4A0A-0CE5-7391-BE35A4EEB2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223DC09-F700-31E4-06C5-E25DF1816809}"/>
              </a:ext>
            </a:extLst>
          </p:cNvPr>
          <p:cNvGrpSpPr/>
          <p:nvPr/>
        </p:nvGrpSpPr>
        <p:grpSpPr>
          <a:xfrm>
            <a:off x="4718717" y="2885608"/>
            <a:ext cx="1324291" cy="217375"/>
            <a:chOff x="4697470" y="3209372"/>
            <a:chExt cx="433615" cy="163031"/>
          </a:xfrm>
        </p:grpSpPr>
        <p:cxnSp>
          <p:nvCxnSpPr>
            <p:cNvPr id="10" name="Gerader Verbinder 50">
              <a:extLst>
                <a:ext uri="{FF2B5EF4-FFF2-40B4-BE49-F238E27FC236}">
                  <a16:creationId xmlns:a16="http://schemas.microsoft.com/office/drawing/2014/main" id="{56A5A444-97CF-7F26-68EA-2459C575EF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55">
              <a:extLst>
                <a:ext uri="{FF2B5EF4-FFF2-40B4-BE49-F238E27FC236}">
                  <a16:creationId xmlns:a16="http://schemas.microsoft.com/office/drawing/2014/main" id="{05C42648-B69A-9C8C-4AB3-59DA8E276C5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8F4B848-7960-23D8-0ABB-BBFAA9B958C3}"/>
              </a:ext>
            </a:extLst>
          </p:cNvPr>
          <p:cNvSpPr txBox="1">
            <a:spLocks/>
          </p:cNvSpPr>
          <p:nvPr/>
        </p:nvSpPr>
        <p:spPr>
          <a:xfrm>
            <a:off x="4723977" y="3218607"/>
            <a:ext cx="131903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Default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text colours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6F9FB28-DD36-CD66-4F6C-6ECF5833CF06}"/>
              </a:ext>
            </a:extLst>
          </p:cNvPr>
          <p:cNvSpPr txBox="1">
            <a:spLocks/>
          </p:cNvSpPr>
          <p:nvPr/>
        </p:nvSpPr>
        <p:spPr>
          <a:xfrm>
            <a:off x="8406381" y="3218607"/>
            <a:ext cx="2520000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145AFD1-1A2B-BDBA-675C-C4E2E0D0C654}"/>
              </a:ext>
            </a:extLst>
          </p:cNvPr>
          <p:cNvGrpSpPr/>
          <p:nvPr/>
        </p:nvGrpSpPr>
        <p:grpSpPr>
          <a:xfrm>
            <a:off x="7589112" y="2885608"/>
            <a:ext cx="4159413" cy="217375"/>
            <a:chOff x="4697470" y="3209372"/>
            <a:chExt cx="433615" cy="163031"/>
          </a:xfrm>
        </p:grpSpPr>
        <p:cxnSp>
          <p:nvCxnSpPr>
            <p:cNvPr id="16" name="Gerader Verbinder 50">
              <a:extLst>
                <a:ext uri="{FF2B5EF4-FFF2-40B4-BE49-F238E27FC236}">
                  <a16:creationId xmlns:a16="http://schemas.microsoft.com/office/drawing/2014/main" id="{B5796AB1-0417-5A31-3E74-378D8F723F3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55">
              <a:extLst>
                <a:ext uri="{FF2B5EF4-FFF2-40B4-BE49-F238E27FC236}">
                  <a16:creationId xmlns:a16="http://schemas.microsoft.com/office/drawing/2014/main" id="{62367B8C-6F81-F970-D1D7-9026EE55C27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B036F5C-40DF-245B-2FCD-CDDC9AD1326A}"/>
              </a:ext>
            </a:extLst>
          </p:cNvPr>
          <p:cNvGrpSpPr/>
          <p:nvPr/>
        </p:nvGrpSpPr>
        <p:grpSpPr>
          <a:xfrm>
            <a:off x="4718717" y="5661456"/>
            <a:ext cx="2770131" cy="217375"/>
            <a:chOff x="4697470" y="3209372"/>
            <a:chExt cx="433615" cy="163031"/>
          </a:xfrm>
        </p:grpSpPr>
        <p:cxnSp>
          <p:nvCxnSpPr>
            <p:cNvPr id="21" name="Gerader Verbinder 50">
              <a:extLst>
                <a:ext uri="{FF2B5EF4-FFF2-40B4-BE49-F238E27FC236}">
                  <a16:creationId xmlns:a16="http://schemas.microsoft.com/office/drawing/2014/main" id="{27EE15C5-866E-FEA7-BBB4-8262523843D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55">
              <a:extLst>
                <a:ext uri="{FF2B5EF4-FFF2-40B4-BE49-F238E27FC236}">
                  <a16:creationId xmlns:a16="http://schemas.microsoft.com/office/drawing/2014/main" id="{EF5CBFAA-4917-9B46-C074-3E9F2A7CB69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3C202630-7313-0A0D-AA0A-44CAB0F617DB}"/>
              </a:ext>
            </a:extLst>
          </p:cNvPr>
          <p:cNvSpPr txBox="1">
            <a:spLocks/>
          </p:cNvSpPr>
          <p:nvPr/>
        </p:nvSpPr>
        <p:spPr>
          <a:xfrm>
            <a:off x="4737229" y="5994455"/>
            <a:ext cx="275162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  <p:sp>
        <p:nvSpPr>
          <p:cNvPr id="26" name="Rectangle 13">
            <a:extLst>
              <a:ext uri="{FF2B5EF4-FFF2-40B4-BE49-F238E27FC236}">
                <a16:creationId xmlns:a16="http://schemas.microsoft.com/office/drawing/2014/main" id="{410D9C1D-EE54-587E-C248-FFD4768EC955}"/>
              </a:ext>
            </a:extLst>
          </p:cNvPr>
          <p:cNvSpPr/>
          <p:nvPr/>
        </p:nvSpPr>
        <p:spPr>
          <a:xfrm>
            <a:off x="8305389" y="426853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7" name="Rectangle 13">
            <a:extLst>
              <a:ext uri="{FF2B5EF4-FFF2-40B4-BE49-F238E27FC236}">
                <a16:creationId xmlns:a16="http://schemas.microsoft.com/office/drawing/2014/main" id="{61434C17-6C71-1C53-AF95-ED465F241650}"/>
              </a:ext>
            </a:extLst>
          </p:cNvPr>
          <p:cNvSpPr/>
          <p:nvPr/>
        </p:nvSpPr>
        <p:spPr>
          <a:xfrm>
            <a:off x="7589106" y="426853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Rectangle 13">
            <a:extLst>
              <a:ext uri="{FF2B5EF4-FFF2-40B4-BE49-F238E27FC236}">
                <a16:creationId xmlns:a16="http://schemas.microsoft.com/office/drawing/2014/main" id="{305855F0-B05A-C770-32B9-EEA1771CCE59}"/>
              </a:ext>
            </a:extLst>
          </p:cNvPr>
          <p:cNvSpPr/>
          <p:nvPr/>
        </p:nvSpPr>
        <p:spPr>
          <a:xfrm>
            <a:off x="8305389" y="493114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9" name="Rectangle 13">
            <a:extLst>
              <a:ext uri="{FF2B5EF4-FFF2-40B4-BE49-F238E27FC236}">
                <a16:creationId xmlns:a16="http://schemas.microsoft.com/office/drawing/2014/main" id="{2D6057A9-B527-AC86-688D-F5142D6AC99E}"/>
              </a:ext>
            </a:extLst>
          </p:cNvPr>
          <p:cNvSpPr/>
          <p:nvPr/>
        </p:nvSpPr>
        <p:spPr>
          <a:xfrm>
            <a:off x="7589106" y="493114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9F47FB4-78BD-7901-6A97-EF2C8E1600AE}"/>
              </a:ext>
            </a:extLst>
          </p:cNvPr>
          <p:cNvGrpSpPr/>
          <p:nvPr/>
        </p:nvGrpSpPr>
        <p:grpSpPr>
          <a:xfrm>
            <a:off x="9015202" y="5661456"/>
            <a:ext cx="2770131" cy="217375"/>
            <a:chOff x="4697470" y="3209372"/>
            <a:chExt cx="433615" cy="163031"/>
          </a:xfrm>
        </p:grpSpPr>
        <p:cxnSp>
          <p:nvCxnSpPr>
            <p:cNvPr id="31" name="Gerader Verbinder 50">
              <a:extLst>
                <a:ext uri="{FF2B5EF4-FFF2-40B4-BE49-F238E27FC236}">
                  <a16:creationId xmlns:a16="http://schemas.microsoft.com/office/drawing/2014/main" id="{77A85FCE-E228-EDBF-29D6-6EBD87604CD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55">
              <a:extLst>
                <a:ext uri="{FF2B5EF4-FFF2-40B4-BE49-F238E27FC236}">
                  <a16:creationId xmlns:a16="http://schemas.microsoft.com/office/drawing/2014/main" id="{849A3294-B797-74D1-3EAB-2E19DFB6B10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58D97B61-61BB-F277-80B9-35F247DDB62B}"/>
              </a:ext>
            </a:extLst>
          </p:cNvPr>
          <p:cNvSpPr txBox="1">
            <a:spLocks/>
          </p:cNvSpPr>
          <p:nvPr/>
        </p:nvSpPr>
        <p:spPr>
          <a:xfrm>
            <a:off x="9033714" y="5994455"/>
            <a:ext cx="275162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</p:spTree>
    <p:extLst>
      <p:ext uri="{BB962C8B-B14F-4D97-AF65-F5344CB8AC3E}">
        <p14:creationId xmlns:p14="http://schemas.microsoft.com/office/powerpoint/2010/main" val="4055775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PTW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l" rtl="0">
          <a:spcAft>
            <a:spcPts val="600"/>
          </a:spcAft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 anchor="t" anchorCtr="0">
        <a:noAutofit/>
      </a:bodyPr>
      <a:lstStyle>
        <a:defPPr marL="285750" indent="-285750" algn="l" rtl="0">
          <a:lnSpc>
            <a:spcPct val="120000"/>
          </a:lnSpc>
          <a:spcAft>
            <a:spcPts val="600"/>
          </a:spcAft>
          <a:buClr>
            <a:schemeClr val="tx1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 name="Custom Color 1">
      <a:srgbClr val="005194"/>
    </a:custClr>
    <a:custClr name="Custom Color 2">
      <a:srgbClr val="3374A9"/>
    </a:custClr>
    <a:custClr name="Custom Color 3">
      <a:srgbClr val="6697BF"/>
    </a:custClr>
    <a:custClr name="Custom Color 4">
      <a:srgbClr val="99B9D4"/>
    </a:custClr>
    <a:custClr name="BLANK">
      <a:srgbClr val="FFFFFF"/>
    </a:custClr>
    <a:custClr name="BLANK">
      <a:srgbClr val="FFFFFF"/>
    </a:custClr>
    <a:custClr name="Custom Color 7">
      <a:srgbClr val="F39800"/>
    </a:custClr>
    <a:custClr name="Custom Color 8">
      <a:srgbClr val="F5AD33"/>
    </a:custClr>
    <a:custClr name="Custom Color 9">
      <a:srgbClr val="F8C166"/>
    </a:custClr>
    <a:custClr name="Custom Color 10">
      <a:srgbClr val="FAD699"/>
    </a:custClr>
    <a:custClr name="Custom Color 11">
      <a:srgbClr val="005D39"/>
    </a:custClr>
    <a:custClr name="Custom Color 12">
      <a:srgbClr val="337D61"/>
    </a:custClr>
    <a:custClr name="Custom Color 13">
      <a:srgbClr val="669E88"/>
    </a:custClr>
    <a:custClr name="Custom Color 14">
      <a:srgbClr val="99BEB0"/>
    </a:custClr>
    <a:custClr name="BLANK">
      <a:srgbClr val="FFFFFF"/>
    </a:custClr>
    <a:custClr name="BLANK">
      <a:srgbClr val="FFFFFF"/>
    </a:custClr>
    <a:custClr name="Custom Color 17">
      <a:srgbClr val="5C154F"/>
    </a:custClr>
    <a:custClr name="Custom Color 18">
      <a:srgbClr val="7D4472"/>
    </a:custClr>
    <a:custClr name="Custom Color 19">
      <a:srgbClr val="9D7395"/>
    </a:custClr>
    <a:custClr name="Custom Color 20">
      <a:srgbClr val="BEA1B9"/>
    </a:custClr>
  </a:custClrLst>
  <a:extLst>
    <a:ext uri="{05A4C25C-085E-4340-85A3-A5531E510DB2}">
      <thm15:themeFamily xmlns:thm15="http://schemas.microsoft.com/office/thememl/2012/main" name="bbv Template EN.potx" id="{62510A1F-2EA7-4EA2-AAB4-F1C7937D1124}" vid="{EAF1E2DA-C1F8-46A6-B21C-C2C8E7E0A1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FECA5C03B5B3648A59C327F9B592BCA" ma:contentTypeVersion="18" ma:contentTypeDescription="Create a new document." ma:contentTypeScope="" ma:versionID="6c18a499376fe99d18d064f593f17266">
  <xsd:schema xmlns:xsd="http://www.w3.org/2001/XMLSchema" xmlns:xs="http://www.w3.org/2001/XMLSchema" xmlns:p="http://schemas.microsoft.com/office/2006/metadata/properties" xmlns:ns2="ab110e31-9a28-463c-b599-9105678ef09e" xmlns:ns3="b416dfb7-f3da-461d-9305-4b76a01efcc1" targetNamespace="http://schemas.microsoft.com/office/2006/metadata/properties" ma:root="true" ma:fieldsID="c0ea90f0bc4730787fb2734bd82545d6" ns2:_="" ns3:_="">
    <xsd:import namespace="ab110e31-9a28-463c-b599-9105678ef09e"/>
    <xsd:import namespace="b416dfb7-f3da-461d-9305-4b76a01efcc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110e31-9a28-463c-b599-9105678ef0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ac9124cb-9502-46c0-8e39-0e7eaae6555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16dfb7-f3da-461d-9305-4b76a01efcc1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7b86b37b-a08c-44d0-9ed8-25de7933685a}" ma:internalName="TaxCatchAll" ma:showField="CatchAllData" ma:web="b416dfb7-f3da-461d-9305-4b76a01efcc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3CB484D-016C-43DE-886B-249507DD658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0C702D9-9E55-4D09-9269-3B464CFDB0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b110e31-9a28-463c-b599-9105678ef09e"/>
    <ds:schemaRef ds:uri="b416dfb7-f3da-461d-9305-4b76a01efcc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bbv template EN</Template>
  <TotalTime>1642</TotalTime>
  <Words>926</Words>
  <Application>Microsoft Office PowerPoint</Application>
  <PresentationFormat>Widescreen</PresentationFormat>
  <Paragraphs>272</Paragraphs>
  <Slides>29</Slides>
  <Notes>27</Notes>
  <HiddenSlides>9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Calibri</vt:lpstr>
      <vt:lpstr>Courier New</vt:lpstr>
      <vt:lpstr>bbv template EN</vt:lpstr>
      <vt:lpstr>think-cell Slide</vt:lpstr>
      <vt:lpstr>PowerPoint Presentation</vt:lpstr>
      <vt:lpstr>YPP 4th</vt:lpstr>
      <vt:lpstr>Presentation on Trello Functionalities</vt:lpstr>
      <vt:lpstr>Agenda</vt:lpstr>
      <vt:lpstr>INTRODUCTION</vt:lpstr>
      <vt:lpstr>INTRODUCTION</vt:lpstr>
      <vt:lpstr>Key Functionalities</vt:lpstr>
      <vt:lpstr>Key Functionalities of Trello</vt:lpstr>
      <vt:lpstr>Dashboard Screen</vt:lpstr>
      <vt:lpstr>User Screen</vt:lpstr>
      <vt:lpstr>Workspace Screen</vt:lpstr>
      <vt:lpstr>Board Screen</vt:lpstr>
      <vt:lpstr>Card Screen</vt:lpstr>
      <vt:lpstr>Card Screen</vt:lpstr>
      <vt:lpstr>Card Screen</vt:lpstr>
      <vt:lpstr>Card Screen</vt:lpstr>
      <vt:lpstr>Workspace Member</vt:lpstr>
      <vt:lpstr>Board Member</vt:lpstr>
      <vt:lpstr>Q&amp;A</vt:lpstr>
      <vt:lpstr>PowerPoint Presentation</vt:lpstr>
      <vt:lpstr>bbv template EN</vt:lpstr>
      <vt:lpstr>bbv Master layouts &amp; slide library</vt:lpstr>
      <vt:lpstr>Transfer of existing slides into the new Master</vt:lpstr>
      <vt:lpstr>Change icon colour</vt:lpstr>
      <vt:lpstr>Insert image into placeholder</vt:lpstr>
      <vt:lpstr>Insert image into mock-up screen (mobile/laptop)</vt:lpstr>
      <vt:lpstr>bbv template EN</vt:lpstr>
      <vt:lpstr>Working area, guides &amp; ruler</vt:lpstr>
      <vt:lpstr>bbv colour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Dao Trong Vo</dc:creator>
  <cp:lastModifiedBy>Dang Khoa Do</cp:lastModifiedBy>
  <cp:revision>235</cp:revision>
  <dcterms:created xsi:type="dcterms:W3CDTF">2025-07-10T03:51:23Z</dcterms:created>
  <dcterms:modified xsi:type="dcterms:W3CDTF">2025-08-08T19:36:24Z</dcterms:modified>
</cp:coreProperties>
</file>