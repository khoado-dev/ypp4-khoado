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30" r:id="rId3"/>
    <p:sldId id="290" r:id="rId4"/>
    <p:sldId id="258" r:id="rId5"/>
    <p:sldId id="294" r:id="rId6"/>
    <p:sldId id="2145705951" r:id="rId7"/>
    <p:sldId id="2145705994" r:id="rId8"/>
    <p:sldId id="2145705991" r:id="rId9"/>
    <p:sldId id="2145705995" r:id="rId10"/>
    <p:sldId id="2145705992" r:id="rId11"/>
    <p:sldId id="2145705996" r:id="rId12"/>
    <p:sldId id="2145705997" r:id="rId13"/>
    <p:sldId id="2145705998" r:id="rId14"/>
    <p:sldId id="2145705999" r:id="rId15"/>
    <p:sldId id="2145706000" r:id="rId16"/>
    <p:sldId id="2145706001" r:id="rId17"/>
    <p:sldId id="2145706002" r:id="rId18"/>
    <p:sldId id="2145706003" r:id="rId19"/>
    <p:sldId id="2145706004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kRkjFzxOwHA8WAHOV29/jFXnz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000"/>
    <a:srgbClr val="FFECAF"/>
    <a:srgbClr val="FFE181"/>
    <a:srgbClr val="FFEFBD"/>
    <a:srgbClr val="00DE6F"/>
    <a:srgbClr val="B5F5CC"/>
    <a:srgbClr val="388C54"/>
    <a:srgbClr val="00F67B"/>
    <a:srgbClr val="00D269"/>
    <a:srgbClr val="00F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354" autoAdjust="0"/>
    <p:restoredTop sz="95373" autoAdjust="0"/>
  </p:normalViewPr>
  <p:slideViewPr>
    <p:cSldViewPr snapToGrid="0">
      <p:cViewPr varScale="1">
        <p:scale>
          <a:sx n="107" d="100"/>
          <a:sy n="107" d="100"/>
        </p:scale>
        <p:origin x="192" y="10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69" Type="http://customschemas.google.com/relationships/presentationmetadata" Target="metadata"/><Relationship Id="rId8" Type="http://schemas.openxmlformats.org/officeDocument/2006/relationships/slide" Target="slides/slide7.xml"/><Relationship Id="rId72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8A12-9ED7-8883-E884-F9A40E1B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10717-926E-BD7D-2341-A400606FB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2FA6E-008B-42E7-F3E1-FF97E4D8C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BFA15-BD53-1CC8-881A-15977C36F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8942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945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B5F1-FA53-9FF2-40E0-F07D956D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A3851-8955-A00F-BE29-9FBF7F6F7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FBEA8-DBA0-8022-F1FD-27A36BFB2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A2AEF-14A3-84B3-F1E4-B48A1DB18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781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9125-65E9-8ACD-15D9-1D737C1E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35D25-6F4D-5AC5-6B1A-1E2E8932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B999F-A411-3E50-AC57-D85CEBA05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2C9-5194-716A-1B8D-1817C3DC0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292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DBC2-38D6-3309-397D-5CD427CD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9181C-9A48-E546-73A8-7E1BDC2C1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55D0C-7EB1-055F-FECA-DC71E4801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AE42A-1086-46E6-DD54-5F8A6FEE2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6310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27FD-0C14-3A46-82B9-BB3F2398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98489-18BA-013A-7DAB-02B699C43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D00C3-F231-FDE3-DF50-6EAAB71FB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94205-DEED-42FA-CE5F-56B7A1608B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6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7965-2569-576B-23B3-EC55FA7E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4E7AF-48CA-3FFE-630B-8E5827F10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ECF5B-D42C-D7C7-FB4E-4BDF2F103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4E76-A96C-7D65-B4CC-312A8C596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539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4D4F7-C506-28C5-B33D-6AFEF5EB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3F0BF-FA19-38D6-D6BC-49C34A850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8EC37-079D-25A7-DD9F-F43D3C342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3DBB7-E3BF-6BDF-4B0B-EE2EE9FB1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6936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AA73-DE87-97FB-E94D-E872BF3E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6DFFE-A1AC-3410-16A2-BE25B1BA5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0DF6E-BB33-CBFE-3E5E-2709D6D61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5BF6F-0739-C576-E424-F70BECBD0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4564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A3B6-03CC-4EAF-710E-6749CA1B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FDD56-F3DD-46EE-B5D2-D970E02F9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2197E-A97F-8E5B-6F46-B37A3CCBF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518F2-CA4D-A93C-39E5-93A3B8861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21118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2094-DAA5-847A-1ACA-0D6F0728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660CA-75C2-D929-8964-96FF32EA1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B9FB6-DFB6-EA8F-840F-C5407B6CB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2B90D-984A-3DDB-F2A2-5515B72DB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26368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C57D-B09E-FCB6-77F9-F61ED930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1BDF0-95C2-C274-F788-66BB33D4E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C8F6A-0E42-07D4-5592-D17B07149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84B15-CBDD-37E1-6EA5-3078B5474F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3533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679F-BEEB-7AC7-6166-933F6D00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770D1-29C9-9553-CBA6-9F5403F9D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122DB-FF14-AE99-8509-B97DEE729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17B58-88BF-75EE-D6E9-8BD6C79F01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4859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6" name="Google Shape;9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1" name="Google Shape;9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0" name="Google Shape;95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1" name="Google Shape;9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" name="Google Shape;107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3" name="Google Shape;11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1" name="Google Shape;112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5" name="Google Shape;115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/ End">
  <p:cSld name="Intro / End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23"/>
          <p:cNvGrpSpPr/>
          <p:nvPr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18" name="Google Shape;18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3 texts">
  <p:cSld name="Title, subtitle &amp; 3 tex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435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43516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5"/>
          </p:nvPr>
        </p:nvSpPr>
        <p:spPr>
          <a:xfrm>
            <a:off x="827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6"/>
          </p:nvPr>
        </p:nvSpPr>
        <p:spPr>
          <a:xfrm>
            <a:off x="82720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210">
          <p15:clr>
            <a:srgbClr val="FBAE40"/>
          </p15:clr>
        </p15:guide>
        <p15:guide id="8" pos="4940">
          <p15:clr>
            <a:srgbClr val="FBAE40"/>
          </p15:clr>
        </p15:guide>
        <p15:guide id="9" pos="2740">
          <p15:clr>
            <a:srgbClr val="FBAE40"/>
          </p15:clr>
        </p15:guide>
        <p15:guide id="10" pos="24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2 image">
  <p:cSld name="Title, subtitle &amp; text with 1/2 imag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" name="Google Shape;40;p27"/>
          <p:cNvSpPr txBox="1">
            <a:spLocks noGrp="1"/>
          </p:cNvSpPr>
          <p:nvPr>
            <p:ph type="body" idx="1"/>
          </p:nvPr>
        </p:nvSpPr>
        <p:spPr>
          <a:xfrm>
            <a:off x="432000" y="2160001"/>
            <a:ext cx="5232200" cy="426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3"/>
          </p:nvPr>
        </p:nvSpPr>
        <p:spPr>
          <a:xfrm>
            <a:off x="432000" y="1530000"/>
            <a:ext cx="5232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3568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431999" y="1528763"/>
            <a:ext cx="11329200" cy="489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">
  <p:cSld name="Title, subtitle &amp; text with 1/3 imag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">
  <p:cSld name="Title, subtitle &amp;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431999" y="2160587"/>
            <a:ext cx="113292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">
  <p:cSld name="Title, subtitle &amp; 2 tex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5447999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3974">
          <p15:clr>
            <a:srgbClr val="FBAE40"/>
          </p15:clr>
        </p15:guide>
        <p15:guide id="8" pos="370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33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title slide">
  <p:cSld name="Chapter 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4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" name="Google Shape;72;p34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4 image">
  <p:cSld name="Title, subtitle &amp; text with 1/4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8285287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82865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492">
          <p15:clr>
            <a:srgbClr val="FBAE40"/>
          </p15:clr>
        </p15:guide>
        <p15:guide id="8" pos="576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 + white space for logo">
  <p:cSld name="Title, subtitle &amp; text with 1/3 image + white space for log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1" name="Google Shape;81;p36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4"/>
          </p:nvPr>
        </p:nvSpPr>
        <p:spPr>
          <a:xfrm>
            <a:off x="8581425" y="5131789"/>
            <a:ext cx="3178576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 with 1/4 image">
  <p:cSld name="Title, subtitle &amp; 2 texts with 1/4 imag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431998" y="2157413"/>
            <a:ext cx="3928356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body" idx="3"/>
          </p:nvPr>
        </p:nvSpPr>
        <p:spPr>
          <a:xfrm>
            <a:off x="431998" y="1530000"/>
            <a:ext cx="39283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body" idx="4"/>
          </p:nvPr>
        </p:nvSpPr>
        <p:spPr>
          <a:xfrm>
            <a:off x="4792355" y="2157413"/>
            <a:ext cx="3924931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body" idx="5"/>
          </p:nvPr>
        </p:nvSpPr>
        <p:spPr>
          <a:xfrm>
            <a:off x="4792355" y="1530000"/>
            <a:ext cx="39249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5490">
          <p15:clr>
            <a:srgbClr val="FBAE40"/>
          </p15:clr>
        </p15:guide>
        <p15:guide id="7" pos="5760">
          <p15:clr>
            <a:srgbClr val="FBAE40"/>
          </p15:clr>
        </p15:guide>
        <p15:guide id="8" pos="3018">
          <p15:clr>
            <a:srgbClr val="FBAE40"/>
          </p15:clr>
        </p15:guide>
        <p15:guide id="9" pos="274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">
  <p:cSld name="Testimonial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" name="Google Shape;94;p3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body" idx="1"/>
          </p:nvPr>
        </p:nvSpPr>
        <p:spPr>
          <a:xfrm>
            <a:off x="6529187" y="1528763"/>
            <a:ext cx="5232602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body" idx="3"/>
          </p:nvPr>
        </p:nvSpPr>
        <p:spPr>
          <a:xfrm>
            <a:off x="864001" y="4365382"/>
            <a:ext cx="4798800" cy="2062406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288000" tIns="288000" rIns="288000" bIns="28800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body" idx="4"/>
          </p:nvPr>
        </p:nvSpPr>
        <p:spPr>
          <a:xfrm>
            <a:off x="864001" y="4238556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body" idx="5"/>
          </p:nvPr>
        </p:nvSpPr>
        <p:spPr>
          <a:xfrm rot="10800000">
            <a:off x="5374801" y="6292522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3">
          <p15:clr>
            <a:srgbClr val="FBAE40"/>
          </p15:clr>
        </p15:guide>
        <p15:guide id="3" pos="270">
          <p15:clr>
            <a:srgbClr val="FBAE40"/>
          </p15:clr>
        </p15:guide>
        <p15:guide id="4" orient="horz" pos="692">
          <p15:clr>
            <a:srgbClr val="FBAE40"/>
          </p15:clr>
        </p15:guide>
        <p15:guide id="5" orient="horz" pos="4049">
          <p15:clr>
            <a:srgbClr val="FBAE40"/>
          </p15:clr>
        </p15:guide>
        <p15:guide id="6" pos="7409">
          <p15:clr>
            <a:srgbClr val="FBAE40"/>
          </p15:clr>
        </p15:guide>
        <p15:guide id="7" pos="411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with image banner">
  <p:cSld name="Title &amp; text with image bann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39"/>
          <p:cNvSpPr txBox="1">
            <a:spLocks noGrp="1"/>
          </p:cNvSpPr>
          <p:nvPr>
            <p:ph type="body" idx="1"/>
          </p:nvPr>
        </p:nvSpPr>
        <p:spPr>
          <a:xfrm>
            <a:off x="431999" y="3475239"/>
            <a:ext cx="11329789" cy="295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6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218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 slide / full-screen">
  <p:cSld name="Mood slide / full-scree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5" name="Google Shape;105;p40"/>
          <p:cNvSpPr txBox="1">
            <a:spLocks noGrp="1"/>
          </p:cNvSpPr>
          <p:nvPr>
            <p:ph type="body" idx="1"/>
          </p:nvPr>
        </p:nvSpPr>
        <p:spPr>
          <a:xfrm>
            <a:off x="432000" y="1098000"/>
            <a:ext cx="8640000" cy="1487991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432000" tIns="432000" rIns="432000" bIns="432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body" idx="3"/>
          </p:nvPr>
        </p:nvSpPr>
        <p:spPr>
          <a:xfrm>
            <a:off x="10841432" y="172618"/>
            <a:ext cx="1350568" cy="68436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571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2x">
  <p:cSld name="Participant 2x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26136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2"/>
          </p:nvPr>
        </p:nvSpPr>
        <p:spPr>
          <a:xfrm>
            <a:off x="632298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3"/>
          </p:nvPr>
        </p:nvSpPr>
        <p:spPr>
          <a:xfrm>
            <a:off x="326136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4"/>
          </p:nvPr>
        </p:nvSpPr>
        <p:spPr>
          <a:xfrm>
            <a:off x="632298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>
            <a:spLocks noGrp="1"/>
          </p:cNvSpPr>
          <p:nvPr>
            <p:ph type="pic" idx="5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" name="Google Shape;113;p41"/>
          <p:cNvSpPr>
            <a:spLocks noGrp="1"/>
          </p:cNvSpPr>
          <p:nvPr>
            <p:ph type="pic" idx="6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" name="Google Shape;114;p4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3x">
  <p:cSld name="Participant 3x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>
            <a:spLocks noGrp="1"/>
          </p:cNvSpPr>
          <p:nvPr>
            <p:ph type="pic" idx="2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42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2"/>
          <p:cNvSpPr txBox="1">
            <a:spLocks noGrp="1"/>
          </p:cNvSpPr>
          <p:nvPr>
            <p:ph type="body" idx="3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4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body" idx="5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2"/>
          <p:cNvSpPr>
            <a:spLocks noGrp="1"/>
          </p:cNvSpPr>
          <p:nvPr>
            <p:ph type="pic" idx="6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2" name="Google Shape;122;p42"/>
          <p:cNvSpPr>
            <a:spLocks noGrp="1"/>
          </p:cNvSpPr>
          <p:nvPr>
            <p:ph type="pic" idx="7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42"/>
          <p:cNvSpPr txBox="1">
            <a:spLocks noGrp="1"/>
          </p:cNvSpPr>
          <p:nvPr>
            <p:ph type="body" idx="8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9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4x">
  <p:cSld name="Participant 4x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>
            <a:spLocks noGrp="1"/>
          </p:cNvSpPr>
          <p:nvPr>
            <p:ph type="pic" idx="2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8" name="Google Shape;128;p43"/>
          <p:cNvSpPr>
            <a:spLocks noGrp="1"/>
          </p:cNvSpPr>
          <p:nvPr>
            <p:ph type="pic" idx="3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9" name="Google Shape;129;p43"/>
          <p:cNvSpPr>
            <a:spLocks noGrp="1"/>
          </p:cNvSpPr>
          <p:nvPr>
            <p:ph type="pic" idx="4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3"/>
          <p:cNvSpPr txBox="1">
            <a:spLocks noGrp="1"/>
          </p:cNvSpPr>
          <p:nvPr>
            <p:ph type="body" idx="5"/>
          </p:nvPr>
        </p:nvSpPr>
        <p:spPr>
          <a:xfrm>
            <a:off x="335822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3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body" idx="7"/>
          </p:nvPr>
        </p:nvSpPr>
        <p:spPr>
          <a:xfrm>
            <a:off x="335822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body" idx="8"/>
          </p:nvPr>
        </p:nvSpPr>
        <p:spPr>
          <a:xfrm>
            <a:off x="6250847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body" idx="9"/>
          </p:nvPr>
        </p:nvSpPr>
        <p:spPr>
          <a:xfrm>
            <a:off x="6250847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>
            <a:spLocks noGrp="1"/>
          </p:cNvSpPr>
          <p:nvPr>
            <p:ph type="pic" idx="13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43"/>
          <p:cNvSpPr txBox="1">
            <a:spLocks noGrp="1"/>
          </p:cNvSpPr>
          <p:nvPr>
            <p:ph type="body" idx="14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43"/>
          <p:cNvSpPr txBox="1">
            <a:spLocks noGrp="1"/>
          </p:cNvSpPr>
          <p:nvPr>
            <p:ph type="body" idx="15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5x">
  <p:cSld name="Participant 5x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4"/>
          <p:cNvSpPr>
            <a:spLocks noGrp="1"/>
          </p:cNvSpPr>
          <p:nvPr>
            <p:ph type="pic" idx="2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2" name="Google Shape;142;p44"/>
          <p:cNvSpPr>
            <a:spLocks noGrp="1"/>
          </p:cNvSpPr>
          <p:nvPr>
            <p:ph type="pic" idx="3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" name="Google Shape;143;p44"/>
          <p:cNvSpPr>
            <a:spLocks noGrp="1"/>
          </p:cNvSpPr>
          <p:nvPr>
            <p:ph type="pic" idx="4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4" name="Google Shape;144;p44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body" idx="5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body" idx="7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44"/>
          <p:cNvSpPr>
            <a:spLocks noGrp="1"/>
          </p:cNvSpPr>
          <p:nvPr>
            <p:ph type="pic" idx="8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9" name="Google Shape;149;p44"/>
          <p:cNvSpPr>
            <a:spLocks noGrp="1"/>
          </p:cNvSpPr>
          <p:nvPr>
            <p:ph type="pic" idx="9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" name="Google Shape;150;p44"/>
          <p:cNvSpPr txBox="1">
            <a:spLocks noGrp="1"/>
          </p:cNvSpPr>
          <p:nvPr>
            <p:ph type="body" idx="13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body" idx="14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body" idx="15"/>
          </p:nvPr>
        </p:nvSpPr>
        <p:spPr>
          <a:xfrm>
            <a:off x="26532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body" idx="16"/>
          </p:nvPr>
        </p:nvSpPr>
        <p:spPr>
          <a:xfrm>
            <a:off x="26532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17"/>
          </p:nvPr>
        </p:nvSpPr>
        <p:spPr>
          <a:xfrm>
            <a:off x="69545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body" idx="18"/>
          </p:nvPr>
        </p:nvSpPr>
        <p:spPr>
          <a:xfrm>
            <a:off x="69545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1)">
  <p:cSld name="Contact slide (1)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59" name="Google Shape;159;p45"/>
          <p:cNvSpPr txBox="1">
            <a:spLocks noGrp="1"/>
          </p:cNvSpPr>
          <p:nvPr>
            <p:ph type="body" idx="1"/>
          </p:nvPr>
        </p:nvSpPr>
        <p:spPr>
          <a:xfrm>
            <a:off x="3455998" y="2016000"/>
            <a:ext cx="5255944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45"/>
          <p:cNvSpPr txBox="1">
            <a:spLocks noGrp="1"/>
          </p:cNvSpPr>
          <p:nvPr>
            <p:ph type="body" idx="3"/>
          </p:nvPr>
        </p:nvSpPr>
        <p:spPr>
          <a:xfrm>
            <a:off x="3455998" y="1520825"/>
            <a:ext cx="52559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45"/>
          <p:cNvSpPr>
            <a:spLocks noGrp="1"/>
          </p:cNvSpPr>
          <p:nvPr>
            <p:ph type="pic" idx="4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2" name="Google Shape;162;p45"/>
          <p:cNvSpPr txBox="1">
            <a:spLocks noGrp="1"/>
          </p:cNvSpPr>
          <p:nvPr>
            <p:ph type="body" idx="5"/>
          </p:nvPr>
        </p:nvSpPr>
        <p:spPr>
          <a:xfrm>
            <a:off x="3455998" y="2847527"/>
            <a:ext cx="5255944" cy="11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5"/>
          <p:cNvSpPr txBox="1">
            <a:spLocks noGrp="1"/>
          </p:cNvSpPr>
          <p:nvPr>
            <p:ph type="body" idx="6"/>
          </p:nvPr>
        </p:nvSpPr>
        <p:spPr>
          <a:xfrm>
            <a:off x="3455998" y="4535936"/>
            <a:ext cx="5255944" cy="189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2)">
  <p:cSld name="Contact slide (2)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4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67" name="Google Shape;167;p46"/>
          <p:cNvSpPr txBox="1">
            <a:spLocks noGrp="1"/>
          </p:cNvSpPr>
          <p:nvPr>
            <p:ph type="body" idx="1"/>
          </p:nvPr>
        </p:nvSpPr>
        <p:spPr>
          <a:xfrm>
            <a:off x="4344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body" idx="3"/>
          </p:nvPr>
        </p:nvSpPr>
        <p:spPr>
          <a:xfrm>
            <a:off x="47916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6"/>
          <p:cNvSpPr txBox="1">
            <a:spLocks noGrp="1"/>
          </p:cNvSpPr>
          <p:nvPr>
            <p:ph type="body" idx="4"/>
          </p:nvPr>
        </p:nvSpPr>
        <p:spPr>
          <a:xfrm>
            <a:off x="4344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46"/>
          <p:cNvSpPr txBox="1">
            <a:spLocks noGrp="1"/>
          </p:cNvSpPr>
          <p:nvPr>
            <p:ph type="body" idx="5"/>
          </p:nvPr>
        </p:nvSpPr>
        <p:spPr>
          <a:xfrm>
            <a:off x="432000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>
            <a:spLocks noGrp="1"/>
          </p:cNvSpPr>
          <p:nvPr>
            <p:ph type="pic" idx="6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2" name="Google Shape;172;p46"/>
          <p:cNvSpPr>
            <a:spLocks noGrp="1"/>
          </p:cNvSpPr>
          <p:nvPr>
            <p:ph type="pic" idx="7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3" name="Google Shape;173;p46"/>
          <p:cNvSpPr txBox="1">
            <a:spLocks noGrp="1"/>
          </p:cNvSpPr>
          <p:nvPr>
            <p:ph type="body" idx="8"/>
          </p:nvPr>
        </p:nvSpPr>
        <p:spPr>
          <a:xfrm>
            <a:off x="47916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body" idx="9"/>
          </p:nvPr>
        </p:nvSpPr>
        <p:spPr>
          <a:xfrm>
            <a:off x="4791658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4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3)">
  <p:cSld name="Contact slide (3)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43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435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431999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431999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47"/>
          <p:cNvSpPr>
            <a:spLocks noGrp="1"/>
          </p:cNvSpPr>
          <p:nvPr>
            <p:ph type="pic" idx="5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2" name="Google Shape;182;p47"/>
          <p:cNvSpPr>
            <a:spLocks noGrp="1"/>
          </p:cNvSpPr>
          <p:nvPr>
            <p:ph type="pic" idx="6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3" name="Google Shape;183;p47"/>
          <p:cNvSpPr txBox="1">
            <a:spLocks noGrp="1"/>
          </p:cNvSpPr>
          <p:nvPr>
            <p:ph type="body" idx="7"/>
          </p:nvPr>
        </p:nvSpPr>
        <p:spPr>
          <a:xfrm>
            <a:off x="4356100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8"/>
          </p:nvPr>
        </p:nvSpPr>
        <p:spPr>
          <a:xfrm>
            <a:off x="4356100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47"/>
          <p:cNvSpPr txBox="1">
            <a:spLocks noGrp="1"/>
          </p:cNvSpPr>
          <p:nvPr>
            <p:ph type="body" idx="9"/>
          </p:nvPr>
        </p:nvSpPr>
        <p:spPr>
          <a:xfrm>
            <a:off x="8278813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47"/>
          <p:cNvSpPr>
            <a:spLocks noGrp="1"/>
          </p:cNvSpPr>
          <p:nvPr>
            <p:ph type="pic" idx="13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7" name="Google Shape;187;p47"/>
          <p:cNvSpPr txBox="1">
            <a:spLocks noGrp="1"/>
          </p:cNvSpPr>
          <p:nvPr>
            <p:ph type="body" idx="14"/>
          </p:nvPr>
        </p:nvSpPr>
        <p:spPr>
          <a:xfrm>
            <a:off x="8278813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body" idx="15"/>
          </p:nvPr>
        </p:nvSpPr>
        <p:spPr>
          <a:xfrm>
            <a:off x="8278813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44582512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1198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25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Font typeface="Arial"/>
              <a:buAutoNum type="arabicPeriod"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40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2">
          <p15:clr>
            <a:srgbClr val="FBAE40"/>
          </p15:clr>
        </p15:guide>
        <p15:guide id="2" pos="270">
          <p15:clr>
            <a:srgbClr val="FBAE40"/>
          </p15:clr>
        </p15:guide>
        <p15:guide id="3" pos="3839">
          <p15:clr>
            <a:srgbClr val="FBAE40"/>
          </p15:clr>
        </p15:guide>
        <p15:guide id="4" orient="horz" pos="4047">
          <p15:clr>
            <a:srgbClr val="FBAE40"/>
          </p15:clr>
        </p15:guide>
        <p15:guide id="5" orient="horz" pos="963">
          <p15:clr>
            <a:srgbClr val="FBAE40"/>
          </p15:clr>
        </p15:guide>
        <p15:guide id="6" pos="356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90597086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91052809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orient="horz" pos="1359">
          <p15:clr>
            <a:srgbClr val="FBAE40"/>
          </p15:clr>
        </p15:guide>
        <p15:guide id="22" pos="3568">
          <p15:clr>
            <a:srgbClr val="FBAE40"/>
          </p15:clr>
        </p15:guide>
        <p15:guide id="23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ftr" idx="11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ldNum" idx="12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2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1021614" y="352800"/>
            <a:ext cx="738385" cy="324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6" r:id="rId23"/>
    <p:sldLayoutId id="2147483677" r:id="rId24"/>
    <p:sldLayoutId id="2147483678" r:id="rId25"/>
    <p:sldLayoutId id="2147483679" r:id="rId26"/>
    <p:sldLayoutId id="2147483680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.xml"/><Relationship Id="rId6" Type="http://schemas.openxmlformats.org/officeDocument/2006/relationships/image" Target="../media/image9.jpg"/><Relationship Id="rId11" Type="http://schemas.openxmlformats.org/officeDocument/2006/relationships/image" Target="../media/image14.png"/><Relationship Id="rId5" Type="http://schemas.openxmlformats.org/officeDocument/2006/relationships/image" Target="../media/image7.emf"/><Relationship Id="rId10" Type="http://schemas.openxmlformats.org/officeDocument/2006/relationships/image" Target="../media/image13.sv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6.xml"/><Relationship Id="rId6" Type="http://schemas.openxmlformats.org/officeDocument/2006/relationships/image" Target="../media/image17.jpg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7.xml"/><Relationship Id="rId6" Type="http://schemas.openxmlformats.org/officeDocument/2006/relationships/image" Target="../media/image20.jp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5.jp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hyperlink" Target="about:blank" TargetMode="External"/><Relationship Id="rId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5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bbv Software Services AG  |  </a:t>
            </a:r>
            <a:r>
              <a:rPr lang="en-CH" dirty="0">
                <a:solidFill>
                  <a:srgbClr val="C00000"/>
                </a:solidFill>
              </a:rPr>
              <a:t>Date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rgbClr val="C00000"/>
                </a:solidFill>
              </a:rPr>
              <a:t>PP</a:t>
            </a:r>
            <a:r>
              <a:rPr lang="vi-VN" dirty="0">
                <a:solidFill>
                  <a:srgbClr val="C00000"/>
                </a:solidFill>
              </a:rPr>
              <a:t> 4</a:t>
            </a:r>
            <a:r>
              <a:rPr lang="en-US" dirty="0" err="1">
                <a:solidFill>
                  <a:srgbClr val="C00000"/>
                </a:solidFill>
              </a:rPr>
              <a:t>th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>
                <a:solidFill>
                  <a:srgbClr val="C00000"/>
                </a:solidFill>
              </a:rPr>
              <a:t>bbv Software Services AG  |  </a:t>
            </a:r>
            <a:r>
              <a:rPr lang="en-CH" noProof="0" dirty="0">
                <a:solidFill>
                  <a:srgbClr val="C00000"/>
                </a:solidFill>
              </a:rPr>
              <a:t>Date</a:t>
            </a:r>
            <a:r>
              <a:rPr lang="en-US" noProof="0" dirty="0">
                <a:solidFill>
                  <a:srgbClr val="C00000"/>
                </a:solidFill>
              </a:rPr>
              <a:t>: 08/05/2025</a:t>
            </a:r>
            <a:endParaRPr lang="en-GB" noProof="0" dirty="0">
              <a:solidFill>
                <a:srgbClr val="C0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CH" noProof="0" dirty="0">
                <a:solidFill>
                  <a:srgbClr val="C00000"/>
                </a:solidFill>
              </a:rPr>
              <a:t>Presentation on </a:t>
            </a:r>
            <a:r>
              <a:rPr lang="en-US" dirty="0">
                <a:solidFill>
                  <a:srgbClr val="C00000"/>
                </a:solidFill>
              </a:rPr>
              <a:t>Use Case </a:t>
            </a:r>
            <a:r>
              <a:rPr lang="en-US" dirty="0" err="1">
                <a:solidFill>
                  <a:srgbClr val="C00000"/>
                </a:solidFill>
              </a:rPr>
              <a:t>InFlow</a:t>
            </a:r>
            <a:endParaRPr lang="en-GB" noProof="0" dirty="0">
              <a:solidFill>
                <a:srgbClr val="C0000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 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Module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UI Screens in the Inflowinventory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Usecase</a:t>
            </a:r>
          </a:p>
          <a:p>
            <a:pPr marL="342900" indent="-342900"/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Q&amp;A</a:t>
            </a:r>
          </a:p>
        </p:txBody>
      </p:sp>
      <p:sp>
        <p:nvSpPr>
          <p:cNvPr id="215" name="Google Shape;215;p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Agenda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2730B-5A87-7C3E-86D6-B98C7F526860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888D1-90FE-5A9C-16D1-E5B5E882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323" y="1042835"/>
            <a:ext cx="8805820" cy="5815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098000"/>
            <a:ext cx="12192000" cy="216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What is </a:t>
            </a:r>
            <a:r>
              <a:rPr lang="en-GB" dirty="0" err="1">
                <a:solidFill>
                  <a:srgbClr val="C00000"/>
                </a:solidFill>
              </a:rPr>
              <a:t>Inflowinventory</a:t>
            </a:r>
            <a:r>
              <a:rPr lang="en-GB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vi-VN" dirty="0">
                <a:solidFill>
                  <a:srgbClr val="C00000"/>
                </a:solidFill>
              </a:rPr>
              <a:t>INTRODUCTION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E9E7B5-BDF1-4F3B-5DC4-0AD36B6113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669323" lvl="1" indent="-334662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Inflow</a:t>
            </a:r>
          </a:p>
          <a:p>
            <a:pPr marL="669323" lvl="1" indent="-334662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Let’s users:</a:t>
            </a:r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r>
              <a:rPr lang="en-US" dirty="0"/>
              <a:t>Create workspace boards</a:t>
            </a:r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/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/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>
              <a:solidFill>
                <a:srgbClr val="333333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1DB2E-AD64-0680-8783-D12FD58E83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What is InflowInventory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96EED-E4A7-AF91-27B1-EB89B3B3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B430B1-973C-6D58-DB50-11AC680610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A7FACF-83F0-718D-56CE-393C18FCA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15" r="14177" b="3101"/>
          <a:stretch>
            <a:fillRect/>
          </a:stretch>
        </p:blipFill>
        <p:spPr>
          <a:xfrm>
            <a:off x="4580898" y="1098000"/>
            <a:ext cx="7954483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push dir="u"/>
      </p:transition>
    </mc:Choice>
    <mc:Fallback xmlns=""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F1FFE-152A-893C-9933-2331916B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E0340-20C7-1584-4092-C5822FC11C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3EDA12E-05CB-8BDB-4253-6F4509380B1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9F2193-D53C-4C05-1613-94BB06962E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C00000"/>
                </a:solidFill>
              </a:rPr>
              <a:t>Purchase module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43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01D82-3A9F-D26D-CEF5-3E39F32E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15B809-A0A3-F4A4-F22A-CA9A4DA2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9051F-C294-1AFE-34AF-EF13EB2C2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E87EBF-9F4F-810D-46BC-86D19C4DE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79652"/>
            <a:ext cx="12778451" cy="61314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E367C19-F073-452B-4B9E-D653512F35C6}"/>
              </a:ext>
            </a:extLst>
          </p:cNvPr>
          <p:cNvGrpSpPr/>
          <p:nvPr/>
        </p:nvGrpSpPr>
        <p:grpSpPr>
          <a:xfrm>
            <a:off x="4608576" y="4345967"/>
            <a:ext cx="3073447" cy="2323057"/>
            <a:chOff x="3842864" y="1202196"/>
            <a:chExt cx="3073447" cy="2323057"/>
          </a:xfrm>
        </p:grpSpPr>
        <p:sp>
          <p:nvSpPr>
            <p:cNvPr id="11" name="Google Shape;229;g370fc456c4b_0_4">
              <a:extLst>
                <a:ext uri="{FF2B5EF4-FFF2-40B4-BE49-F238E27FC236}">
                  <a16:creationId xmlns:a16="http://schemas.microsoft.com/office/drawing/2014/main" id="{66CBA8F2-CD8C-FBFE-6EB0-4106190E6A6D}"/>
                </a:ext>
              </a:extLst>
            </p:cNvPr>
            <p:cNvSpPr/>
            <p:nvPr/>
          </p:nvSpPr>
          <p:spPr>
            <a:xfrm>
              <a:off x="3842864" y="1737725"/>
              <a:ext cx="2121408" cy="1787528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2" name="Google Shape;230;g370fc456c4b_0_4">
              <a:extLst>
                <a:ext uri="{FF2B5EF4-FFF2-40B4-BE49-F238E27FC236}">
                  <a16:creationId xmlns:a16="http://schemas.microsoft.com/office/drawing/2014/main" id="{8A4FE6DD-7DF9-7A72-7DAA-1489830442FC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flipH="1">
              <a:off x="4903568" y="1345933"/>
              <a:ext cx="1060704" cy="391792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6D89ADA-CE12-A607-33AE-B2924E107346}"/>
                </a:ext>
              </a:extLst>
            </p:cNvPr>
            <p:cNvSpPr/>
            <p:nvPr/>
          </p:nvSpPr>
          <p:spPr>
            <a:xfrm>
              <a:off x="5964272" y="1202196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DB43E6-3152-40DF-A722-9A0CE85720ED}"/>
              </a:ext>
            </a:extLst>
          </p:cNvPr>
          <p:cNvGrpSpPr/>
          <p:nvPr/>
        </p:nvGrpSpPr>
        <p:grpSpPr>
          <a:xfrm>
            <a:off x="5549912" y="5000008"/>
            <a:ext cx="1741434" cy="803706"/>
            <a:chOff x="1322566" y="3637497"/>
            <a:chExt cx="1741434" cy="80370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60E3822-EFDF-2F84-467F-E0210543E915}"/>
                </a:ext>
              </a:extLst>
            </p:cNvPr>
            <p:cNvGrpSpPr/>
            <p:nvPr/>
          </p:nvGrpSpPr>
          <p:grpSpPr>
            <a:xfrm>
              <a:off x="1958768" y="3637497"/>
              <a:ext cx="1105232" cy="287471"/>
              <a:chOff x="6568435" y="3966362"/>
              <a:chExt cx="1105232" cy="287471"/>
            </a:xfrm>
          </p:grpSpPr>
          <p:sp>
            <p:nvSpPr>
              <p:cNvPr id="22" name="Google Shape;229;g370fc456c4b_0_4">
                <a:extLst>
                  <a:ext uri="{FF2B5EF4-FFF2-40B4-BE49-F238E27FC236}">
                    <a16:creationId xmlns:a16="http://schemas.microsoft.com/office/drawing/2014/main" id="{D19391A2-1E57-327C-EB9A-0132DCD40D99}"/>
                  </a:ext>
                </a:extLst>
              </p:cNvPr>
              <p:cNvSpPr/>
              <p:nvPr/>
            </p:nvSpPr>
            <p:spPr>
              <a:xfrm>
                <a:off x="6568435" y="3966362"/>
                <a:ext cx="326003" cy="287471"/>
              </a:xfrm>
              <a:prstGeom prst="rect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1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23" name="Google Shape;230;g370fc456c4b_0_4">
                <a:extLst>
                  <a:ext uri="{FF2B5EF4-FFF2-40B4-BE49-F238E27FC236}">
                    <a16:creationId xmlns:a16="http://schemas.microsoft.com/office/drawing/2014/main" id="{906D4FFD-4123-1CB8-0AFF-DCE01D537062}"/>
                  </a:ext>
                </a:extLst>
              </p:cNvPr>
              <p:cNvCxnSpPr>
                <a:cxnSpLocks/>
                <a:endCxn id="22" idx="3"/>
              </p:cNvCxnSpPr>
              <p:nvPr/>
            </p:nvCxnSpPr>
            <p:spPr>
              <a:xfrm flipH="1">
                <a:off x="6894438" y="4095907"/>
                <a:ext cx="779229" cy="1419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FC000"/>
                </a:solidFill>
                <a:prstDash val="solid"/>
                <a:round/>
                <a:headEnd type="arrow" w="med" len="sm"/>
                <a:tailEnd type="none" w="med" len="med"/>
              </a:ln>
            </p:spPr>
          </p:cxn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7F42743-E51D-9EDF-A423-511B5462A349}"/>
                </a:ext>
              </a:extLst>
            </p:cNvPr>
            <p:cNvSpPr/>
            <p:nvPr/>
          </p:nvSpPr>
          <p:spPr>
            <a:xfrm>
              <a:off x="1322566" y="4153731"/>
              <a:ext cx="982198" cy="287472"/>
            </a:xfrm>
            <a:prstGeom prst="roundRect">
              <a:avLst/>
            </a:prstGeom>
            <a:solidFill>
              <a:srgbClr val="FFECAF"/>
            </a:solidFill>
            <a:ln w="222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>
                  <a:solidFill>
                    <a:srgbClr val="EEB00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Click here</a:t>
              </a:r>
              <a:endParaRPr lang="en-US" sz="1200" dirty="0">
                <a:solidFill>
                  <a:srgbClr val="EEB000"/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4FDCB53-5F1D-BB34-3604-94A245668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346" y="4819365"/>
            <a:ext cx="1654508" cy="142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5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6773-FBDF-6072-275E-44E0B5C94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995F71-CF28-7DE5-51D3-6EFB867A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C3179-DE23-3FC9-A30F-CF4F5E7B6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03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7D73-CA00-D753-EA99-C55200B1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792112-7BEC-2830-61FC-78F732748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48814-DA2B-24DE-67BC-E00BA4BD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CE3CFB-01D3-B37D-A0C3-841F7CA8B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222" y="1179653"/>
            <a:ext cx="12639222" cy="609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58F4CE-16B9-1142-6A42-D6CFAEA69B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2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5587-29F5-6866-4F5D-13D0FFB6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6F495E-F478-D0B8-07E3-2B3D7828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9E284-0364-71CD-1252-94A6B509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2BDEE4-CDE3-9C69-79E9-49FD71F8E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222" y="1179653"/>
            <a:ext cx="12639222" cy="609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8C1E8F-F30A-E716-5181-15E3839865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5809F8-BFCC-0A00-20AC-737B2CA28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904647"/>
            <a:ext cx="3161803" cy="2646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E29416-D7E0-E6B2-99BA-D0D353E47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7803" y="2904647"/>
            <a:ext cx="3027439" cy="2774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EAFA60-B244-D631-16A9-A8C924B6B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978" y="2737449"/>
            <a:ext cx="3416437" cy="264645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1D6972D-767A-B870-3F71-41DA91E60CAF}"/>
              </a:ext>
            </a:extLst>
          </p:cNvPr>
          <p:cNvGrpSpPr/>
          <p:nvPr/>
        </p:nvGrpSpPr>
        <p:grpSpPr>
          <a:xfrm>
            <a:off x="2492697" y="5381226"/>
            <a:ext cx="1218066" cy="896699"/>
            <a:chOff x="3842864" y="1737725"/>
            <a:chExt cx="1218066" cy="896699"/>
          </a:xfrm>
        </p:grpSpPr>
        <p:sp>
          <p:nvSpPr>
            <p:cNvPr id="15" name="Google Shape;229;g370fc456c4b_0_4">
              <a:extLst>
                <a:ext uri="{FF2B5EF4-FFF2-40B4-BE49-F238E27FC236}">
                  <a16:creationId xmlns:a16="http://schemas.microsoft.com/office/drawing/2014/main" id="{37D22C4F-BEFF-5B34-A059-159C16AD0F05}"/>
                </a:ext>
              </a:extLst>
            </p:cNvPr>
            <p:cNvSpPr/>
            <p:nvPr/>
          </p:nvSpPr>
          <p:spPr>
            <a:xfrm>
              <a:off x="3842864" y="1737725"/>
              <a:ext cx="1218066" cy="297121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6" name="Google Shape;230;g370fc456c4b_0_4">
              <a:extLst>
                <a:ext uri="{FF2B5EF4-FFF2-40B4-BE49-F238E27FC236}">
                  <a16:creationId xmlns:a16="http://schemas.microsoft.com/office/drawing/2014/main" id="{B788DE93-FFC8-BAD7-E855-E8E22A9046AD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4451897" y="2034846"/>
              <a:ext cx="0" cy="306975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C9717EA-D3D3-85AC-48E1-C3DA38357D12}"/>
                </a:ext>
              </a:extLst>
            </p:cNvPr>
            <p:cNvSpPr/>
            <p:nvPr/>
          </p:nvSpPr>
          <p:spPr>
            <a:xfrm>
              <a:off x="3975877" y="2346952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3B8FFA-9899-48E2-9B28-298C07333D17}"/>
              </a:ext>
            </a:extLst>
          </p:cNvPr>
          <p:cNvGrpSpPr/>
          <p:nvPr/>
        </p:nvGrpSpPr>
        <p:grpSpPr>
          <a:xfrm>
            <a:off x="4772857" y="5006956"/>
            <a:ext cx="952039" cy="944861"/>
            <a:chOff x="3705375" y="1737725"/>
            <a:chExt cx="952039" cy="944861"/>
          </a:xfrm>
        </p:grpSpPr>
        <p:sp>
          <p:nvSpPr>
            <p:cNvPr id="22" name="Google Shape;229;g370fc456c4b_0_4">
              <a:extLst>
                <a:ext uri="{FF2B5EF4-FFF2-40B4-BE49-F238E27FC236}">
                  <a16:creationId xmlns:a16="http://schemas.microsoft.com/office/drawing/2014/main" id="{77A8DFAA-46D5-CC65-F38A-FC6AA143F037}"/>
                </a:ext>
              </a:extLst>
            </p:cNvPr>
            <p:cNvSpPr/>
            <p:nvPr/>
          </p:nvSpPr>
          <p:spPr>
            <a:xfrm>
              <a:off x="3842864" y="1737725"/>
              <a:ext cx="677063" cy="229579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23" name="Google Shape;230;g370fc456c4b_0_4">
              <a:extLst>
                <a:ext uri="{FF2B5EF4-FFF2-40B4-BE49-F238E27FC236}">
                  <a16:creationId xmlns:a16="http://schemas.microsoft.com/office/drawing/2014/main" id="{60A23071-1692-08F7-0D77-C7F844515928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4181394" y="1967304"/>
              <a:ext cx="1" cy="42781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50FBB54-C3F2-AAFD-55EB-722A5DCB6976}"/>
                </a:ext>
              </a:extLst>
            </p:cNvPr>
            <p:cNvSpPr/>
            <p:nvPr/>
          </p:nvSpPr>
          <p:spPr>
            <a:xfrm>
              <a:off x="3705375" y="2395114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2DB68E-9763-11DC-9901-FE086178A806}"/>
              </a:ext>
            </a:extLst>
          </p:cNvPr>
          <p:cNvGrpSpPr/>
          <p:nvPr/>
        </p:nvGrpSpPr>
        <p:grpSpPr>
          <a:xfrm>
            <a:off x="6239972" y="2481267"/>
            <a:ext cx="3073447" cy="765108"/>
            <a:chOff x="3842864" y="1202196"/>
            <a:chExt cx="3073447" cy="765108"/>
          </a:xfrm>
        </p:grpSpPr>
        <p:sp>
          <p:nvSpPr>
            <p:cNvPr id="29" name="Google Shape;229;g370fc456c4b_0_4">
              <a:extLst>
                <a:ext uri="{FF2B5EF4-FFF2-40B4-BE49-F238E27FC236}">
                  <a16:creationId xmlns:a16="http://schemas.microsoft.com/office/drawing/2014/main" id="{0BFDB350-6F4A-64B5-18DB-237F56069C9B}"/>
                </a:ext>
              </a:extLst>
            </p:cNvPr>
            <p:cNvSpPr/>
            <p:nvPr/>
          </p:nvSpPr>
          <p:spPr>
            <a:xfrm>
              <a:off x="3842864" y="1737725"/>
              <a:ext cx="677063" cy="229579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30" name="Google Shape;230;g370fc456c4b_0_4">
              <a:extLst>
                <a:ext uri="{FF2B5EF4-FFF2-40B4-BE49-F238E27FC236}">
                  <a16:creationId xmlns:a16="http://schemas.microsoft.com/office/drawing/2014/main" id="{AC0E51DF-506E-7DE0-AD13-CE568C51D53F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 flipH="1">
              <a:off x="4181396" y="1345933"/>
              <a:ext cx="1782876" cy="391792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EE2EA43-B3C1-0B36-0593-BA8A53117135}"/>
                </a:ext>
              </a:extLst>
            </p:cNvPr>
            <p:cNvSpPr/>
            <p:nvPr/>
          </p:nvSpPr>
          <p:spPr>
            <a:xfrm>
              <a:off x="5964272" y="1202196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1721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B892-CA80-B97B-38F5-A900A5FD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D4B919-6913-E736-2425-CD219CBC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QUOTE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5450FA-A1FD-6B9A-75C6-742E944558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CDA786-A959-A269-2A23-D66680C58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98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9B4D-295A-F6C9-8E24-FFA34CF9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2EE2E8-5666-DA42-DFAE-44092EB0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B34E3B-6B1A-1F72-2EE0-0A061E0466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25CFE2-7473-A9E5-155F-730FD8E03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EFF77-DF28-E156-27EE-19877380E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51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5833-3A32-616E-0D83-4DC6D5B1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1E47E5-504A-00A9-693F-A1704DB6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A147CE-1307-E65C-0EAB-4FF60FACB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FC62AD-CE4E-8B41-5CF7-CF1E44BB0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75B6D-C34F-10D3-1B74-7C6468C3B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2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9122-1B4F-94C9-8DE9-41543082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8A9D6B-329B-86DA-1600-47D2EE35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B30EA9-1B66-5699-08D0-B3CAEFCC2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856391-229D-5CEC-55F5-08D79554B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8A342-AE3B-586A-FADF-7C738510F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849E0E-4BBE-77A8-3DB9-D2ABF369A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01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135F-CD11-CBC8-54D5-A189047C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5D1C2A-45F6-D102-43A8-1A14A58C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INFOR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982F32-C0F8-03C1-216B-0798DA62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9EC011-106A-E818-DF37-6202B889D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8FD135-8998-27EF-104C-5D2841B72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EE474D-7D06-ADB5-F479-54D73FCDD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01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BFB6A-304B-DE24-6ED7-94A12DA0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4A2BC7-FF5D-C9BC-8B43-5EED5859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INFOR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2259BE-0781-1EBB-669C-5F85399C24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4AA41A-D65C-64F9-7E98-D4755AE87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A21C8-927A-68B7-0AAF-2C3C6EEBA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17369D-C8A0-EAA6-76C4-C825F9BBF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197263-FA08-E79C-D45B-A55381242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66480"/>
            <a:ext cx="12192000" cy="58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88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F0F7-72F4-937E-60D6-428D7C14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A329B-DA01-A5C2-B2D2-21A6BDD5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ORDER HISTORY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7FE20E-6199-B957-C9F4-52095F6F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DEA997-03A6-CA93-8FC9-FFD7E68E4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D98E05-FDC5-9FA2-FD6B-EF43C1886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0FACC3-EDCD-2ECB-0326-1E3ADEABA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00D37-F4F7-D8E3-BA14-0EE8E089E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66480"/>
            <a:ext cx="12192000" cy="5850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2EE28F-0193-CCA7-D6B8-1A9BEB30AB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86550"/>
            <a:ext cx="12192000" cy="580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3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901E2-5E2C-0613-DED3-B56A8CEA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7002E6-BF0F-CC69-300A-2B489B0BE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PAYMENT HISTORY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5E81DE-0095-DE2A-B7C9-1310910EF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E25DF-6D64-3E61-FAA0-508DBA4D9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FD4337-AF7B-CBEB-02E5-9ED53723E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8DC6BE-5963-D452-C5D6-62E639742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8F281C-A1CE-E950-47A3-5ED143955A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66480"/>
            <a:ext cx="12192000" cy="5850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FBD89-D82F-E498-8491-8605DD21D6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86550"/>
            <a:ext cx="12192000" cy="5803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B434D-09CE-CE07-D03F-5459F62C61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186550"/>
            <a:ext cx="12192000" cy="59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24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1"/>
          <p:cNvSpPr/>
          <p:nvPr/>
        </p:nvSpPr>
        <p:spPr>
          <a:xfrm>
            <a:off x="0" y="1098000"/>
            <a:ext cx="12192000" cy="1098000"/>
          </a:xfrm>
          <a:prstGeom prst="rect">
            <a:avLst/>
          </a:prstGeom>
          <a:gradFill>
            <a:gsLst>
              <a:gs pos="0">
                <a:srgbClr val="878789"/>
              </a:gs>
              <a:gs pos="50000">
                <a:srgbClr val="C4C4C6"/>
              </a:gs>
              <a:gs pos="100000">
                <a:srgbClr val="EBEBE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noProof="1"/>
              <a:t>Intern | Trello Team</a:t>
            </a:r>
          </a:p>
          <a:p>
            <a:pPr marL="270000" lvl="0" indent="-1557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noProof="1"/>
          </a:p>
        </p:txBody>
      </p:sp>
      <p:sp>
        <p:nvSpPr>
          <p:cNvPr id="901" name="Google Shape;901;p1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Q&amp;A</a:t>
            </a:r>
          </a:p>
        </p:txBody>
      </p:sp>
      <p:pic>
        <p:nvPicPr>
          <p:cNvPr id="902" name="Google Shape;902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6770" r="36769"/>
          <a:stretch/>
        </p:blipFill>
        <p:spPr>
          <a:xfrm>
            <a:off x="8128000" y="1098550"/>
            <a:ext cx="4064000" cy="5759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03" name="Google Shape;903;p11"/>
          <p:cNvSpPr txBox="1">
            <a:spLocks noGrp="1"/>
          </p:cNvSpPr>
          <p:nvPr>
            <p:ph type="body" idx="3"/>
          </p:nvPr>
        </p:nvSpPr>
        <p:spPr>
          <a:xfrm>
            <a:off x="431999" y="1098550"/>
            <a:ext cx="7263999" cy="106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 noProof="1">
                <a:solidFill>
                  <a:schemeClr val="dk2"/>
                </a:solidFill>
              </a:rPr>
              <a:t>Thank you</a:t>
            </a:r>
            <a:endParaRPr lang="en-US" noProof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lang="en-US" sz="4400" noProof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3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template EN</a:t>
            </a:r>
          </a:p>
        </p:txBody>
      </p:sp>
      <p:sp>
        <p:nvSpPr>
          <p:cNvPr id="916" name="Google Shape;916;p13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How-to guides</a:t>
            </a:r>
            <a:endParaRPr lang="en-US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14"/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923" name="Google Shape;923;p14"/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4"/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5" name="Google Shape;925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6" name="Google Shape;926;p1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Master layouts &amp; slide library</a:t>
            </a:r>
          </a:p>
        </p:txBody>
      </p:sp>
      <p:sp>
        <p:nvSpPr>
          <p:cNvPr id="927" name="Google Shape;927;p14"/>
          <p:cNvSpPr txBox="1"/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US" sz="2100" b="1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new slide</a:t>
            </a:r>
            <a:endParaRPr lang="en-US" noProof="1"/>
          </a:p>
        </p:txBody>
      </p:sp>
      <p:sp>
        <p:nvSpPr>
          <p:cNvPr id="928" name="Google Shape;928;p14"/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«New Slide»</a:t>
            </a:r>
            <a:endParaRPr lang="en-US" noProof="1"/>
          </a:p>
        </p:txBody>
      </p:sp>
      <p:sp>
        <p:nvSpPr>
          <p:cNvPr id="929" name="Google Shape;929;p14"/>
          <p:cNvSpPr/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noProof="1"/>
          </a:p>
        </p:txBody>
      </p:sp>
      <p:sp>
        <p:nvSpPr>
          <p:cNvPr id="930" name="Google Shape;930;p14"/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layout</a:t>
            </a:r>
            <a:endParaRPr lang="en-US" noProof="1"/>
          </a:p>
          <a:p>
            <a:pPr marL="0" marR="0" lvl="0" indent="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desired layout from the pre-programmed master layouts.</a:t>
            </a:r>
            <a:endParaRPr lang="en-US" noProof="1"/>
          </a:p>
        </p:txBody>
      </p:sp>
      <p:sp>
        <p:nvSpPr>
          <p:cNvPr id="931" name="Google Shape;931;p14"/>
          <p:cNvSpPr/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noProof="1"/>
          </a:p>
        </p:txBody>
      </p:sp>
      <p:sp>
        <p:nvSpPr>
          <p:cNvPr id="932" name="Google Shape;932;p14"/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select layout from slide library</a:t>
            </a:r>
            <a:endParaRPr lang="en-US" noProof="1"/>
          </a:p>
        </p:txBody>
      </p:sp>
      <p:sp>
        <p:nvSpPr>
          <p:cNvPr id="933" name="Google Shape;933;p14"/>
          <p:cNvSpPr/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</a:p>
        </p:txBody>
      </p:sp>
      <p:cxnSp>
        <p:nvCxnSpPr>
          <p:cNvPr id="934" name="Google Shape;934;p14"/>
          <p:cNvCxnSpPr/>
          <p:nvPr/>
        </p:nvCxnSpPr>
        <p:spPr>
          <a:xfrm rot="10800000">
            <a:off x="3025123" y="4015522"/>
            <a:ext cx="8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935" name="Google Shape;935;p14"/>
          <p:cNvCxnSpPr/>
          <p:nvPr/>
        </p:nvCxnSpPr>
        <p:spPr>
          <a:xfrm rot="10800000">
            <a:off x="3025123" y="3612089"/>
            <a:ext cx="0" cy="8068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936" name="Google Shape;936;p14"/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937" name="Google Shape;937;p14"/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8" name="Google Shape;938;p14"/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939" name="Google Shape;939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0" name="Google Shape;940;p14"/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lang="en-US" sz="1800" b="0" i="0" u="none" strike="noStrike" cap="none" noProof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 noProof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lang="en-US" noProof="1"/>
              </a:p>
            </p:txBody>
          </p:sp>
        </p:grpSp>
      </p:grpSp>
      <p:grpSp>
        <p:nvGrpSpPr>
          <p:cNvPr id="942" name="Google Shape;942;p14"/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943" name="Google Shape;943;p14"/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4" name="Google Shape;944;p14"/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945" name="Google Shape;945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6" name="Google Shape;946;p14"/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lang="en-US" sz="1800" b="0" i="0" u="none" strike="noStrike" cap="none" noProof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 noProof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lang="en-US" noProof="1"/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5"/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original slide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slide in original presentation with Ctrl+C.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target presentation, select the slide after which the original slide is to be inserted.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in the tab «Home / Paste / Use Destination Theme».</a:t>
            </a:r>
            <a:endParaRPr lang="en-US" noProof="1"/>
          </a:p>
        </p:txBody>
      </p:sp>
      <p:sp>
        <p:nvSpPr>
          <p:cNvPr id="954" name="Google Shape;954;p15"/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 slide layout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inserted slide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desired layout in the tab «Home / Layout».</a:t>
            </a:r>
            <a:endParaRPr lang="en-US" noProof="1"/>
          </a:p>
        </p:txBody>
      </p:sp>
      <p:sp>
        <p:nvSpPr>
          <p:cNvPr id="955" name="Google Shape;955;p15"/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slide manually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all slide contents such as text blocks, images, etc. for position and size and manually adjust them to the new layout grid.</a:t>
            </a:r>
            <a:endParaRPr lang="en-US" noProof="1"/>
          </a:p>
        </p:txBody>
      </p:sp>
      <p:sp>
        <p:nvSpPr>
          <p:cNvPr id="956" name="Google Shape;956;p15"/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design</a:t>
            </a:r>
            <a:endParaRPr lang="en-US" noProof="1"/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Independently check: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type, sizes and font colours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of graphic elements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alignment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Coherence of the overall picture</a:t>
            </a:r>
            <a:endParaRPr lang="en-US" noProof="1"/>
          </a:p>
        </p:txBody>
      </p:sp>
      <p:sp>
        <p:nvSpPr>
          <p:cNvPr id="957" name="Google Shape;957;p1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Transfer of existing slides into the new Master</a:t>
            </a:r>
          </a:p>
        </p:txBody>
      </p:sp>
      <p:sp>
        <p:nvSpPr>
          <p:cNvPr id="958" name="Google Shape;958;p15"/>
          <p:cNvSpPr/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noProof="1"/>
          </a:p>
        </p:txBody>
      </p:sp>
      <p:sp>
        <p:nvSpPr>
          <p:cNvPr id="959" name="Google Shape;959;p15"/>
          <p:cNvSpPr/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noProof="1"/>
          </a:p>
        </p:txBody>
      </p:sp>
      <p:sp>
        <p:nvSpPr>
          <p:cNvPr id="960" name="Google Shape;960;p15"/>
          <p:cNvSpPr/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noProof="1"/>
          </a:p>
        </p:txBody>
      </p:sp>
      <p:sp>
        <p:nvSpPr>
          <p:cNvPr id="961" name="Google Shape;961;p15"/>
          <p:cNvSpPr/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noProof="1"/>
          </a:p>
        </p:txBody>
      </p:sp>
      <p:pic>
        <p:nvPicPr>
          <p:cNvPr id="962" name="Google Shape;96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400" y="4230000"/>
            <a:ext cx="1598065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pic>
        <p:nvPicPr>
          <p:cNvPr id="963" name="Google Shape;96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1200" y="5400000"/>
            <a:ext cx="1608771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grpSp>
        <p:nvGrpSpPr>
          <p:cNvPr id="964" name="Google Shape;964;p15"/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965" name="Google Shape;965;p15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966" name="Google Shape;966;p15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967" name="Google Shape;967;p15"/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144000" tIns="144000" rIns="144000" bIns="144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endParaRPr lang="en-US" noProof="1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transferring existing slides, always carry out all four steps.</a:t>
            </a:r>
            <a:endParaRPr lang="en-US" noProof="1"/>
          </a:p>
        </p:txBody>
      </p:sp>
      <p:grpSp>
        <p:nvGrpSpPr>
          <p:cNvPr id="968" name="Google Shape;968;p15"/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69" name="Google Shape;969;p15"/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0" name="Google Shape;970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5"/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15"/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974" name="Google Shape;974;p15"/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5" name="Google Shape;975;p15"/>
            <p:cNvPicPr preferRelativeResize="0"/>
            <p:nvPr/>
          </p:nvPicPr>
          <p:blipFill rotWithShape="1">
            <a:blip r:embed="rId6">
              <a:alphaModFix/>
            </a:blip>
            <a:srcRect r="4694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15"/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6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noProof="1"/>
              <a:t>Approach</a:t>
            </a:r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Change icon colour</a:t>
            </a:r>
          </a:p>
        </p:txBody>
      </p:sp>
      <p:sp>
        <p:nvSpPr>
          <p:cNvPr id="986" name="Google Shape;986;p16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noProof="1"/>
              <a:t>Notes</a:t>
            </a:r>
          </a:p>
        </p:txBody>
      </p:sp>
      <p:sp>
        <p:nvSpPr>
          <p:cNvPr id="987" name="Google Shape;987;p16"/>
          <p:cNvSpPr txBox="1">
            <a:spLocks noGrp="1"/>
          </p:cNvSpPr>
          <p:nvPr>
            <p:ph type="body" idx="1"/>
          </p:nvPr>
        </p:nvSpPr>
        <p:spPr>
          <a:xfrm>
            <a:off x="432000" y="2160585"/>
            <a:ext cx="5447999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noProof="1"/>
              <a:t>Select icon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noProof="1"/>
              <a:t>In the tab «Graphics Format» under «Graphics Styles», use </a:t>
            </a:r>
            <a:r>
              <a:rPr lang="en-US" b="1" noProof="1"/>
              <a:t>«Graphics Fill»</a:t>
            </a:r>
            <a:r>
              <a:rPr lang="en-US" noProof="1"/>
              <a:t> to change the colour</a:t>
            </a:r>
          </a:p>
        </p:txBody>
      </p:sp>
      <p:sp>
        <p:nvSpPr>
          <p:cNvPr id="988" name="Google Shape;988;p16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270000" lvl="0" indent="-270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For some icons, the colour </a:t>
            </a:r>
            <a:br>
              <a:rPr lang="en-US" noProof="1"/>
            </a:br>
            <a:r>
              <a:rPr lang="en-US" noProof="1"/>
              <a:t>can be changed by using </a:t>
            </a:r>
            <a:br>
              <a:rPr lang="en-US" noProof="1"/>
            </a:br>
            <a:r>
              <a:rPr lang="en-US" b="1" noProof="1"/>
              <a:t>«Graphics Outline»</a:t>
            </a:r>
            <a:r>
              <a:rPr lang="en-US" noProof="1"/>
              <a:t> instead </a:t>
            </a:r>
            <a:br>
              <a:rPr lang="en-US" noProof="1"/>
            </a:br>
            <a:r>
              <a:rPr lang="en-US" noProof="1"/>
              <a:t>of «Graphics Fill».</a:t>
            </a:r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The colour cannot be changed </a:t>
            </a:r>
            <a:br>
              <a:rPr lang="en-US" noProof="1"/>
            </a:br>
            <a:r>
              <a:rPr lang="en-US" noProof="1"/>
              <a:t>if an icon is inserted as a picture. </a:t>
            </a:r>
            <a:br>
              <a:rPr lang="en-US" noProof="1"/>
            </a:br>
            <a:r>
              <a:rPr lang="en-US" noProof="1"/>
              <a:t>In this case, after selecting the </a:t>
            </a:r>
            <a:br>
              <a:rPr lang="en-US" noProof="1"/>
            </a:br>
            <a:r>
              <a:rPr lang="en-US" noProof="1"/>
              <a:t>icon, the tab </a:t>
            </a:r>
            <a:r>
              <a:rPr lang="en-US" b="1" noProof="1"/>
              <a:t>«Picture Format»</a:t>
            </a:r>
            <a:r>
              <a:rPr lang="en-US" noProof="1"/>
              <a:t> </a:t>
            </a:r>
            <a:br>
              <a:rPr lang="en-US" noProof="1"/>
            </a:br>
            <a:r>
              <a:rPr lang="en-US" noProof="1"/>
              <a:t>appears instead of «Graphics Format».</a:t>
            </a:r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Best vector file format for icons: *.svg</a:t>
            </a:r>
          </a:p>
        </p:txBody>
      </p:sp>
      <p:grpSp>
        <p:nvGrpSpPr>
          <p:cNvPr id="989" name="Google Shape;989;p16"/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990" name="Google Shape;990;p16"/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1" name="Google Shape;991;p16"/>
            <p:cNvPicPr preferRelativeResize="0"/>
            <p:nvPr/>
          </p:nvPicPr>
          <p:blipFill rotWithShape="1">
            <a:blip r:embed="rId3">
              <a:alphaModFix/>
            </a:blip>
            <a:srcRect l="1003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16"/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dk2">
                <a:alpha val="14901"/>
              </a:schemeClr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4" name="Google Shape;994;p16"/>
            <p:cNvPicPr preferRelativeResize="0"/>
            <p:nvPr/>
          </p:nvPicPr>
          <p:blipFill rotWithShape="1">
            <a:blip r:embed="rId3">
              <a:alphaModFix/>
            </a:blip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16"/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6" name="Google Shape;996;p16"/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997" name="Google Shape;997;p16"/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8" name="Google Shape;998;p16"/>
            <p:cNvPicPr preferRelativeResize="0"/>
            <p:nvPr/>
          </p:nvPicPr>
          <p:blipFill rotWithShape="1">
            <a:blip r:embed="rId3">
              <a:alphaModFix/>
            </a:blip>
            <a:srcRect l="32044" t="20073" r="46617" b="36909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16"/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16"/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1001" name="Google Shape;1001;p16"/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2" name="Google Shape;1002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"/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lang="en-US" sz="15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Google Shape;1009;p17"/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1010" name="Google Shape;1010;p17"/>
            <p:cNvPicPr preferRelativeResize="0"/>
            <p:nvPr/>
          </p:nvPicPr>
          <p:blipFill rotWithShape="1">
            <a:blip r:embed="rId3">
              <a:alphaModFix/>
            </a:blip>
            <a:srcRect l="29896" t="5647" r="14924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noFill/>
            <a:ln>
              <a:noFill/>
            </a:ln>
            <a:effectLst>
              <a:outerShdw blurRad="177800" dist="101600" dir="2700000" algn="tl" rotWithShape="0">
                <a:srgbClr val="000000">
                  <a:alpha val="21960"/>
                </a:srgbClr>
              </a:outerShdw>
            </a:effectLst>
          </p:spPr>
        </p:pic>
        <p:sp>
          <p:nvSpPr>
            <p:cNvPr id="1011" name="Google Shape;1011;p17"/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dk1">
                <a:alpha val="7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" name="Google Shape;1012;p17"/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lang="en-US" sz="15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3" name="Google Shape;1013;p17"/>
          <p:cNvPicPr preferRelativeResize="0"/>
          <p:nvPr/>
        </p:nvPicPr>
        <p:blipFill rotWithShape="1">
          <a:blip r:embed="rId3">
            <a:alphaModFix/>
          </a:blip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sp>
        <p:nvSpPr>
          <p:cNvPr id="1014" name="Google Shape;1014;p1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Insert image into placeholder</a:t>
            </a:r>
          </a:p>
        </p:txBody>
      </p:sp>
      <p:sp>
        <p:nvSpPr>
          <p:cNvPr id="1015" name="Google Shape;1015;p17"/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8FB0"/>
              </a:buClr>
              <a:buSzPts val="1400"/>
              <a:buFont typeface="Arial"/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image from external source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the image            icon, select image from Sharepoint or other source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bbv image library is here locally located: </a:t>
            </a:r>
            <a:r>
              <a:rPr lang="en-US" sz="1400" b="0" i="1" u="sng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C:\Users\Public\bbv_templates\Marketing\PPT-Bibliotheken\Bilder-Bibliothek</a:t>
            </a:r>
            <a:endParaRPr lang="en-US" sz="1400" b="0" i="1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Or: copy image from external source with Ctrl+C, select the placeholder, then paste with Ctrl+V</a:t>
            </a:r>
          </a:p>
        </p:txBody>
      </p:sp>
      <p:sp>
        <p:nvSpPr>
          <p:cNvPr id="1016" name="Google Shape;1016;p17"/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400"/>
              <a:buFont typeface="Arial"/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image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«Picture Format» on «Crop»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the image composition by moving the image 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Resize the image by clicking and dragging the outer circles.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again on «Crop» to finish the adjustments</a:t>
            </a:r>
            <a:endParaRPr lang="en-US" noProof="1"/>
          </a:p>
        </p:txBody>
      </p:sp>
      <p:cxnSp>
        <p:nvCxnSpPr>
          <p:cNvPr id="1017" name="Google Shape;1017;p17"/>
          <p:cNvCxnSpPr/>
          <p:nvPr/>
        </p:nvCxnSpPr>
        <p:spPr>
          <a:xfrm>
            <a:off x="3018503" y="4570185"/>
            <a:ext cx="319566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18" name="Google Shape;1018;p17"/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9" name="Google Shape;1019;p17"/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</p:grpSpPr>
        <p:sp>
          <p:nvSpPr>
            <p:cNvPr id="1020" name="Google Shape;1020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17"/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</p:grpSpPr>
        <p:sp>
          <p:nvSpPr>
            <p:cNvPr id="1023" name="Google Shape;1023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17"/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</p:grpSpPr>
        <p:sp>
          <p:nvSpPr>
            <p:cNvPr id="1026" name="Google Shape;1026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17"/>
          <p:cNvGrpSpPr/>
          <p:nvPr/>
        </p:nvGrpSpPr>
        <p:grpSpPr>
          <a:xfrm rot="-5400000">
            <a:off x="3525807" y="5985904"/>
            <a:ext cx="143313" cy="143313"/>
            <a:chOff x="4070350" y="4368475"/>
            <a:chExt cx="143313" cy="143313"/>
          </a:xfrm>
        </p:grpSpPr>
        <p:sp>
          <p:nvSpPr>
            <p:cNvPr id="1029" name="Google Shape;1029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1" name="Google Shape;1031;p17"/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7"/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7"/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7"/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7"/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7"/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7"/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7"/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7"/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7"/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17"/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1042" name="Google Shape;1042;p17"/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3" name="Google Shape;1043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4" name="Google Shape;1044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45" name="Google Shape;1045;p17"/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6" name="Google Shape;1046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7" name="Google Shape;1047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48" name="Google Shape;1048;p17"/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1049" name="Google Shape;1049;p17"/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0" name="Google Shape;1050;p17"/>
            <p:cNvPicPr preferRelativeResize="0"/>
            <p:nvPr/>
          </p:nvPicPr>
          <p:blipFill rotWithShape="1">
            <a:blip r:embed="rId6">
              <a:alphaModFix/>
            </a:blip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17"/>
            <p:cNvPicPr preferRelativeResize="0"/>
            <p:nvPr/>
          </p:nvPicPr>
          <p:blipFill rotWithShape="1">
            <a:blip r:embed="rId6">
              <a:alphaModFix/>
            </a:blip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17"/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17"/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1055" name="Google Shape;1055;p17"/>
            <p:cNvCxnSpPr/>
            <p:nvPr/>
          </p:nvCxnSpPr>
          <p:spPr>
            <a:xfrm>
              <a:off x="6597549" y="2559187"/>
              <a:ext cx="19761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056" name="Google Shape;1056;p17"/>
            <p:cNvCxnSpPr/>
            <p:nvPr/>
          </p:nvCxnSpPr>
          <p:spPr>
            <a:xfrm>
              <a:off x="6597549" y="1520825"/>
              <a:ext cx="0" cy="20767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cxnSp>
        <p:nvCxnSpPr>
          <p:cNvPr id="1057" name="Google Shape;1057;p17"/>
          <p:cNvCxnSpPr/>
          <p:nvPr/>
        </p:nvCxnSpPr>
        <p:spPr>
          <a:xfrm>
            <a:off x="4919271" y="5222470"/>
            <a:ext cx="12948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58" name="Google Shape;1058;p17" descr="Cursor mit einfarbiger Füllu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1579" y="5159510"/>
            <a:ext cx="367089" cy="367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9" name="Google Shape;1059;p17"/>
          <p:cNvCxnSpPr/>
          <p:nvPr/>
        </p:nvCxnSpPr>
        <p:spPr>
          <a:xfrm>
            <a:off x="5860347" y="6204204"/>
            <a:ext cx="3538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60" name="Google Shape;1060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88342" y="1756560"/>
            <a:ext cx="2925826" cy="164305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pic>
        <p:nvPicPr>
          <p:cNvPr id="1061" name="Google Shape;1061;p17"/>
          <p:cNvPicPr preferRelativeResize="0"/>
          <p:nvPr/>
        </p:nvPicPr>
        <p:blipFill rotWithShape="1">
          <a:blip r:embed="rId9">
            <a:alphaModFix/>
          </a:blip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</p:pic>
      <p:pic>
        <p:nvPicPr>
          <p:cNvPr id="1062" name="Google Shape;1062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80016" y="1752100"/>
            <a:ext cx="447566" cy="3442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3" name="Google Shape;1063;p17"/>
          <p:cNvCxnSpPr/>
          <p:nvPr/>
        </p:nvCxnSpPr>
        <p:spPr>
          <a:xfrm>
            <a:off x="6214168" y="4740558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4" name="Google Shape;1064;p17"/>
          <p:cNvCxnSpPr/>
          <p:nvPr/>
        </p:nvCxnSpPr>
        <p:spPr>
          <a:xfrm rot="10800000">
            <a:off x="6214168" y="4570185"/>
            <a:ext cx="0" cy="1703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5" name="Google Shape;1065;p17"/>
          <p:cNvCxnSpPr/>
          <p:nvPr/>
        </p:nvCxnSpPr>
        <p:spPr>
          <a:xfrm>
            <a:off x="6214168" y="5087702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6" name="Google Shape;1066;p17"/>
          <p:cNvCxnSpPr/>
          <p:nvPr/>
        </p:nvCxnSpPr>
        <p:spPr>
          <a:xfrm rot="10800000">
            <a:off x="6214168" y="5087702"/>
            <a:ext cx="0" cy="1347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7" name="Google Shape;1067;p17"/>
          <p:cNvCxnSpPr/>
          <p:nvPr/>
        </p:nvCxnSpPr>
        <p:spPr>
          <a:xfrm>
            <a:off x="6214168" y="5450499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8" name="Google Shape;1068;p17"/>
          <p:cNvCxnSpPr/>
          <p:nvPr/>
        </p:nvCxnSpPr>
        <p:spPr>
          <a:xfrm rot="10800000">
            <a:off x="6214168" y="5450499"/>
            <a:ext cx="0" cy="75370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075" name="Google Shape;1075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076" name="Google Shape;1076;p1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Insert image into mock-up screen (mobile/laptop)</a:t>
            </a:r>
          </a:p>
        </p:txBody>
      </p:sp>
      <p:cxnSp>
        <p:nvCxnSpPr>
          <p:cNvPr id="1077" name="Google Shape;1077;p18"/>
          <p:cNvCxnSpPr/>
          <p:nvPr/>
        </p:nvCxnSpPr>
        <p:spPr>
          <a:xfrm rot="10800000">
            <a:off x="5291999" y="234844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8" name="Google Shape;1078;p18"/>
          <p:cNvCxnSpPr/>
          <p:nvPr/>
        </p:nvCxnSpPr>
        <p:spPr>
          <a:xfrm rot="10800000">
            <a:off x="5291999" y="341648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9" name="Google Shape;1079;p18"/>
          <p:cNvCxnSpPr/>
          <p:nvPr/>
        </p:nvCxnSpPr>
        <p:spPr>
          <a:xfrm rot="10800000">
            <a:off x="5291999" y="4980217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80" name="Google Shape;1080;p18"/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Paste image</a:t>
            </a:r>
            <a:endParaRPr lang="en-US" sz="1400" b="0" i="0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image from external source with Ctrl+C and paste with Ctrl+V</a:t>
            </a:r>
          </a:p>
        </p:txBody>
      </p:sp>
      <p:sp>
        <p:nvSpPr>
          <p:cNvPr id="1081" name="Google Shape;1081;p18"/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size &amp; determine image area:</a:t>
            </a:r>
            <a:endParaRPr lang="en-US" sz="1400" b="0" i="0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image mask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image size and determine image area</a:t>
            </a:r>
            <a:endParaRPr lang="en-US" noProof="1"/>
          </a:p>
        </p:txBody>
      </p:sp>
      <p:sp>
        <p:nvSpPr>
          <p:cNvPr id="1082" name="Google Shape;1082;p18"/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image to image mask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 mask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«Shape Format / </a:t>
            </a:r>
            <a:b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Shapes» on «Intersect»</a:t>
            </a:r>
            <a:endParaRPr lang="en-US" noProof="1"/>
          </a:p>
        </p:txBody>
      </p:sp>
      <p:sp>
        <p:nvSpPr>
          <p:cNvPr id="1083" name="Google Shape;1083;p18"/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image with mock-up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mock-up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image and mock-up and align both horizontally (Align Center) and vertically (Align Middle)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image and mock-up with Ctrl+G</a:t>
            </a:r>
          </a:p>
        </p:txBody>
      </p:sp>
      <p:sp>
        <p:nvSpPr>
          <p:cNvPr id="1084" name="Google Shape;1084;p18"/>
          <p:cNvSpPr/>
          <p:nvPr/>
        </p:nvSpPr>
        <p:spPr>
          <a:xfrm>
            <a:off x="10443538" y="2486085"/>
            <a:ext cx="370891" cy="792000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0" tIns="95875" rIns="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 lang="en-US" noProof="1"/>
          </a:p>
        </p:txBody>
      </p:sp>
      <p:sp>
        <p:nvSpPr>
          <p:cNvPr id="1085" name="Google Shape;1085;p18"/>
          <p:cNvSpPr/>
          <p:nvPr/>
        </p:nvSpPr>
        <p:spPr>
          <a:xfrm>
            <a:off x="645891" y="1901419"/>
            <a:ext cx="1106662" cy="2373969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143800" tIns="95875" rIns="14380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 lang="en-US" noProof="1"/>
          </a:p>
        </p:txBody>
      </p:sp>
      <p:pic>
        <p:nvPicPr>
          <p:cNvPr id="1086" name="Google Shape;108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999" y="1533833"/>
            <a:ext cx="1198365" cy="2426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18"/>
          <p:cNvGrpSpPr/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088" name="Google Shape;1088;p18"/>
            <p:cNvPicPr preferRelativeResize="0"/>
            <p:nvPr/>
          </p:nvPicPr>
          <p:blipFill rotWithShape="1">
            <a:blip r:embed="rId3">
              <a:alphaModFix/>
            </a:blip>
            <a:srcRect l="42680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1089" name="Google Shape;1089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90" name="Google Shape;1090;p18"/>
          <p:cNvPicPr preferRelativeResize="0"/>
          <p:nvPr/>
        </p:nvPicPr>
        <p:blipFill rotWithShape="1">
          <a:blip r:embed="rId3">
            <a:alphaModFix/>
          </a:blip>
          <a:srcRect l="42680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cxnSp>
        <p:nvCxnSpPr>
          <p:cNvPr id="1091" name="Google Shape;1091;p18"/>
          <p:cNvCxnSpPr/>
          <p:nvPr/>
        </p:nvCxnSpPr>
        <p:spPr>
          <a:xfrm>
            <a:off x="1630364" y="1747178"/>
            <a:ext cx="34611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092" name="Google Shape;1092;p18"/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Mock-up</a:t>
            </a:r>
            <a:endParaRPr lang="en-US" sz="1400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3" name="Google Shape;1093;p18"/>
          <p:cNvGrpSpPr/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1094" name="Google Shape;1094;p18"/>
            <p:cNvPicPr preferRelativeResize="0"/>
            <p:nvPr/>
          </p:nvPicPr>
          <p:blipFill rotWithShape="1">
            <a:blip r:embed="rId3">
              <a:alphaModFix/>
            </a:blip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/>
              <a:ahLst/>
              <a:cxnLst/>
              <a:rect l="l" t="t" r="r" b="b"/>
              <a:pathLst>
                <a:path w="1961601" h="4207952" extrusionOk="0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095" name="Google Shape;1095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6" name="Google Shape;1096;p18"/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1097" name="Google Shape;1097;p18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1098" name="Google Shape;1098;p18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099" name="Google Shape;1099;p18"/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1100" name="Google Shape;1100;p18"/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1" name="Google Shape;1101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18"/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104;p18"/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1105" name="Google Shape;1105;p18"/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6" name="Google Shape;1106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7" name="Google Shape;1107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18"/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9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template EN</a:t>
            </a:r>
          </a:p>
        </p:txBody>
      </p:sp>
      <p:sp>
        <p:nvSpPr>
          <p:cNvPr id="1118" name="Google Shape;1118;p19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1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 guide</a:t>
            </a:r>
            <a:endParaRPr lang="en-US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Working area, guides &amp; ruler</a:t>
            </a:r>
          </a:p>
        </p:txBody>
      </p:sp>
      <p:sp>
        <p:nvSpPr>
          <p:cNvPr id="1125" name="Google Shape;1125;p20"/>
          <p:cNvSpPr txBox="1"/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33"/>
              <a:buFont typeface="Arial"/>
              <a:buNone/>
            </a:pPr>
            <a:r>
              <a:rPr lang="en-US" sz="2133" b="1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Working area</a:t>
            </a:r>
            <a:endParaRPr lang="en-US" noProof="1"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Depending on the slide, a single-column layout, a 2-column or 3-column layout is used.</a:t>
            </a:r>
            <a:endParaRPr lang="en-US" noProof="1"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 the ruler and guides in the «View» tab.</a:t>
            </a:r>
          </a:p>
        </p:txBody>
      </p:sp>
      <p:grpSp>
        <p:nvGrpSpPr>
          <p:cNvPr id="1126" name="Google Shape;1126;p20"/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1127" name="Google Shape;112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28" name="Google Shape;1128;p20"/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29" name="Google Shape;1129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0" name="Google Shape;1130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1" name="Google Shape;1131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2" name="Google Shape;1132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3" name="Google Shape;1133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4" name="Google Shape;1134;p20"/>
              <p:cNvCxnSpPr/>
              <p:nvPr/>
            </p:nvCxnSpPr>
            <p:spPr>
              <a:xfrm rot="10800000">
                <a:off x="235812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35" name="Google Shape;1135;p20"/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1136" name="Google Shape;1136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37" name="Google Shape;1137;p20"/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38" name="Google Shape;1138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9" name="Google Shape;1139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0" name="Google Shape;1140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1" name="Google Shape;1141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2" name="Google Shape;1142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3" name="Google Shape;1143;p20"/>
              <p:cNvCxnSpPr/>
              <p:nvPr/>
            </p:nvCxnSpPr>
            <p:spPr>
              <a:xfrm rot="10800000">
                <a:off x="1814045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4" name="Google Shape;1144;p20"/>
              <p:cNvCxnSpPr/>
              <p:nvPr/>
            </p:nvCxnSpPr>
            <p:spPr>
              <a:xfrm rot="10800000">
                <a:off x="2969463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5" name="Google Shape;1145;p20"/>
              <p:cNvCxnSpPr/>
              <p:nvPr/>
            </p:nvCxnSpPr>
            <p:spPr>
              <a:xfrm rot="10800000">
                <a:off x="287507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6" name="Google Shape;1146;p20"/>
              <p:cNvCxnSpPr/>
              <p:nvPr/>
            </p:nvCxnSpPr>
            <p:spPr>
              <a:xfrm rot="10800000">
                <a:off x="1743261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47" name="Google Shape;1147;p20"/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1148" name="Google Shape;1148;p20"/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1000" sy="101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9" name="Google Shape;1149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0" name="Google Shape;1150;p20"/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colour theme</a:t>
            </a:r>
          </a:p>
        </p:txBody>
      </p:sp>
      <p:cxnSp>
        <p:nvCxnSpPr>
          <p:cNvPr id="1159" name="Google Shape;1159;p21"/>
          <p:cNvCxnSpPr/>
          <p:nvPr/>
        </p:nvCxnSpPr>
        <p:spPr>
          <a:xfrm>
            <a:off x="4456762" y="2173030"/>
            <a:ext cx="0" cy="42547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0" name="Google Shape;1160;p21"/>
          <p:cNvSpPr txBox="1"/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accent</a:t>
            </a:r>
            <a:endParaRPr lang="en-US" noProof="1"/>
          </a:p>
        </p:txBody>
      </p:sp>
      <p:sp>
        <p:nvSpPr>
          <p:cNvPr id="1161" name="Google Shape;1161;p21"/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/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1"/>
          <p:cNvSpPr/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1"/>
          <p:cNvSpPr/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/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1"/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lt2"/>
          </a:solidFill>
          <a:ln w="107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1" name="Google Shape;1171;p21"/>
          <p:cNvGrpSpPr/>
          <p:nvPr/>
        </p:nvGrpSpPr>
        <p:grpSpPr>
          <a:xfrm>
            <a:off x="6869091" y="2885609"/>
            <a:ext cx="602764" cy="217375"/>
            <a:chOff x="4697470" y="3209373"/>
            <a:chExt cx="433615" cy="163031"/>
          </a:xfrm>
        </p:grpSpPr>
        <p:cxnSp>
          <p:nvCxnSpPr>
            <p:cNvPr id="1172" name="Google Shape;1172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73" name="Google Shape;1173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74" name="Google Shape;1174;p21"/>
          <p:cNvSpPr txBox="1"/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6714" sx="101000" sy="101000" algn="ctr" rotWithShape="0">
              <a:srgbClr val="000000">
                <a:alpha val="17647"/>
              </a:srgbClr>
            </a:outerShdw>
          </a:effectLst>
        </p:spPr>
        <p:txBody>
          <a:bodyPr spcFirstLastPara="1" wrap="square" lIns="96000" tIns="96000" rIns="96000" bIns="96000" anchor="t" anchorCtr="0">
            <a:noAutofit/>
          </a:bodyPr>
          <a:lstStyle/>
          <a:p>
            <a:pPr marL="228600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5" name="Google Shape;117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610" y="2406096"/>
            <a:ext cx="1966241" cy="141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21"/>
          <p:cNvPicPr preferRelativeResize="0"/>
          <p:nvPr/>
        </p:nvPicPr>
        <p:blipFill rotWithShape="1">
          <a:blip r:embed="rId4">
            <a:alphaModFix/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21"/>
          <p:cNvPicPr preferRelativeResize="0"/>
          <p:nvPr/>
        </p:nvPicPr>
        <p:blipFill rotWithShape="1">
          <a:blip r:embed="rId4">
            <a:alphaModFix/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21"/>
          <p:cNvPicPr preferRelativeResize="0"/>
          <p:nvPr/>
        </p:nvPicPr>
        <p:blipFill rotWithShape="1">
          <a:blip r:embed="rId4">
            <a:alphaModFix/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9" name="Google Shape;1179;p21"/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1180" name="Google Shape;1180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1" name="Google Shape;1181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2" name="Google Shape;1182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83" name="Google Shape;1183;p21"/>
          <p:cNvSpPr txBox="1"/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OK!</a:t>
            </a:r>
            <a:endParaRPr lang="en-US" noProof="1"/>
          </a:p>
        </p:txBody>
      </p:sp>
      <p:sp>
        <p:nvSpPr>
          <p:cNvPr id="1184" name="Google Shape;1184;p21"/>
          <p:cNvSpPr txBox="1"/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 lang="en-US" noProof="1"/>
          </a:p>
        </p:txBody>
      </p:sp>
      <p:sp>
        <p:nvSpPr>
          <p:cNvPr id="1185" name="Google Shape;1185;p21"/>
          <p:cNvSpPr txBox="1"/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 lang="en-US" noProof="1"/>
          </a:p>
        </p:txBody>
      </p:sp>
      <p:grpSp>
        <p:nvGrpSpPr>
          <p:cNvPr id="1186" name="Google Shape;1186;p21"/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1187" name="Google Shape;118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88" name="Google Shape;118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89" name="Google Shape;1189;p21"/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1190" name="Google Shape;1190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1" name="Google Shape;1191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92" name="Google Shape;1192;p21"/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1193" name="Google Shape;1193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4" name="Google Shape;1194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5" name="Google Shape;1195;p21"/>
          <p:cNvSpPr txBox="1"/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selectively and sparingly</a:t>
            </a:r>
            <a:endParaRPr lang="en-US" noProof="1"/>
          </a:p>
        </p:txBody>
      </p:sp>
      <p:grpSp>
        <p:nvGrpSpPr>
          <p:cNvPr id="1196" name="Google Shape;1196;p21"/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197" name="Google Shape;119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8" name="Google Shape;119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9" name="Google Shape;1199;p21"/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1"/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1"/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1"/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1"/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1"/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1"/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1"/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1"/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1"/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1"/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1"/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1"/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1"/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1"/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1"/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p21"/>
          <p:cNvCxnSpPr/>
          <p:nvPr/>
        </p:nvCxnSpPr>
        <p:spPr>
          <a:xfrm>
            <a:off x="4761918" y="3930778"/>
            <a:ext cx="700145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216" name="Google Shape;1216;p21"/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1217" name="Google Shape;1217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8" name="Google Shape;1218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9" name="Google Shape;1219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20" name="Google Shape;1220;p21"/>
          <p:cNvGrpSpPr/>
          <p:nvPr/>
        </p:nvGrpSpPr>
        <p:grpSpPr>
          <a:xfrm>
            <a:off x="4718719" y="2885609"/>
            <a:ext cx="1324291" cy="217375"/>
            <a:chOff x="4697470" y="3209373"/>
            <a:chExt cx="433615" cy="163031"/>
          </a:xfrm>
        </p:grpSpPr>
        <p:cxnSp>
          <p:nvCxnSpPr>
            <p:cNvPr id="1221" name="Google Shape;1221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2" name="Google Shape;1222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23" name="Google Shape;1223;p21"/>
          <p:cNvSpPr txBox="1"/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colours</a:t>
            </a:r>
            <a:endParaRPr lang="en-US" noProof="1"/>
          </a:p>
        </p:txBody>
      </p:sp>
      <p:sp>
        <p:nvSpPr>
          <p:cNvPr id="1224" name="Google Shape;1224;p21"/>
          <p:cNvSpPr txBox="1"/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  <p:grpSp>
        <p:nvGrpSpPr>
          <p:cNvPr id="1225" name="Google Shape;1225;p21"/>
          <p:cNvGrpSpPr/>
          <p:nvPr/>
        </p:nvGrpSpPr>
        <p:grpSpPr>
          <a:xfrm>
            <a:off x="7589117" y="2885609"/>
            <a:ext cx="4159413" cy="217375"/>
            <a:chOff x="4697470" y="3209373"/>
            <a:chExt cx="433615" cy="163031"/>
          </a:xfrm>
        </p:grpSpPr>
        <p:cxnSp>
          <p:nvCxnSpPr>
            <p:cNvPr id="1226" name="Google Shape;1226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7" name="Google Shape;1227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228" name="Google Shape;1228;p21"/>
          <p:cNvGrpSpPr/>
          <p:nvPr/>
        </p:nvGrpSpPr>
        <p:grpSpPr>
          <a:xfrm>
            <a:off x="4718720" y="5661457"/>
            <a:ext cx="2770131" cy="217375"/>
            <a:chOff x="4697470" y="3209373"/>
            <a:chExt cx="433615" cy="163031"/>
          </a:xfrm>
        </p:grpSpPr>
        <p:cxnSp>
          <p:nvCxnSpPr>
            <p:cNvPr id="1229" name="Google Shape;1229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0" name="Google Shape;1230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1" name="Google Shape;1231;p21"/>
          <p:cNvSpPr txBox="1"/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  <p:sp>
        <p:nvSpPr>
          <p:cNvPr id="1232" name="Google Shape;1232;p21"/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1"/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1"/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1"/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6" name="Google Shape;1236;p21"/>
          <p:cNvGrpSpPr/>
          <p:nvPr/>
        </p:nvGrpSpPr>
        <p:grpSpPr>
          <a:xfrm>
            <a:off x="9015205" y="5661457"/>
            <a:ext cx="2770131" cy="217375"/>
            <a:chOff x="4697470" y="3209373"/>
            <a:chExt cx="433615" cy="163031"/>
          </a:xfrm>
        </p:grpSpPr>
        <p:cxnSp>
          <p:nvCxnSpPr>
            <p:cNvPr id="1237" name="Google Shape;1237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8" name="Google Shape;1238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9" name="Google Shape;1239;p21"/>
          <p:cNvSpPr txBox="1"/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14026</TotalTime>
  <Words>729</Words>
  <Application>Microsoft Office PowerPoint</Application>
  <PresentationFormat>Widescreen</PresentationFormat>
  <Paragraphs>158</Paragraphs>
  <Slides>30</Slides>
  <Notes>29</Notes>
  <HiddenSlides>9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Segoe UI Semibold</vt:lpstr>
      <vt:lpstr>bbv template EN</vt:lpstr>
      <vt:lpstr>think-cell Slide</vt:lpstr>
      <vt:lpstr>PowerPoint Presentation</vt:lpstr>
      <vt:lpstr>YPP 4th</vt:lpstr>
      <vt:lpstr>Presentation on Use Case InFlow</vt:lpstr>
      <vt:lpstr>Agenda</vt:lpstr>
      <vt:lpstr>INTRODUCTION</vt:lpstr>
      <vt:lpstr>Introduction</vt:lpstr>
      <vt:lpstr>Purchase module</vt:lpstr>
      <vt:lpstr>PURCHASE ORDER</vt:lpstr>
      <vt:lpstr>MANAGE PURCHASE ORDER</vt:lpstr>
      <vt:lpstr>PURCHASE ORDER</vt:lpstr>
      <vt:lpstr>PURCHASE ORDER</vt:lpstr>
      <vt:lpstr>PURCHASE QUOTE</vt:lpstr>
      <vt:lpstr>MANAGE VENDOR</vt:lpstr>
      <vt:lpstr>MANAGE VENDOR</vt:lpstr>
      <vt:lpstr>MANAGE VENDOR</vt:lpstr>
      <vt:lpstr>INFOR VENDOR</vt:lpstr>
      <vt:lpstr>INFOR VENDOR</vt:lpstr>
      <vt:lpstr>ORDER HISTORY</vt:lpstr>
      <vt:lpstr>PAYMENT HISTORY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Dao Trong Vo</dc:creator>
  <cp:lastModifiedBy>Đăng Khoa Đỗ</cp:lastModifiedBy>
  <cp:revision>210</cp:revision>
  <dcterms:created xsi:type="dcterms:W3CDTF">2025-07-10T03:51:23Z</dcterms:created>
  <dcterms:modified xsi:type="dcterms:W3CDTF">2025-09-03T08:25:33Z</dcterms:modified>
</cp:coreProperties>
</file>