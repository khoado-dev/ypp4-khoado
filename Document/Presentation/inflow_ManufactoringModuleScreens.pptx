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3"/>
  </p:sldMasterIdLst>
  <p:notesMasterIdLst>
    <p:notesMasterId r:id="rId17"/>
  </p:notesMasterIdLst>
  <p:handoutMasterIdLst>
    <p:handoutMasterId r:id="rId18"/>
  </p:handoutMasterIdLst>
  <p:sldIdLst>
    <p:sldId id="321" r:id="rId4"/>
    <p:sldId id="330" r:id="rId5"/>
    <p:sldId id="290" r:id="rId6"/>
    <p:sldId id="304" r:id="rId7"/>
    <p:sldId id="2145705950" r:id="rId8"/>
    <p:sldId id="2145705951" r:id="rId9"/>
    <p:sldId id="2145705952" r:id="rId10"/>
    <p:sldId id="2145705953" r:id="rId11"/>
    <p:sldId id="2145705955" r:id="rId12"/>
    <p:sldId id="2145705956" r:id="rId13"/>
    <p:sldId id="2145705957" r:id="rId14"/>
    <p:sldId id="2145705958" r:id="rId15"/>
    <p:sldId id="2145705823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es" id="{22A221C9-5B71-4357-B92B-47EC9E1F1A43}">
          <p14:sldIdLst/>
        </p14:section>
        <p14:section name="Slide examples" id="{92C1AA63-312F-4789-8247-203676534D38}">
          <p14:sldIdLst>
            <p14:sldId id="321"/>
            <p14:sldId id="330"/>
            <p14:sldId id="290"/>
            <p14:sldId id="304"/>
            <p14:sldId id="2145705950"/>
            <p14:sldId id="2145705951"/>
            <p14:sldId id="2145705952"/>
            <p14:sldId id="2145705953"/>
            <p14:sldId id="2145705955"/>
            <p14:sldId id="2145705956"/>
            <p14:sldId id="2145705957"/>
            <p14:sldId id="2145705958"/>
            <p14:sldId id="214570582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00D6"/>
    <a:srgbClr val="9A07CB"/>
    <a:srgbClr val="00467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187" autoAdjust="0"/>
  </p:normalViewPr>
  <p:slideViewPr>
    <p:cSldViewPr snapToGrid="0" snapToObjects="1" showGuides="1">
      <p:cViewPr>
        <p:scale>
          <a:sx n="100" d="100"/>
          <a:sy n="100" d="100"/>
        </p:scale>
        <p:origin x="912" y="-36"/>
      </p:cViewPr>
      <p:guideLst/>
    </p:cSldViewPr>
  </p:slideViewPr>
  <p:outlineViewPr>
    <p:cViewPr>
      <p:scale>
        <a:sx n="33" d="100"/>
        <a:sy n="33" d="100"/>
      </p:scale>
      <p:origin x="0" y="-246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904110-CA28-333E-2C34-1D6898DC0F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8BA21-CD2F-EE12-5978-472132E8FF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5959A-AE8E-4098-8E47-081D9FE6ACD1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F835B-6669-0F4A-D3F6-4284B75B49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16185-AADD-6E7A-A4FC-A558DFE03E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649B8-B442-4509-AEA1-C442A31137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3521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82F50848-CCE2-4F33-8910-F863336B6EB2}" type="datetimeFigureOut">
              <a:rPr lang="de-CH" smtClean="0"/>
              <a:pPr/>
              <a:t>29.08.2025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de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6A4FF178-7F5C-4C53-AC97-DF4205D97146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523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90493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824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87846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6892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16033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67239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9725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569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1689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79416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839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B8E7BCA-FF9A-86C4-163D-494ED3E69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2556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B8E7BCA-FF9A-86C4-163D-494ED3E69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14BDA87-C9C8-CD58-C9D7-0C952C1D73C0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1088E-A830-D72F-9D81-51D4D3480FB8}"/>
              </a:ext>
            </a:extLst>
          </p:cNvPr>
          <p:cNvGrpSpPr/>
          <p:nvPr userDrawn="1"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65E41D-34F7-E790-C1FD-DC00CEE7C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8FD31BA-980D-D11B-2EEB-4180204D34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48544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4666033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9200" y="1962000"/>
            <a:ext cx="2592000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4605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530000"/>
            <a:ext cx="5232000" cy="4896000"/>
          </a:xfrm>
        </p:spPr>
        <p:txBody>
          <a:bodyPr anchor="t"/>
          <a:lstStyle>
            <a:lvl1pPr marL="625475" indent="-625475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625475" indent="0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114092815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 userDrawn="1">
          <p15:clr>
            <a:srgbClr val="FBAE40"/>
          </p15:clr>
        </p15:guide>
        <p15:guide id="9" pos="270" userDrawn="1">
          <p15:clr>
            <a:srgbClr val="FBAE40"/>
          </p15:clr>
        </p15:guide>
        <p15:guide id="10" pos="3839" userDrawn="1">
          <p15:clr>
            <a:srgbClr val="FBAE40"/>
          </p15:clr>
        </p15:guide>
        <p15:guide id="11" orient="horz" pos="4047" userDrawn="1">
          <p15:clr>
            <a:srgbClr val="FBAE40"/>
          </p15:clr>
        </p15:guide>
        <p15:guide id="12" orient="horz" pos="963" userDrawn="1">
          <p15:clr>
            <a:srgbClr val="FBAE40"/>
          </p15:clr>
        </p15:guide>
        <p15:guide id="13" pos="35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23631067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1528763"/>
            <a:ext cx="11329200" cy="489902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87379739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587"/>
            <a:ext cx="113292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11329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69886104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005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5447999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447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2000" y="2160587"/>
            <a:ext cx="5449788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2000" y="1530000"/>
            <a:ext cx="5449788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393578478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963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1359" userDrawn="1">
          <p15:clr>
            <a:srgbClr val="FBAE40"/>
          </p15:clr>
        </p15:guide>
        <p15:guide id="21" pos="3974" userDrawn="1">
          <p15:clr>
            <a:srgbClr val="FBAE40"/>
          </p15:clr>
        </p15:guide>
        <p15:guide id="22" pos="37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3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824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16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84BE735-54B6-3B7B-5644-995106F03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7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2CD99D5-47E6-B7D2-CB87-F8AD5F3682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720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9897899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210" userDrawn="1">
          <p15:clr>
            <a:srgbClr val="FBAE40"/>
          </p15:clr>
        </p15:guide>
        <p15:guide id="24" pos="4940" userDrawn="1">
          <p15:clr>
            <a:srgbClr val="FBAE40"/>
          </p15:clr>
        </p15:guide>
        <p15:guide id="25" pos="2740" userDrawn="1">
          <p15:clr>
            <a:srgbClr val="FBAE40"/>
          </p15:clr>
        </p15:guide>
        <p15:guide id="26" pos="24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001"/>
            <a:ext cx="5232200" cy="426778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232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0587211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orient="horz" pos="1359" userDrawn="1">
          <p15:clr>
            <a:srgbClr val="FBAE40"/>
          </p15:clr>
        </p15:guide>
        <p15:guide id="22" pos="3568" userDrawn="1">
          <p15:clr>
            <a:srgbClr val="FBAE40"/>
          </p15:clr>
        </p15:guide>
        <p15:guide id="23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2323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66155744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039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9D5703-BD1C-3A16-A4A7-30E0EE62B0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8285287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828655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6092407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492" userDrawn="1">
          <p15:clr>
            <a:srgbClr val="FBAE40"/>
          </p15:clr>
        </p15:guide>
        <p15:guide id="24" pos="57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text with 1/3 image + white space f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8366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57B48F4-BDD6-6F20-ED74-A0F80415B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1425" y="5131789"/>
            <a:ext cx="3178576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3853468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2162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8" y="2157413"/>
            <a:ext cx="3928356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8" y="1530000"/>
            <a:ext cx="3928356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7C43C1D-0D5A-3546-923A-9906F7310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2355" y="2157413"/>
            <a:ext cx="3924931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25734A7E-A371-8589-95F1-486EF3BDC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2355" y="1530000"/>
            <a:ext cx="392493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B0D54-9E65-6676-5BE0-B1EC73550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153228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9" orient="horz" pos="963" userDrawn="1">
          <p15:clr>
            <a:srgbClr val="FBAE40"/>
          </p15:clr>
        </p15:guide>
        <p15:guide id="20" pos="270" userDrawn="1">
          <p15:clr>
            <a:srgbClr val="FBAE40"/>
          </p15:clr>
        </p15:guide>
        <p15:guide id="21" orient="horz" pos="692" userDrawn="1">
          <p15:clr>
            <a:srgbClr val="FBAE40"/>
          </p15:clr>
        </p15:guide>
        <p15:guide id="22" orient="horz" pos="4049" userDrawn="1">
          <p15:clr>
            <a:srgbClr val="FBAE40"/>
          </p15:clr>
        </p15:guide>
        <p15:guide id="23" orient="horz" pos="1359" userDrawn="1">
          <p15:clr>
            <a:srgbClr val="FBAE40"/>
          </p15:clr>
        </p15:guide>
        <p15:guide id="24" pos="5490" userDrawn="1">
          <p15:clr>
            <a:srgbClr val="FBAE40"/>
          </p15:clr>
        </p15:guide>
        <p15:guide id="25" pos="5760" userDrawn="1">
          <p15:clr>
            <a:srgbClr val="FBAE40"/>
          </p15:clr>
        </p15:guide>
        <p15:guide id="26" pos="3018" userDrawn="1">
          <p15:clr>
            <a:srgbClr val="FBAE40"/>
          </p15:clr>
        </p15:guide>
        <p15:guide id="27" pos="274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630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9187" y="1528763"/>
            <a:ext cx="5232602" cy="489600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E9374FC-ECE4-7A38-5807-87AE94A08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4001" y="4365382"/>
            <a:ext cx="4798800" cy="2062406"/>
          </a:xfrm>
          <a:solidFill>
            <a:schemeClr val="tx2">
              <a:alpha val="85000"/>
            </a:schemeClr>
          </a:solidFill>
        </p:spPr>
        <p:txBody>
          <a:bodyPr lIns="288000" tIns="288000" rIns="288000" bIns="288000" anchor="b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4" name="Text Placeholder 43">
            <a:extLst>
              <a:ext uri="{FF2B5EF4-FFF2-40B4-BE49-F238E27FC236}">
                <a16:creationId xmlns:a16="http://schemas.microsoft.com/office/drawing/2014/main" id="{38EE8FDF-DB06-4651-3389-787CA10E7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4001" y="4238556"/>
            <a:ext cx="288000" cy="25365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77" name="Text Placeholder 43">
            <a:extLst>
              <a:ext uri="{FF2B5EF4-FFF2-40B4-BE49-F238E27FC236}">
                <a16:creationId xmlns:a16="http://schemas.microsoft.com/office/drawing/2014/main" id="{9A496C9E-D567-76DE-1404-D4A0596855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 flipV="1">
            <a:off x="5374801" y="6292522"/>
            <a:ext cx="288000" cy="25365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498870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6" pos="3840">
          <p15:clr>
            <a:srgbClr val="FBAE40"/>
          </p15:clr>
        </p15:guide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pos="411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with ima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445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1944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3475239"/>
            <a:ext cx="11329789" cy="295254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FF00CA-6EEE-1446-767F-22A63CDAE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68109393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1916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218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 slide / full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345F9D-58D8-A03C-2C14-3C466D3CBB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9687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345F9D-58D8-A03C-2C14-3C466D3CB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4414B2E-C340-9140-1BD1-92410CBF7B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9765689A-1419-4CD4-170E-F5C60B641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098000"/>
            <a:ext cx="8640000" cy="1487991"/>
          </a:xfrm>
          <a:solidFill>
            <a:schemeClr val="tx2">
              <a:alpha val="85000"/>
            </a:schemeClr>
          </a:solidFill>
        </p:spPr>
        <p:txBody>
          <a:bodyPr wrap="square" lIns="432000" tIns="432000" rIns="432000" bIns="432000" anchor="t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Text, 40pt</a:t>
            </a:r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8E425FDA-ACD2-D989-043B-F820E6AB51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1432" y="172618"/>
            <a:ext cx="1350568" cy="684364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67951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3" pos="270" userDrawn="1">
          <p15:clr>
            <a:srgbClr val="FBAE40"/>
          </p15:clr>
        </p15:guide>
        <p15:guide id="4" pos="571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1297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B1008097-4228-1AEA-6834-837AEB6C76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4813706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0" pos="270" userDrawn="1">
          <p15:clr>
            <a:srgbClr val="FBAE40"/>
          </p15:clr>
        </p15:guide>
        <p15:guide id="11" orient="horz" pos="69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14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6136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298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6136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2298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2CF4B-8A3C-13FA-BECD-9DB01F4A6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33046461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976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575FA654-6B49-780A-BFB4-222C987747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5842F8D1-C8E7-B7F7-193F-396D7F0C1F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F7ED4793-8249-B71F-2BD9-1E188E5895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1AD36-B7B0-8DA3-E4DF-7B92563C3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187357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11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D01BDA65-4A3A-8C7F-6D57-257CEA15EDA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822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822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B19CB6E8-97CB-822F-3F85-A7275483C4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0847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2EF03F68-E44D-2D1B-E3CF-23E57CD8A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0847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F69C67C-E89D-2384-2449-3AE3B29A56D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4675A820-B82C-20ED-4FD7-8096B1F92A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DF422E5E-8133-BB32-C099-047DCCC1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B07921-E735-F94C-40EB-71F2AF0C4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09191098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013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5696C37-BDF4-2F3D-603C-E1844610595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7C418BE-D8E0-8035-E432-74FD98A897B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99175D0A-6D9D-DBBC-30F3-D0FC5D29CD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70D8A088-B7AE-9853-F92D-69BFEFB60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101E0012-1AFC-2117-1AFF-131E7D68BC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76B9F0EE-35D9-4F4C-DF19-6F1329686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290CBF69-D6CA-7FA4-2148-5B01F5233D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F30F8F33-E146-584B-B117-177763926F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93AD48AD-2E9D-CCFA-CC34-50B41218A9B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3CFFEEC3-C7DF-AE66-30A4-4911FF001F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AF0EB9D8-DAFE-F2BB-AAEB-93E5A6FCF4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1" name="Text Placeholder 43">
            <a:extLst>
              <a:ext uri="{FF2B5EF4-FFF2-40B4-BE49-F238E27FC236}">
                <a16:creationId xmlns:a16="http://schemas.microsoft.com/office/drawing/2014/main" id="{8150DEEE-F1C8-412C-9A41-9C6A1510A4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532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2" name="Text Placeholder 43">
            <a:extLst>
              <a:ext uri="{FF2B5EF4-FFF2-40B4-BE49-F238E27FC236}">
                <a16:creationId xmlns:a16="http://schemas.microsoft.com/office/drawing/2014/main" id="{C0E9FEFA-5AB3-30A2-24C9-3AC8326327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32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4" name="Text Placeholder 43">
            <a:extLst>
              <a:ext uri="{FF2B5EF4-FFF2-40B4-BE49-F238E27FC236}">
                <a16:creationId xmlns:a16="http://schemas.microsoft.com/office/drawing/2014/main" id="{7FA20DE0-E4E7-6C95-C8AA-55B9BE2AE5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545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5" name="Text Placeholder 43">
            <a:extLst>
              <a:ext uri="{FF2B5EF4-FFF2-40B4-BE49-F238E27FC236}">
                <a16:creationId xmlns:a16="http://schemas.microsoft.com/office/drawing/2014/main" id="{BC1BB4AA-BCDE-6809-1034-93EE2784F5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45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A4B36-92F3-CCD6-D942-4A1C8BE3C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2645210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537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2E005BC1-0A00-6A3F-9AB9-2090FB403C5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5998" y="2016000"/>
            <a:ext cx="5255944" cy="301878"/>
          </a:xfrm>
        </p:spPr>
        <p:txBody>
          <a:bodyPr>
            <a:noAutofit/>
          </a:bodyPr>
          <a:lstStyle>
            <a:lvl1pPr marL="0" indent="0" rtl="0">
              <a:lnSpc>
                <a:spcPct val="120000"/>
              </a:lnSpc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5998" y="1520825"/>
            <a:ext cx="525594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EBE14B7E-1369-C17A-8857-D645DEE0E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55998" y="2847527"/>
            <a:ext cx="5255944" cy="113966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Company address on three lines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5998" y="4535936"/>
            <a:ext cx="5255944" cy="189185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E503F-5E60-20CF-7913-904004C1F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4707283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549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5AC5C679-4332-8618-78DC-64B8D16861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44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16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44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2000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16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1658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46B3A-75B7-5620-B3DF-822D076A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3298722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6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3013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1999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1999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6100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6100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D97310F-BF77-3052-7D5F-521AE85495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813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A03D3B0-D87F-65E2-20D2-2E3D4FC53E1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AC0C46D-924E-6086-ABF8-9C7B8618C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78813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E75E8A5-8070-B311-99AA-D3C4B3C392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78813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BE829B-D1F1-110E-2A2D-99BA9886B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1071765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9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075058B-0DA5-BCC2-2884-A3AA6637B8D8}"/>
              </a:ext>
            </a:extLst>
          </p:cNvPr>
          <p:cNvGraphicFramePr>
            <a:graphicFrameLocks noChangeAspect="1"/>
          </p:cNvGraphicFramePr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1007809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06" imgH="306" progId="TCLayout.ActiveDocument.1">
                  <p:embed/>
                </p:oleObj>
              </mc:Choice>
              <mc:Fallback>
                <p:oleObj name="think-cell Slide" r:id="rId28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075058B-0DA5-BCC2-2884-A3AA6637B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B6DD6-B6DA-4A3B-AA01-32E0D792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noProof="0" dirty="0"/>
              <a:t>Title, 28pt, </a:t>
            </a:r>
            <a:br>
              <a:rPr lang="en-GB" noProof="0" dirty="0"/>
            </a:br>
            <a:r>
              <a:rPr lang="en-GB" noProof="0" dirty="0"/>
              <a:t>2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9B469-A741-AADC-88BD-759DB5D4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0CF3-0723-425A-205C-484322D6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rtl="0">
              <a:defRPr sz="1000">
                <a:solidFill>
                  <a:schemeClr val="bg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31C2-6712-205D-6768-F1C229CF0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r" rtl="0">
              <a:defRPr sz="1000">
                <a:solidFill>
                  <a:schemeClr val="bg2"/>
                </a:solidFill>
              </a:defRPr>
            </a:lvl1pPr>
          </a:lstStyle>
          <a:p>
            <a:fld id="{97B27895-1833-42C6-927E-7C9AD7EEEA97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5608BD-05B9-34D2-34A7-A5AF7917B1E7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021614" y="352800"/>
            <a:ext cx="738385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706" r:id="rId5"/>
    <p:sldLayoutId id="2147483709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7" r:id="rId24"/>
    <p:sldLayoutId id="2147483708" r:id="rId25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openxmlformats.org/officeDocument/2006/relationships/image" Target="../media/image1.emf"/><Relationship Id="rId10" Type="http://schemas.openxmlformats.org/officeDocument/2006/relationships/image" Target="../media/image17.sv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9.xml"/><Relationship Id="rId6" Type="http://schemas.openxmlformats.org/officeDocument/2006/relationships/image" Target="../media/image13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36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18451F-DE2B-B8D1-E7DA-DF54F2094E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3DC8AC8-3EE6-0346-C3D1-617A95A52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bbv Software Services AG  |  </a:t>
            </a:r>
            <a:r>
              <a:rPr lang="en-CH" dirty="0"/>
              <a:t>Date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A268C-5455-5620-C433-3CCEA8882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Ypp 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57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2188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bbv Software Services AG  |  </a:t>
            </a:r>
            <a:r>
              <a:rPr lang="en-CH" noProof="0" dirty="0"/>
              <a:t>Date</a:t>
            </a:r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noProof="0" dirty="0"/>
              <a:t>inflow Manufacture Screens</a:t>
            </a:r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ct 27" hidden="1">
            <a:extLst>
              <a:ext uri="{FF2B5EF4-FFF2-40B4-BE49-F238E27FC236}">
                <a16:creationId xmlns:a16="http://schemas.microsoft.com/office/drawing/2014/main" id="{4A37ADCE-579E-A179-EA5A-5FE167B559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28" name="Object 27" hidden="1">
                        <a:extLst>
                          <a:ext uri="{FF2B5EF4-FFF2-40B4-BE49-F238E27FC236}">
                            <a16:creationId xmlns:a16="http://schemas.microsoft.com/office/drawing/2014/main" id="{4A37ADCE-579E-A179-EA5A-5FE167B559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32701C6D-3382-3F63-8981-0BC9E4E5867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l="30154" r="30154"/>
          <a:stretch/>
        </p:blipFill>
        <p:spPr/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A1D1FF9-CAD7-2AAE-1CC6-BD9691BDC8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Manufacturing Module Screens in inflow</a:t>
            </a:r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3E0025-3EB6-8A32-504E-6433F1207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7821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41CC6E-9F46-7C35-FC04-A7D8CF0D1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337" y="1080167"/>
            <a:ext cx="6399326" cy="577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5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Manufacturing 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41CC6E-9F46-7C35-FC04-A7D8CF0D15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32130"/>
          <a:stretch/>
        </p:blipFill>
        <p:spPr>
          <a:xfrm>
            <a:off x="431998" y="1098000"/>
            <a:ext cx="4343201" cy="577783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37CD665-8531-0014-399D-E4C7F2C09FB7}"/>
              </a:ext>
            </a:extLst>
          </p:cNvPr>
          <p:cNvSpPr/>
          <p:nvPr/>
        </p:nvSpPr>
        <p:spPr>
          <a:xfrm>
            <a:off x="1713548" y="1193483"/>
            <a:ext cx="302641" cy="281940"/>
          </a:xfrm>
          <a:prstGeom prst="ellipse">
            <a:avLst/>
          </a:prstGeom>
          <a:noFill/>
          <a:ln w="1905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E6F6DA-10F3-EE02-EF19-25580EB5D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573" y="1098000"/>
            <a:ext cx="5191429" cy="572417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3C0A6A-FB02-0CF5-57E5-3733B5A32700}"/>
              </a:ext>
            </a:extLst>
          </p:cNvPr>
          <p:cNvCxnSpPr>
            <a:stCxn id="2" idx="6"/>
          </p:cNvCxnSpPr>
          <p:nvPr/>
        </p:nvCxnSpPr>
        <p:spPr>
          <a:xfrm>
            <a:off x="2016189" y="1334453"/>
            <a:ext cx="4552384" cy="14097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2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4F8C5FA-7D8D-3741-AEF4-CB2A5426C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7998"/>
            <a:ext cx="5200777" cy="576000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Manufacturing Order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3C0A6A-FB02-0CF5-57E5-3733B5A3270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972707" y="5699760"/>
            <a:ext cx="1751692" cy="685079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74BA8DD-C846-EF3A-878D-FA7131A244A7}"/>
              </a:ext>
            </a:extLst>
          </p:cNvPr>
          <p:cNvSpPr/>
          <p:nvPr/>
        </p:nvSpPr>
        <p:spPr>
          <a:xfrm>
            <a:off x="725714" y="5135887"/>
            <a:ext cx="4493986" cy="563873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EE60DF-028A-6FE1-BE5B-F6640CFF31D6}"/>
              </a:ext>
            </a:extLst>
          </p:cNvPr>
          <p:cNvSpPr/>
          <p:nvPr/>
        </p:nvSpPr>
        <p:spPr>
          <a:xfrm>
            <a:off x="4724399" y="6170757"/>
            <a:ext cx="647701" cy="428164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6369BD-288E-1941-C071-41ACD4F72618}"/>
              </a:ext>
            </a:extLst>
          </p:cNvPr>
          <p:cNvCxnSpPr>
            <a:cxnSpLocks/>
            <a:stCxn id="14" idx="3"/>
            <a:endCxn id="30" idx="1"/>
          </p:cNvCxnSpPr>
          <p:nvPr/>
        </p:nvCxnSpPr>
        <p:spPr>
          <a:xfrm flipV="1">
            <a:off x="5372100" y="2513519"/>
            <a:ext cx="1348014" cy="387132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5BBEDD8A-1EC5-4DF4-9B8D-7CAB13F4B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114" y="1098551"/>
            <a:ext cx="5039887" cy="282993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25B63A9-77E3-CBE3-51D4-4C48078D3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114" y="4019397"/>
            <a:ext cx="5039887" cy="2855215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0B0B89-8E4C-00A4-BF61-75994BB0C7A7}"/>
              </a:ext>
            </a:extLst>
          </p:cNvPr>
          <p:cNvCxnSpPr>
            <a:cxnSpLocks/>
          </p:cNvCxnSpPr>
          <p:nvPr/>
        </p:nvCxnSpPr>
        <p:spPr>
          <a:xfrm>
            <a:off x="9332686" y="3715657"/>
            <a:ext cx="1494971" cy="245510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FCCEC7F-926C-CFCE-6E7A-46668C5CC3F8}"/>
              </a:ext>
            </a:extLst>
          </p:cNvPr>
          <p:cNvSpPr/>
          <p:nvPr/>
        </p:nvSpPr>
        <p:spPr>
          <a:xfrm>
            <a:off x="10765631" y="6226969"/>
            <a:ext cx="731044" cy="371952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93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Manufacturing Order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77F20B-6A09-3256-ABE8-5AD7EF3444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50"/>
          <a:stretch/>
        </p:blipFill>
        <p:spPr>
          <a:xfrm>
            <a:off x="428625" y="1156970"/>
            <a:ext cx="11458575" cy="446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6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Put away Locations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77F20B-6A09-3256-ABE8-5AD7EF3444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61532"/>
          <a:stretch/>
        </p:blipFill>
        <p:spPr>
          <a:xfrm>
            <a:off x="428625" y="1156970"/>
            <a:ext cx="11458575" cy="17192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577EEF-5631-172F-E42B-125EA466D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254" y="2876986"/>
            <a:ext cx="3779740" cy="3735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0650CF-D22C-FD89-1EAF-612D660B0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106" y="2876986"/>
            <a:ext cx="3758499" cy="37350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7C316CB-F3CB-F145-A124-99AA8A6EFD27}"/>
              </a:ext>
            </a:extLst>
          </p:cNvPr>
          <p:cNvSpPr/>
          <p:nvPr/>
        </p:nvSpPr>
        <p:spPr>
          <a:xfrm>
            <a:off x="1814944" y="2234349"/>
            <a:ext cx="828503" cy="428164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914D0F-793E-0835-19CF-244700D53BA8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2229196" y="2662513"/>
            <a:ext cx="1140928" cy="214473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0A30363-4EAA-21B1-C100-A13A0B139C42}"/>
              </a:ext>
            </a:extLst>
          </p:cNvPr>
          <p:cNvSpPr/>
          <p:nvPr/>
        </p:nvSpPr>
        <p:spPr>
          <a:xfrm>
            <a:off x="2381595" y="4595437"/>
            <a:ext cx="729905" cy="214474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2E9272-A1DB-DF03-D359-4E482568792D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3111500" y="4702674"/>
            <a:ext cx="4108606" cy="41817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23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MO’s Custom Fields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77F20B-6A09-3256-ABE8-5AD7EF3444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64508"/>
          <a:stretch/>
        </p:blipFill>
        <p:spPr>
          <a:xfrm>
            <a:off x="428625" y="1156970"/>
            <a:ext cx="11458575" cy="15862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A7CE4D-7E58-354B-1C47-B7DDF53BA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78" y="2743200"/>
            <a:ext cx="3519932" cy="1426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3226D7-2C41-38F8-F59D-0131BE4BE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996" y="2743200"/>
            <a:ext cx="3500569" cy="259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9AA8C6-0C9B-9353-3A7E-93F7B0EE24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0893" y="2762336"/>
            <a:ext cx="3129293" cy="41479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485690-566D-DB58-EA6C-5D9BD2D6EAAA}"/>
              </a:ext>
            </a:extLst>
          </p:cNvPr>
          <p:cNvSpPr/>
          <p:nvPr/>
        </p:nvSpPr>
        <p:spPr>
          <a:xfrm>
            <a:off x="3276600" y="2415540"/>
            <a:ext cx="1100610" cy="182880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3E2ACAB-2ECC-774A-3133-6D85FF99AE6D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2617244" y="2598420"/>
            <a:ext cx="1209661" cy="14478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689C83-0646-434A-C142-C8A607CAEC17}"/>
              </a:ext>
            </a:extLst>
          </p:cNvPr>
          <p:cNvCxnSpPr>
            <a:cxnSpLocks/>
            <a:stCxn id="14" idx="3"/>
            <a:endCxn id="5" idx="1"/>
          </p:cNvCxnSpPr>
          <p:nvPr/>
        </p:nvCxnSpPr>
        <p:spPr>
          <a:xfrm>
            <a:off x="2009775" y="3273819"/>
            <a:ext cx="2722221" cy="768781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51220D3-74CD-2EB5-B5AD-8DCC6A96F719}"/>
              </a:ext>
            </a:extLst>
          </p:cNvPr>
          <p:cNvSpPr/>
          <p:nvPr/>
        </p:nvSpPr>
        <p:spPr>
          <a:xfrm>
            <a:off x="1077361" y="3182379"/>
            <a:ext cx="932414" cy="182880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1244EC-DE64-306B-7571-D3ADA0C8CD34}"/>
              </a:ext>
            </a:extLst>
          </p:cNvPr>
          <p:cNvSpPr/>
          <p:nvPr/>
        </p:nvSpPr>
        <p:spPr>
          <a:xfrm>
            <a:off x="4973086" y="4908549"/>
            <a:ext cx="856214" cy="142875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3B3FD7-8AB5-D64F-3419-424AD4675288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 flipV="1">
            <a:off x="5829300" y="4836325"/>
            <a:ext cx="2801593" cy="143662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29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Manufacturing Operations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1CD30F-EC5D-1963-FBD6-C1FA7749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99" y="1098550"/>
            <a:ext cx="5675103" cy="5772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D3F6BA-4F3F-F153-D511-C88AEE44FC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32130"/>
          <a:stretch/>
        </p:blipFill>
        <p:spPr>
          <a:xfrm>
            <a:off x="431998" y="1098000"/>
            <a:ext cx="4343201" cy="577783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5CB6EDE-5870-847B-5645-F0A15C4AD3DB}"/>
              </a:ext>
            </a:extLst>
          </p:cNvPr>
          <p:cNvSpPr/>
          <p:nvPr/>
        </p:nvSpPr>
        <p:spPr>
          <a:xfrm>
            <a:off x="823912" y="1894840"/>
            <a:ext cx="523875" cy="182880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2FDC60-D233-4606-8A30-E7177FCED1A1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>
            <a:off x="1347787" y="1986280"/>
            <a:ext cx="4737112" cy="199843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47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Manufacturing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1F78C8-B651-AE2F-3701-46596DAD1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098551"/>
            <a:ext cx="3675701" cy="3600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2B8E24-F83A-EA0E-9AA7-CF2C78B5F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326" y="1098550"/>
            <a:ext cx="3975100" cy="5144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B36DE1-5BF0-F92A-3642-E1F00274B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9426" y="1149414"/>
            <a:ext cx="3683948" cy="4531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0B242B6-3E19-3567-E2CD-23A56AB41913}"/>
              </a:ext>
            </a:extLst>
          </p:cNvPr>
          <p:cNvSpPr/>
          <p:nvPr/>
        </p:nvSpPr>
        <p:spPr>
          <a:xfrm>
            <a:off x="561974" y="3232192"/>
            <a:ext cx="3336926" cy="406358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085F4C-D640-C29C-3C14-2E6FC6E52998}"/>
              </a:ext>
            </a:extLst>
          </p:cNvPr>
          <p:cNvCxnSpPr>
            <a:cxnSpLocks/>
          </p:cNvCxnSpPr>
          <p:nvPr/>
        </p:nvCxnSpPr>
        <p:spPr>
          <a:xfrm>
            <a:off x="3898900" y="3429000"/>
            <a:ext cx="205426" cy="93345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C9047CB-422F-AFA0-49EE-280450D5ACC1}"/>
              </a:ext>
            </a:extLst>
          </p:cNvPr>
          <p:cNvSpPr/>
          <p:nvPr/>
        </p:nvSpPr>
        <p:spPr>
          <a:xfrm>
            <a:off x="7029450" y="4191000"/>
            <a:ext cx="747203" cy="390525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F62AB3-FD93-1210-0A1A-0B080CBFC118}"/>
              </a:ext>
            </a:extLst>
          </p:cNvPr>
          <p:cNvCxnSpPr>
            <a:cxnSpLocks/>
          </p:cNvCxnSpPr>
          <p:nvPr/>
        </p:nvCxnSpPr>
        <p:spPr>
          <a:xfrm flipV="1">
            <a:off x="7776653" y="3971925"/>
            <a:ext cx="1748347" cy="390525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672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46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PT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l" rtl="0"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noAutofit/>
      </a:bodyPr>
      <a:lstStyle>
        <a:defPPr marL="285750" indent="-285750" algn="l" rtl="0">
          <a:lnSpc>
            <a:spcPct val="120000"/>
          </a:lnSpc>
          <a:spcAft>
            <a:spcPts val="600"/>
          </a:spcAft>
          <a:buClr>
            <a:schemeClr val="tx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Custom Color 1">
      <a:srgbClr val="005194"/>
    </a:custClr>
    <a:custClr name="Custom Color 2">
      <a:srgbClr val="3374A9"/>
    </a:custClr>
    <a:custClr name="Custom Color 3">
      <a:srgbClr val="6697BF"/>
    </a:custClr>
    <a:custClr name="Custom Color 4">
      <a:srgbClr val="99B9D4"/>
    </a:custClr>
    <a:custClr name="BLANK">
      <a:srgbClr val="FFFFFF"/>
    </a:custClr>
    <a:custClr name="BLANK">
      <a:srgbClr val="FFFFFF"/>
    </a:custClr>
    <a:custClr name="Custom Color 7">
      <a:srgbClr val="F39800"/>
    </a:custClr>
    <a:custClr name="Custom Color 8">
      <a:srgbClr val="F5AD33"/>
    </a:custClr>
    <a:custClr name="Custom Color 9">
      <a:srgbClr val="F8C166"/>
    </a:custClr>
    <a:custClr name="Custom Color 10">
      <a:srgbClr val="FAD699"/>
    </a:custClr>
    <a:custClr name="Custom Color 11">
      <a:srgbClr val="005D39"/>
    </a:custClr>
    <a:custClr name="Custom Color 12">
      <a:srgbClr val="337D61"/>
    </a:custClr>
    <a:custClr name="Custom Color 13">
      <a:srgbClr val="669E88"/>
    </a:custClr>
    <a:custClr name="Custom Color 14">
      <a:srgbClr val="99BEB0"/>
    </a:custClr>
    <a:custClr name="BLANK">
      <a:srgbClr val="FFFFFF"/>
    </a:custClr>
    <a:custClr name="BLANK">
      <a:srgbClr val="FFFFFF"/>
    </a:custClr>
    <a:custClr name="Custom Color 17">
      <a:srgbClr val="5C154F"/>
    </a:custClr>
    <a:custClr name="Custom Color 18">
      <a:srgbClr val="7D4472"/>
    </a:custClr>
    <a:custClr name="Custom Color 19">
      <a:srgbClr val="9D7395"/>
    </a:custClr>
    <a:custClr name="Custom Color 20">
      <a:srgbClr val="BEA1B9"/>
    </a:custClr>
  </a:custClrLst>
  <a:extLst>
    <a:ext uri="{05A4C25C-085E-4340-85A3-A5531E510DB2}">
      <thm15:themeFamily xmlns:thm15="http://schemas.microsoft.com/office/thememl/2012/main" name="bbv Template EN.potx" id="{62510A1F-2EA7-4EA2-AAB4-F1C7937D1124}" vid="{EAF1E2DA-C1F8-46A6-B21C-C2C8E7E0A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CA5C03B5B3648A59C327F9B592BCA" ma:contentTypeVersion="18" ma:contentTypeDescription="Create a new document." ma:contentTypeScope="" ma:versionID="6c18a499376fe99d18d064f593f17266">
  <xsd:schema xmlns:xsd="http://www.w3.org/2001/XMLSchema" xmlns:xs="http://www.w3.org/2001/XMLSchema" xmlns:p="http://schemas.microsoft.com/office/2006/metadata/properties" xmlns:ns2="ab110e31-9a28-463c-b599-9105678ef09e" xmlns:ns3="b416dfb7-f3da-461d-9305-4b76a01efcc1" targetNamespace="http://schemas.microsoft.com/office/2006/metadata/properties" ma:root="true" ma:fieldsID="c0ea90f0bc4730787fb2734bd82545d6" ns2:_="" ns3:_="">
    <xsd:import namespace="ab110e31-9a28-463c-b599-9105678ef09e"/>
    <xsd:import namespace="b416dfb7-f3da-461d-9305-4b76a01efc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110e31-9a28-463c-b599-9105678ef0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c9124cb-9502-46c0-8e39-0e7eaae655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6dfb7-f3da-461d-9305-4b76a01efcc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b86b37b-a08c-44d0-9ed8-25de7933685a}" ma:internalName="TaxCatchAll" ma:showField="CatchAllData" ma:web="b416dfb7-f3da-461d-9305-4b76a01efc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CB484D-016C-43DE-886B-249507DD6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C702D9-9E55-4D09-9269-3B464CFDB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110e31-9a28-463c-b599-9105678ef09e"/>
    <ds:schemaRef ds:uri="b416dfb7-f3da-461d-9305-4b76a01efc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bbv template EN</Template>
  <TotalTime>264</TotalTime>
  <Words>59</Words>
  <Application>Microsoft Office PowerPoint</Application>
  <PresentationFormat>Widescreen</PresentationFormat>
  <Paragraphs>26</Paragraphs>
  <Slides>13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bbv template EN</vt:lpstr>
      <vt:lpstr>think-cell Slide</vt:lpstr>
      <vt:lpstr>PowerPoint Presentation</vt:lpstr>
      <vt:lpstr>Ypp 4</vt:lpstr>
      <vt:lpstr>inflow Manufacture Screens</vt:lpstr>
      <vt:lpstr>Agenda</vt:lpstr>
      <vt:lpstr>Home</vt:lpstr>
      <vt:lpstr>Create Manufacturing Order</vt:lpstr>
      <vt:lpstr>Create Manufacturing Order</vt:lpstr>
      <vt:lpstr>Manage Manufacturing Order</vt:lpstr>
      <vt:lpstr>Manage Put away Locations</vt:lpstr>
      <vt:lpstr>Manage MO’s Custom Fields</vt:lpstr>
      <vt:lpstr>Manage Manufacturing Operations</vt:lpstr>
      <vt:lpstr>Manage Manufacturing Operations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Dao Trong Vo</dc:creator>
  <cp:lastModifiedBy>Đăng Khoa Đỗ</cp:lastModifiedBy>
  <cp:revision>26</cp:revision>
  <dcterms:created xsi:type="dcterms:W3CDTF">2025-07-10T03:51:23Z</dcterms:created>
  <dcterms:modified xsi:type="dcterms:W3CDTF">2025-08-29T06:58:45Z</dcterms:modified>
</cp:coreProperties>
</file>