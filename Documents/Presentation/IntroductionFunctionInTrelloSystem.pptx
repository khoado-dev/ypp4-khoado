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8" d="100"/>
          <a:sy n="58" d="100"/>
        </p:scale>
        <p:origin x="78" y="10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45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27. Slide 34. Select a board → Board page → in a stage, show information of a stage</a:t>
            </a:r>
            <a:endParaRPr dirty="0"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29. Slide 35.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 → in a stage → select a card, show labels of a card</a:t>
            </a: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30. Slide 36. Select a board → Board page → in a stage → select a card, show activities in a specific card</a:t>
            </a:r>
            <a:endParaRPr dirty="0"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31. Slide 37. Select a board → Board page → in a stage → select a card → click on cover, show list of colors with icon can selected</a:t>
            </a:r>
            <a:endParaRPr dirty="0"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32. Slide 38. Select a board → Board page → in a stage → select a card, show list of labels with color that card selected</a:t>
            </a:r>
            <a:endParaRPr dirty="0"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33. Slide 40. Select a board → Board page → in a stage → select a card → checklist section, checklist and its item in a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34. Slide 40.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board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page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stage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section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members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board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assign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 item</a:t>
            </a:r>
            <a:endParaRPr dirty="0"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35. Slide 42. Select a board → Board page → in a stage → select a card → attachment section, show all attachment have LINK type in a specific card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36. Slide 42. Select a board → Board page → in a stage → select a card → attachment section, show all attachment have FILE type in a specific card 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37. Slide 43. Select a board → Board page → in a stage → select a card → comment section, show all comment in a specific card(123) 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38. Slide 43. Select a board → Board page → in a stage → select a card → comment section, show all reactions in a comment(104) of a specific card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39. Slide 43. Select a board → Board page → in a stage → select a card → comment section → show detail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 show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 activities of a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specific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1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1.jp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3" y="678058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6" y="663699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BillingContact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cxnSpLocks/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cxnSpLocks/>
            <a:stCxn id="620" idx="0"/>
            <a:endCxn id="621" idx="3"/>
          </p:cNvCxnSpPr>
          <p:nvPr/>
        </p:nvCxnSpPr>
        <p:spPr>
          <a:xfrm flipH="1" flipV="1">
            <a:off x="2683700" y="2289125"/>
            <a:ext cx="1258550" cy="1475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cxnSpLocks/>
            <a:endCxn id="623" idx="3"/>
          </p:cNvCxnSpPr>
          <p:nvPr/>
        </p:nvCxnSpPr>
        <p:spPr>
          <a:xfrm flipH="1" flipV="1">
            <a:off x="2676150" y="3053700"/>
            <a:ext cx="1076550" cy="823398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>
            <a:cxnSpLocks/>
          </p:cNvCxnSpPr>
          <p:nvPr/>
        </p:nvCxnSpPr>
        <p:spPr>
          <a:xfrm flipH="1" flipV="1">
            <a:off x="2755450" y="3526825"/>
            <a:ext cx="786725" cy="347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" name="Google Shape;618;g36f5cd5a2ba_2_13">
            <a:extLst>
              <a:ext uri="{FF2B5EF4-FFF2-40B4-BE49-F238E27FC236}">
                <a16:creationId xmlns:a16="http://schemas.microsoft.com/office/drawing/2014/main" id="{A3B97356-FCA7-243D-C6A9-02A1F73C89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550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619;g36f5cd5a2ba_2_13">
            <a:extLst>
              <a:ext uri="{FF2B5EF4-FFF2-40B4-BE49-F238E27FC236}">
                <a16:creationId xmlns:a16="http://schemas.microsoft.com/office/drawing/2014/main" id="{7312FC1B-8565-0D37-56D4-1B534D273BF2}"/>
              </a:ext>
            </a:extLst>
          </p:cNvPr>
          <p:cNvSpPr txBox="1"/>
          <p:nvPr/>
        </p:nvSpPr>
        <p:spPr>
          <a:xfrm>
            <a:off x="5104175" y="1584550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Stage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" name="Google Shape;621;g36f5cd5a2ba_2_13">
            <a:extLst>
              <a:ext uri="{FF2B5EF4-FFF2-40B4-BE49-F238E27FC236}">
                <a16:creationId xmlns:a16="http://schemas.microsoft.com/office/drawing/2014/main" id="{21526ACD-A3C3-7693-0E16-2A6611D38D76}"/>
              </a:ext>
            </a:extLst>
          </p:cNvPr>
          <p:cNvSpPr/>
          <p:nvPr/>
        </p:nvSpPr>
        <p:spPr>
          <a:xfrm>
            <a:off x="514100" y="1584550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7" name="Google Shape;623;g36f5cd5a2ba_2_13">
            <a:extLst>
              <a:ext uri="{FF2B5EF4-FFF2-40B4-BE49-F238E27FC236}">
                <a16:creationId xmlns:a16="http://schemas.microsoft.com/office/drawing/2014/main" id="{912E978B-3D93-0077-2B52-EC4570F2967A}"/>
              </a:ext>
            </a:extLst>
          </p:cNvPr>
          <p:cNvSpPr/>
          <p:nvPr/>
        </p:nvSpPr>
        <p:spPr>
          <a:xfrm>
            <a:off x="506550" y="2724425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" name="Google Shape;624;g36f5cd5a2ba_2_13">
            <a:extLst>
              <a:ext uri="{FF2B5EF4-FFF2-40B4-BE49-F238E27FC236}">
                <a16:creationId xmlns:a16="http://schemas.microsoft.com/office/drawing/2014/main" id="{D23F6B6E-015B-518B-598D-92708F46BF3A}"/>
              </a:ext>
            </a:extLst>
          </p:cNvPr>
          <p:cNvCxnSpPr>
            <a:cxnSpLocks/>
            <a:stCxn id="620" idx="0"/>
            <a:endCxn id="7" idx="3"/>
          </p:cNvCxnSpPr>
          <p:nvPr/>
        </p:nvCxnSpPr>
        <p:spPr>
          <a:xfrm flipH="1" flipV="1">
            <a:off x="2676150" y="2878625"/>
            <a:ext cx="1266100" cy="8859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625;g36f5cd5a2ba_2_13">
            <a:extLst>
              <a:ext uri="{FF2B5EF4-FFF2-40B4-BE49-F238E27FC236}">
                <a16:creationId xmlns:a16="http://schemas.microsoft.com/office/drawing/2014/main" id="{D8C0E4C1-9360-4BA2-4254-F0420B28A084}"/>
              </a:ext>
            </a:extLst>
          </p:cNvPr>
          <p:cNvCxnSpPr>
            <a:cxnSpLocks/>
          </p:cNvCxnSpPr>
          <p:nvPr/>
        </p:nvCxnSpPr>
        <p:spPr>
          <a:xfrm flipH="1" flipV="1">
            <a:off x="2755450" y="3351750"/>
            <a:ext cx="837300" cy="522525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26;g36f5cd5a2ba_2_13">
            <a:extLst>
              <a:ext uri="{FF2B5EF4-FFF2-40B4-BE49-F238E27FC236}">
                <a16:creationId xmlns:a16="http://schemas.microsoft.com/office/drawing/2014/main" id="{00FFCDBA-46BB-F0AA-5473-CD27B21C78AB}"/>
              </a:ext>
            </a:extLst>
          </p:cNvPr>
          <p:cNvSpPr/>
          <p:nvPr/>
        </p:nvSpPr>
        <p:spPr>
          <a:xfrm>
            <a:off x="514100" y="3113700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1" name="Google Shape;627;g36f5cd5a2ba_2_13">
            <a:extLst>
              <a:ext uri="{FF2B5EF4-FFF2-40B4-BE49-F238E27FC236}">
                <a16:creationId xmlns:a16="http://schemas.microsoft.com/office/drawing/2014/main" id="{560178FF-7C3E-B834-E2ED-F750B53872F4}"/>
              </a:ext>
            </a:extLst>
          </p:cNvPr>
          <p:cNvCxnSpPr>
            <a:stCxn id="4" idx="1"/>
          </p:cNvCxnSpPr>
          <p:nvPr/>
        </p:nvCxnSpPr>
        <p:spPr>
          <a:xfrm rot="10800000">
            <a:off x="2827475" y="1377400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48998" y="10281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1134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Member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Card Activity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C7FE2C-9C7D-D677-EFEA-52B783026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8" y="1083374"/>
            <a:ext cx="4115374" cy="5534797"/>
          </a:xfrm>
          <a:prstGeom prst="rect">
            <a:avLst/>
          </a:prstGeom>
        </p:spPr>
      </p:pic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7100" y="1097999"/>
            <a:ext cx="4054899" cy="5809147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4733362" y="1602413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258818" y="2460775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04918" y="2151925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6204655" y="2151925"/>
            <a:ext cx="340607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62300" y="3185976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Comment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cxnSpLocks/>
            <a:stCxn id="760" idx="1"/>
          </p:cNvCxnSpPr>
          <p:nvPr/>
        </p:nvCxnSpPr>
        <p:spPr>
          <a:xfrm flipH="1" flipV="1">
            <a:off x="5301055" y="19098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</TotalTime>
  <Words>2160</Words>
  <Application>Microsoft Office PowerPoint</Application>
  <PresentationFormat>Widescreen</PresentationFormat>
  <Paragraphs>350</Paragraphs>
  <Slides>64</Slides>
  <Notes>64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60</cp:revision>
  <dcterms:created xsi:type="dcterms:W3CDTF">2025-07-10T03:51:23Z</dcterms:created>
  <dcterms:modified xsi:type="dcterms:W3CDTF">2025-07-28T10:31:36Z</dcterms:modified>
</cp:coreProperties>
</file>