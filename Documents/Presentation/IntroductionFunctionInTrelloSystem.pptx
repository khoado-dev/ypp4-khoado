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32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  <p:sldId id="302" r:id="rId47"/>
    <p:sldId id="303" r:id="rId48"/>
    <p:sldId id="304" r:id="rId49"/>
    <p:sldId id="306" r:id="rId50"/>
    <p:sldId id="305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jX9gcIZuvHP4huDsWtP3hqSZg2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78" y="10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0fc456c4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0fc456c4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1.Slide 4 | Home Page on the Boards tab → Recently viewed section, list all boards that the user has accessed recently.</a:t>
            </a:r>
          </a:p>
          <a:p>
            <a:pPr marL="22860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2.Slide 4 | Home Page on the Boards tab → Your Workspaces section, list all workspaces that the current user is a member of.</a:t>
            </a:r>
          </a:p>
          <a:p>
            <a:pPr marL="22860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3.Slide 4 | Home Page on the Boards tab → Workspace item → Boards button, list all boards  that the current user is a member of belonging to a specific workspace.</a:t>
            </a:r>
          </a:p>
          <a:p>
            <a:pPr marL="22860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4.Slide 4 | Home Page on the Header (top right corner), query boards have name that contains the keyword 'ab’</a:t>
            </a:r>
          </a:p>
          <a:p>
            <a:pPr marL="22860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5.Slide 4 | Home Page on the Header (top right corner), show the total number of unread notifications of the user.</a:t>
            </a:r>
          </a:p>
        </p:txBody>
      </p:sp>
      <p:sp>
        <p:nvSpPr>
          <p:cNvPr id="220" name="Google Shape;220;g370fc456c4b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f5cd5a2b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f5cd5a2ba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6.Slide 5 | Home Page on the Templates tab → Main area, list all available public or user-created templates.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7.Slide 5 | Home Page on the Templates tab → Sidebar, list all template categories available for filtering.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8.Slide 5 | Home Page on the Templates tab, query templates have title that contains the keyword 'da' </a:t>
            </a:r>
            <a:endParaRPr dirty="0"/>
          </a:p>
        </p:txBody>
      </p:sp>
      <p:sp>
        <p:nvSpPr>
          <p:cNvPr id="238" name="Google Shape;238;g36f5cd5a2ba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f5cd5a2b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f5cd5a2ba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9. Slide 6 | Home Page on the Templates tab → Main area → Select specific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tempalte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show information of a specific template.</a:t>
            </a:r>
            <a:endParaRPr dirty="0"/>
          </a:p>
        </p:txBody>
      </p:sp>
      <p:sp>
        <p:nvSpPr>
          <p:cNvPr id="256" name="Google Shape;256;g36f5cd5a2ba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f5cd5a2b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f5cd5a2ba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10.Slide 7 | Home Page on the Home tab → Checklist section, list all checklist items assigned to the user with status set to false (incomplete).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11.Slide 7 Home Page on the Home tab → Assigned cards section, list all cards that are currently assigned to the user.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12.Slide 7 Home Page on the Home tab → Activity feed section, list all recent card's activities in the user's card.</a:t>
            </a:r>
            <a:endParaRPr dirty="0"/>
          </a:p>
        </p:txBody>
      </p:sp>
      <p:sp>
        <p:nvSpPr>
          <p:cNvPr id="256" name="Google Shape;256;g36f5cd5a2ba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393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f5cd5a2b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f5cd5a2b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6f5cd5a2b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fc456c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0fc456c4b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13.Slide 9 Home Page on the Workspace page → Boards section, list all boards under the selected workspace.</a:t>
            </a:r>
            <a:endParaRPr dirty="0"/>
          </a:p>
        </p:txBody>
      </p:sp>
      <p:sp>
        <p:nvSpPr>
          <p:cNvPr id="281" name="Google Shape;281;g370fc456c4b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11d298ec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11d298ec9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711d298ec9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f876ad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f876ad1a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 Page Home Page Home Page on the Boards tab → Recently viewed section, list all boards that the user has accessed recently.</a:t>
            </a:r>
            <a:endParaRPr dirty="0"/>
          </a:p>
        </p:txBody>
      </p:sp>
      <p:sp>
        <p:nvSpPr>
          <p:cNvPr id="307" name="Google Shape;307;g36f876ad1a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11d298ec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711d298ec9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711d298ec9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0f527ffb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0f527ffbd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14.Slide 13 Home Page on the Workspace page → Members section, list all members in the workspace along with their permission on roles.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15.Slide 13 Home Page on the Workspace page → Members section, count the total number of members in the selected workspace.</a:t>
            </a:r>
            <a:endParaRPr dirty="0"/>
          </a:p>
        </p:txBody>
      </p:sp>
      <p:sp>
        <p:nvSpPr>
          <p:cNvPr id="325" name="Google Shape;325;g370f527ffbd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0f527ffbd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70f527ffbd_3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16.Slide 14 Board Page on the Share Board pop-up, list all members in the board along with their permission on roles.</a:t>
            </a:r>
            <a:endParaRPr dirty="0"/>
          </a:p>
        </p:txBody>
      </p:sp>
      <p:sp>
        <p:nvSpPr>
          <p:cNvPr id="360" name="Google Shape;360;g370f527ffbd_3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70f527ffbd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70f527ffbd_3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17.Slide 15 Board Page on the Share Board pop-up, list all permission options can choose</a:t>
            </a:r>
            <a:endParaRPr dirty="0"/>
          </a:p>
        </p:txBody>
      </p:sp>
      <p:sp>
        <p:nvSpPr>
          <p:cNvPr id="377" name="Google Shape;377;g370f527ffbd_3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121c272f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121c272f6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7121c272f6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0f527ffbd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70f527ffbd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18.Slide 17 Home Page on the Workspace page → Settings section, list all workspace setting keys with the current user's selected values.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19.Slide 17 Home Page on the Workspace page → Settings section, list all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settingoption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of a specific workspace setting.</a:t>
            </a:r>
            <a:endParaRPr dirty="0"/>
          </a:p>
        </p:txBody>
      </p:sp>
      <p:sp>
        <p:nvSpPr>
          <p:cNvPr id="399" name="Google Shape;399;g370f527ffbd_1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11d298ec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11d298ec9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3711d298ec9_0_1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711d298ec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711d298ec9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20.Slide 19 Board Page on the Setting pop-up, list all board's setting key and user's choice of a specific user</a:t>
            </a:r>
            <a:endParaRPr dirty="0"/>
          </a:p>
        </p:txBody>
      </p:sp>
      <p:sp>
        <p:nvSpPr>
          <p:cNvPr id="434" name="Google Shape;434;g3711d298ec9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f82450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6f82450d7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36f82450d7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11d298e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711d298ec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21.Slide 21 Home Page on the Workspace page → Power-Ups section, list on power-ups of a specific workspace are using</a:t>
            </a:r>
            <a:endParaRPr dirty="0"/>
          </a:p>
        </p:txBody>
      </p:sp>
      <p:sp>
        <p:nvSpPr>
          <p:cNvPr id="457" name="Google Shape;457;g3711d298ec9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711d298ec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711d298ec9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22.Slide 22 Home Page on the Workspace page → Power-Ups section → click a specific power-ups, show information of a specific power-up</a:t>
            </a:r>
            <a:endParaRPr dirty="0"/>
          </a:p>
        </p:txBody>
      </p:sp>
      <p:sp>
        <p:nvSpPr>
          <p:cNvPr id="468" name="Google Shape;468;g3711d298ec9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11d298ec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711d298ec9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3711d298ec9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70f527ffbd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70f527ffbd_1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23.Slide 24 Home Page on the Workspace page → Upgrade section, list all available billing plans that the workspace can upgrade to.</a:t>
            </a:r>
            <a:endParaRPr dirty="0"/>
          </a:p>
        </p:txBody>
      </p:sp>
      <p:sp>
        <p:nvSpPr>
          <p:cNvPr id="495" name="Google Shape;495;g370f527ffbd_1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11d298ec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711d298ec9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14"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 Page on the Workspace page → Upgrade section, list all available billing plans that the workspace can upgrade to.</a:t>
            </a:r>
            <a:endParaRPr dirty="0"/>
          </a:p>
        </p:txBody>
      </p:sp>
      <p:sp>
        <p:nvSpPr>
          <p:cNvPr id="506" name="Google Shape;506;g3711d298ec9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7121c272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7121c272f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24.Slide 26.Home Page on the Workspace page → Billing section, show information of payment and billing</a:t>
            </a:r>
            <a:endParaRPr lang="en-US"/>
          </a:p>
        </p:txBody>
      </p:sp>
      <p:sp>
        <p:nvSpPr>
          <p:cNvPr id="529" name="Google Shape;529;g37121c272f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121c272f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7121c272f6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9" name="Google Shape;519;g37121c272f6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7121c272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7121c272f6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5" name="Google Shape;545;g37121c272f6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121c272f6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7121c272f6_2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37121c272f6_2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711d298ec9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711d298ec9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Slide 30. Home Page on the Workspace page → Export section, list all history exports of a selected workspace</a:t>
            </a:r>
            <a:endParaRPr dirty="0"/>
          </a:p>
        </p:txBody>
      </p:sp>
      <p:sp>
        <p:nvSpPr>
          <p:cNvPr id="562" name="Google Shape;562;g3711d298ec9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711d298e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711d298ec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711d298ec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f5cd5a2b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6f5cd5a2b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6f5cd5a2b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70f527ffbd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70f527ffbd_2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Slide 33.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a board → Board page, list all Stage in a selected board include Card</a:t>
            </a:r>
            <a:endParaRPr/>
          </a:p>
        </p:txBody>
      </p:sp>
      <p:sp>
        <p:nvSpPr>
          <p:cNvPr id="603" name="Google Shape;603;g370f527ffbd_2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6f5cd5a2ba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6f5cd5a2ba_2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27. Slide 34. Select a board → Board page → in a stage, show information of a stage</a:t>
            </a:r>
            <a:endParaRPr dirty="0"/>
          </a:p>
        </p:txBody>
      </p:sp>
      <p:sp>
        <p:nvSpPr>
          <p:cNvPr id="614" name="Google Shape;614;g36f5cd5a2ba_2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6f5cd5a2ba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6f5cd5a2ba_2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29. Slide 35.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a board → Board page → in a stage → select a card, show labels of a card</a:t>
            </a:r>
            <a:endParaRPr/>
          </a:p>
        </p:txBody>
      </p:sp>
      <p:sp>
        <p:nvSpPr>
          <p:cNvPr id="632" name="Google Shape;632;g36f5cd5a2ba_2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70f527ffbd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70f527ffbd_3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30. Slide 36. Select a board → Board page → in a stage → select a card, show activities in a specific card</a:t>
            </a:r>
            <a:endParaRPr dirty="0"/>
          </a:p>
        </p:txBody>
      </p:sp>
      <p:sp>
        <p:nvSpPr>
          <p:cNvPr id="655" name="Google Shape;655;g370f527ffbd_3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70f527ffbd_3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70f527ffbd_3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31. Slide 37. Select a board → Board page → in a stage → select a card → click on cover, show list of colors with icon can selected</a:t>
            </a:r>
            <a:endParaRPr dirty="0"/>
          </a:p>
        </p:txBody>
      </p:sp>
      <p:sp>
        <p:nvSpPr>
          <p:cNvPr id="669" name="Google Shape;669;g370f527ffbd_3_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6f5cd5a2ba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6f5cd5a2ba_2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32. Slide 38. Select a board → Board page → in a stage → select a card, show list of labels with color that card selected</a:t>
            </a:r>
            <a:endParaRPr dirty="0"/>
          </a:p>
        </p:txBody>
      </p:sp>
      <p:sp>
        <p:nvSpPr>
          <p:cNvPr id="689" name="Google Shape;689;g36f5cd5a2ba_2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711d298ec9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711d298ec9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g3711d298ec9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6f5cd5a2ba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6f5cd5a2ba_2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33. Slide 40. Select a board → Board page → in a stage → select a card → checklist section, checklist and its item in a specific card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34. Slide 40.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board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→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Board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page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→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stage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→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→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checklist section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 members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board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this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workspace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this board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assign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checklist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 item</a:t>
            </a:r>
            <a:endParaRPr dirty="0"/>
          </a:p>
        </p:txBody>
      </p:sp>
      <p:sp>
        <p:nvSpPr>
          <p:cNvPr id="711" name="Google Shape;711;g36f5cd5a2ba_2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711d298ec9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711d298ec9_0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g3711d298ec9_0_2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6f5cd5a2ba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6f5cd5a2ba_2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35. Slide 42. Select a board → Board page → in a stage → select a card → attachment section, show all attachment have LINK type in a specific card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36. Slide 42. Select a board → Board page → in a stage → select a card → attachment section, show all attachment have FILE type in a specific card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8" name="Google Shape;738;g36f5cd5a2ba_2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6f5cd5a2ba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6f5cd5a2ba_2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37. Slide 43. Select a board → Board page → in a stage → select a card → comment section, show all comment in a specific card(123)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38. Slide 43. Select a board → Board page → in a stage → select a card → comment section, show all reactions in a comment(104) of a specific card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39. Slide 43. Select a board → Board page → in a stage → select a card → comment section → show detail,  show all activities of a specific card.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51" name="Google Shape;751;g36f5cd5a2ba_2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711d298ec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711d298ec9_0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g3711d298ec9_0_2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6f5cd5a2ba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6f5cd5a2ba_2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40. Slide 45. Select a board → Board page → in a stage → select a card →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CustomField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section, show all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CustomField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and Selection of a specific card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41. Slide 45. Select a board → Board page → in a stage → select a card →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CustomField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section, show all options of a custom field with DROPDOWN type with Id = 13</a:t>
            </a:r>
            <a:endParaRPr dirty="0"/>
          </a:p>
        </p:txBody>
      </p:sp>
      <p:sp>
        <p:nvSpPr>
          <p:cNvPr id="787" name="Google Shape;787;g36f5cd5a2ba_2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711d298ec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711d298ec9_0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g3711d298ec9_0_2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711d298ec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711d298ec9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42. Slide 47. Select a board → Board page → Setting section → Click stickers, show list of sticker can select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43. Slide 47. Select a board → Board page → in a stage, show sticker in cover of a card</a:t>
            </a:r>
            <a:endParaRPr dirty="0"/>
          </a:p>
        </p:txBody>
      </p:sp>
      <p:sp>
        <p:nvSpPr>
          <p:cNvPr id="820" name="Google Shape;820;g3711d298ec9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6f876ad1a4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6f876ad1a4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g36f876ad1a4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6f5cd5a2ba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6f5cd5a2ba_2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44. Slide 49. Click notification icon, show all notification are unread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45. Slide 49. Click notification icon, show all notification are read</a:t>
            </a:r>
            <a:endParaRPr dirty="0"/>
          </a:p>
        </p:txBody>
      </p:sp>
      <p:sp>
        <p:nvSpPr>
          <p:cNvPr id="860" name="Google Shape;860;g36f5cd5a2ba_2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70f527ffbd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70f527ffbd_3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g370f527ffbd_3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6f876ad1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6f876ad1a4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g36f876ad1a4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6f5cd5a2ba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6f5cd5a2ba_2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45. Slide 52.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Click setting of a workspace → click board tab, show board and collection its belong with</a:t>
            </a:r>
            <a:endParaRPr/>
          </a:p>
        </p:txBody>
      </p:sp>
      <p:sp>
        <p:nvSpPr>
          <p:cNvPr id="880" name="Google Shape;880;g36f5cd5a2ba_2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6f876ad1a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6f876ad1a4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g36f876ad1a4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2" name="Google Shape;9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0" name="Google Shape;93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1" name="Google Shape;9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2" name="Google Shape;9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6" name="Google Shape;101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2" name="Google Shape;10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4" name="Google Shape;112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6" name="Google Shape;116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/ End">
  <p:cSld name="Intro / En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3"/>
          <p:cNvGrpSpPr/>
          <p:nvPr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18" name="Google Shape;18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customer logo">
  <p:cSld name="Title slide with customer log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" name="Google Shape;23;p2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3"/>
          </p:nvPr>
        </p:nvSpPr>
        <p:spPr>
          <a:xfrm>
            <a:off x="9169200" y="1962000"/>
            <a:ext cx="2592000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2">
          <p15:clr>
            <a:srgbClr val="FBAE40"/>
          </p15:clr>
        </p15:guide>
        <p15:guide id="2" pos="270">
          <p15:clr>
            <a:srgbClr val="FBAE40"/>
          </p15:clr>
        </p15:guide>
        <p15:guide id="3" pos="3839">
          <p15:clr>
            <a:srgbClr val="FBAE40"/>
          </p15:clr>
        </p15:guide>
        <p15:guide id="4" orient="horz" pos="4047">
          <p15:clr>
            <a:srgbClr val="FBAE40"/>
          </p15:clr>
        </p15:guide>
        <p15:guide id="5" orient="horz" pos="963">
          <p15:clr>
            <a:srgbClr val="FBAE40"/>
          </p15:clr>
        </p15:guide>
        <p15:guide id="6" pos="356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3 texts">
  <p:cSld name="Title, subtitle &amp; 3 tex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435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43516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5"/>
          </p:nvPr>
        </p:nvSpPr>
        <p:spPr>
          <a:xfrm>
            <a:off x="827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6"/>
          </p:nvPr>
        </p:nvSpPr>
        <p:spPr>
          <a:xfrm>
            <a:off x="82720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210">
          <p15:clr>
            <a:srgbClr val="FBAE40"/>
          </p15:clr>
        </p15:guide>
        <p15:guide id="8" pos="4940">
          <p15:clr>
            <a:srgbClr val="FBAE40"/>
          </p15:clr>
        </p15:guide>
        <p15:guide id="9" pos="2740">
          <p15:clr>
            <a:srgbClr val="FBAE40"/>
          </p15:clr>
        </p15:guide>
        <p15:guide id="10" pos="24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2 image">
  <p:cSld name="Title, subtitle &amp; text with 1/2 imag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432000" y="2160001"/>
            <a:ext cx="5232200" cy="426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32000" y="1530000"/>
            <a:ext cx="5232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3568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31999" y="1528763"/>
            <a:ext cx="11329200" cy="489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image">
  <p:cSld name="Title with imag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2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orient="horz" pos="6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">
  <p:cSld name="Title, subtitle &amp; text with 1/3 imag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">
  <p:cSld name="Title, subtitle &amp;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">
  <p:cSld name="Title, subtitle &amp; 2 tex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5447999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3974">
          <p15:clr>
            <a:srgbClr val="FBAE40"/>
          </p15:clr>
        </p15:guide>
        <p15:guide id="8" pos="37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33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title slide">
  <p:cSld name="Chapter 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" name="Google Shape;72;p3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4 image">
  <p:cSld name="Title, subtitle &amp; text with 1/4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8285287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82865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492">
          <p15:clr>
            <a:srgbClr val="FBAE40"/>
          </p15:clr>
        </p15:guide>
        <p15:guide id="8" pos="57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 + white space for logo">
  <p:cSld name="Title, subtitle &amp; text with 1/3 image + white space for log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4"/>
          </p:nvPr>
        </p:nvSpPr>
        <p:spPr>
          <a:xfrm>
            <a:off x="8581425" y="5131789"/>
            <a:ext cx="3178576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 with 1/4 image">
  <p:cSld name="Title, subtitle &amp; 2 texts with 1/4 imag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431998" y="2157413"/>
            <a:ext cx="3928356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3"/>
          </p:nvPr>
        </p:nvSpPr>
        <p:spPr>
          <a:xfrm>
            <a:off x="431998" y="1530000"/>
            <a:ext cx="39283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body" idx="4"/>
          </p:nvPr>
        </p:nvSpPr>
        <p:spPr>
          <a:xfrm>
            <a:off x="4792355" y="2157413"/>
            <a:ext cx="3924931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body" idx="5"/>
          </p:nvPr>
        </p:nvSpPr>
        <p:spPr>
          <a:xfrm>
            <a:off x="4792355" y="1530000"/>
            <a:ext cx="39249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5490">
          <p15:clr>
            <a:srgbClr val="FBAE40"/>
          </p15:clr>
        </p15:guide>
        <p15:guide id="7" pos="5760">
          <p15:clr>
            <a:srgbClr val="FBAE40"/>
          </p15:clr>
        </p15:guide>
        <p15:guide id="8" pos="3018">
          <p15:clr>
            <a:srgbClr val="FBAE40"/>
          </p15:clr>
        </p15:guide>
        <p15:guide id="9" pos="274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">
  <p:cSld name="Testimonial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body" idx="1"/>
          </p:nvPr>
        </p:nvSpPr>
        <p:spPr>
          <a:xfrm>
            <a:off x="6529187" y="1528763"/>
            <a:ext cx="5232602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body" idx="3"/>
          </p:nvPr>
        </p:nvSpPr>
        <p:spPr>
          <a:xfrm>
            <a:off x="864001" y="4365382"/>
            <a:ext cx="4798800" cy="2062406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288000" tIns="288000" rIns="288000" bIns="28800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body" idx="4"/>
          </p:nvPr>
        </p:nvSpPr>
        <p:spPr>
          <a:xfrm>
            <a:off x="864001" y="4238556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body" idx="5"/>
          </p:nvPr>
        </p:nvSpPr>
        <p:spPr>
          <a:xfrm rot="10800000">
            <a:off x="5374801" y="6292522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3">
          <p15:clr>
            <a:srgbClr val="FBAE40"/>
          </p15:clr>
        </p15:guide>
        <p15:guide id="3" pos="270">
          <p15:clr>
            <a:srgbClr val="FBAE40"/>
          </p15:clr>
        </p15:guide>
        <p15:guide id="4" orient="horz" pos="692">
          <p15:clr>
            <a:srgbClr val="FBAE40"/>
          </p15:clr>
        </p15:guide>
        <p15:guide id="5" orient="horz" pos="4049">
          <p15:clr>
            <a:srgbClr val="FBAE40"/>
          </p15:clr>
        </p15:guide>
        <p15:guide id="6" pos="7409">
          <p15:clr>
            <a:srgbClr val="FBAE40"/>
          </p15:clr>
        </p15:guide>
        <p15:guide id="7" pos="41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with image banner">
  <p:cSld name="Title &amp; text with image bann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431999" y="3475239"/>
            <a:ext cx="11329789" cy="295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6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218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 slide / full-screen">
  <p:cSld name="Mood slide / full-scree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5" name="Google Shape;105;p40"/>
          <p:cNvSpPr txBox="1">
            <a:spLocks noGrp="1"/>
          </p:cNvSpPr>
          <p:nvPr>
            <p:ph type="body" idx="1"/>
          </p:nvPr>
        </p:nvSpPr>
        <p:spPr>
          <a:xfrm>
            <a:off x="432000" y="1098000"/>
            <a:ext cx="8640000" cy="1487991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432000" tIns="432000" rIns="432000" bIns="432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body" idx="3"/>
          </p:nvPr>
        </p:nvSpPr>
        <p:spPr>
          <a:xfrm>
            <a:off x="10841432" y="172618"/>
            <a:ext cx="1350568" cy="68436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571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2x">
  <p:cSld name="Participant 2x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26136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2"/>
          </p:nvPr>
        </p:nvSpPr>
        <p:spPr>
          <a:xfrm>
            <a:off x="632298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3"/>
          </p:nvPr>
        </p:nvSpPr>
        <p:spPr>
          <a:xfrm>
            <a:off x="326136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4"/>
          </p:nvPr>
        </p:nvSpPr>
        <p:spPr>
          <a:xfrm>
            <a:off x="632298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>
            <a:spLocks noGrp="1"/>
          </p:cNvSpPr>
          <p:nvPr>
            <p:ph type="pic" idx="5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41"/>
          <p:cNvSpPr>
            <a:spLocks noGrp="1"/>
          </p:cNvSpPr>
          <p:nvPr>
            <p:ph type="pic" idx="6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" name="Google Shape;114;p4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3x">
  <p:cSld name="Participant 3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>
            <a:spLocks noGrp="1"/>
          </p:cNvSpPr>
          <p:nvPr>
            <p:ph type="pic" idx="2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42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body" idx="3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4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5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2"/>
          <p:cNvSpPr>
            <a:spLocks noGrp="1"/>
          </p:cNvSpPr>
          <p:nvPr>
            <p:ph type="pic" idx="6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2" name="Google Shape;122;p42"/>
          <p:cNvSpPr>
            <a:spLocks noGrp="1"/>
          </p:cNvSpPr>
          <p:nvPr>
            <p:ph type="pic" idx="7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42"/>
          <p:cNvSpPr txBox="1">
            <a:spLocks noGrp="1"/>
          </p:cNvSpPr>
          <p:nvPr>
            <p:ph type="body" idx="8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9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4x">
  <p:cSld name="Participant 4x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>
            <a:spLocks noGrp="1"/>
          </p:cNvSpPr>
          <p:nvPr>
            <p:ph type="pic" idx="2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8" name="Google Shape;128;p43"/>
          <p:cNvSpPr>
            <a:spLocks noGrp="1"/>
          </p:cNvSpPr>
          <p:nvPr>
            <p:ph type="pic" idx="3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9" name="Google Shape;129;p43"/>
          <p:cNvSpPr>
            <a:spLocks noGrp="1"/>
          </p:cNvSpPr>
          <p:nvPr>
            <p:ph type="pic" idx="4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body" idx="5"/>
          </p:nvPr>
        </p:nvSpPr>
        <p:spPr>
          <a:xfrm>
            <a:off x="335822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body" idx="7"/>
          </p:nvPr>
        </p:nvSpPr>
        <p:spPr>
          <a:xfrm>
            <a:off x="335822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8"/>
          </p:nvPr>
        </p:nvSpPr>
        <p:spPr>
          <a:xfrm>
            <a:off x="6250847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body" idx="9"/>
          </p:nvPr>
        </p:nvSpPr>
        <p:spPr>
          <a:xfrm>
            <a:off x="6250847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>
            <a:spLocks noGrp="1"/>
          </p:cNvSpPr>
          <p:nvPr>
            <p:ph type="pic" idx="13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43"/>
          <p:cNvSpPr txBox="1">
            <a:spLocks noGrp="1"/>
          </p:cNvSpPr>
          <p:nvPr>
            <p:ph type="body" idx="14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3"/>
          <p:cNvSpPr txBox="1">
            <a:spLocks noGrp="1"/>
          </p:cNvSpPr>
          <p:nvPr>
            <p:ph type="body" idx="15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5x">
  <p:cSld name="Participant 5x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>
            <a:spLocks noGrp="1"/>
          </p:cNvSpPr>
          <p:nvPr>
            <p:ph type="pic" idx="2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2" name="Google Shape;142;p44"/>
          <p:cNvSpPr>
            <a:spLocks noGrp="1"/>
          </p:cNvSpPr>
          <p:nvPr>
            <p:ph type="pic" idx="3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" name="Google Shape;143;p44"/>
          <p:cNvSpPr>
            <a:spLocks noGrp="1"/>
          </p:cNvSpPr>
          <p:nvPr>
            <p:ph type="pic" idx="4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44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body" idx="5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7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>
            <a:spLocks noGrp="1"/>
          </p:cNvSpPr>
          <p:nvPr>
            <p:ph type="pic" idx="8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9" name="Google Shape;149;p44"/>
          <p:cNvSpPr>
            <a:spLocks noGrp="1"/>
          </p:cNvSpPr>
          <p:nvPr>
            <p:ph type="pic" idx="9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44"/>
          <p:cNvSpPr txBox="1">
            <a:spLocks noGrp="1"/>
          </p:cNvSpPr>
          <p:nvPr>
            <p:ph type="body" idx="13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4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15"/>
          </p:nvPr>
        </p:nvSpPr>
        <p:spPr>
          <a:xfrm>
            <a:off x="26532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16"/>
          </p:nvPr>
        </p:nvSpPr>
        <p:spPr>
          <a:xfrm>
            <a:off x="26532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17"/>
          </p:nvPr>
        </p:nvSpPr>
        <p:spPr>
          <a:xfrm>
            <a:off x="69545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18"/>
          </p:nvPr>
        </p:nvSpPr>
        <p:spPr>
          <a:xfrm>
            <a:off x="69545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1)">
  <p:cSld name="Contact slide (1)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59" name="Google Shape;159;p45"/>
          <p:cNvSpPr txBox="1">
            <a:spLocks noGrp="1"/>
          </p:cNvSpPr>
          <p:nvPr>
            <p:ph type="body" idx="1"/>
          </p:nvPr>
        </p:nvSpPr>
        <p:spPr>
          <a:xfrm>
            <a:off x="3455998" y="2016000"/>
            <a:ext cx="5255944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body" idx="3"/>
          </p:nvPr>
        </p:nvSpPr>
        <p:spPr>
          <a:xfrm>
            <a:off x="3455998" y="1520825"/>
            <a:ext cx="52559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5"/>
          <p:cNvSpPr>
            <a:spLocks noGrp="1"/>
          </p:cNvSpPr>
          <p:nvPr>
            <p:ph type="pic" idx="4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2" name="Google Shape;162;p45"/>
          <p:cNvSpPr txBox="1">
            <a:spLocks noGrp="1"/>
          </p:cNvSpPr>
          <p:nvPr>
            <p:ph type="body" idx="5"/>
          </p:nvPr>
        </p:nvSpPr>
        <p:spPr>
          <a:xfrm>
            <a:off x="3455998" y="2847527"/>
            <a:ext cx="5255944" cy="11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5"/>
          <p:cNvSpPr txBox="1">
            <a:spLocks noGrp="1"/>
          </p:cNvSpPr>
          <p:nvPr>
            <p:ph type="body" idx="6"/>
          </p:nvPr>
        </p:nvSpPr>
        <p:spPr>
          <a:xfrm>
            <a:off x="3455998" y="4535936"/>
            <a:ext cx="5255944" cy="189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2)">
  <p:cSld name="Contact slide (2)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67" name="Google Shape;167;p46"/>
          <p:cNvSpPr txBox="1">
            <a:spLocks noGrp="1"/>
          </p:cNvSpPr>
          <p:nvPr>
            <p:ph type="body" idx="1"/>
          </p:nvPr>
        </p:nvSpPr>
        <p:spPr>
          <a:xfrm>
            <a:off x="4344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body" idx="3"/>
          </p:nvPr>
        </p:nvSpPr>
        <p:spPr>
          <a:xfrm>
            <a:off x="47916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6"/>
          <p:cNvSpPr txBox="1">
            <a:spLocks noGrp="1"/>
          </p:cNvSpPr>
          <p:nvPr>
            <p:ph type="body" idx="4"/>
          </p:nvPr>
        </p:nvSpPr>
        <p:spPr>
          <a:xfrm>
            <a:off x="4344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body" idx="5"/>
          </p:nvPr>
        </p:nvSpPr>
        <p:spPr>
          <a:xfrm>
            <a:off x="432000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>
            <a:spLocks noGrp="1"/>
          </p:cNvSpPr>
          <p:nvPr>
            <p:ph type="pic" idx="6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2" name="Google Shape;172;p46"/>
          <p:cNvSpPr>
            <a:spLocks noGrp="1"/>
          </p:cNvSpPr>
          <p:nvPr>
            <p:ph type="pic" idx="7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3" name="Google Shape;173;p46"/>
          <p:cNvSpPr txBox="1">
            <a:spLocks noGrp="1"/>
          </p:cNvSpPr>
          <p:nvPr>
            <p:ph type="body" idx="8"/>
          </p:nvPr>
        </p:nvSpPr>
        <p:spPr>
          <a:xfrm>
            <a:off x="47916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body" idx="9"/>
          </p:nvPr>
        </p:nvSpPr>
        <p:spPr>
          <a:xfrm>
            <a:off x="4791658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4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3)">
  <p:cSld name="Contact slide (3)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43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435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431999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431999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7"/>
          <p:cNvSpPr>
            <a:spLocks noGrp="1"/>
          </p:cNvSpPr>
          <p:nvPr>
            <p:ph type="pic" idx="5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2" name="Google Shape;182;p47"/>
          <p:cNvSpPr>
            <a:spLocks noGrp="1"/>
          </p:cNvSpPr>
          <p:nvPr>
            <p:ph type="pic" idx="6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47"/>
          <p:cNvSpPr txBox="1">
            <a:spLocks noGrp="1"/>
          </p:cNvSpPr>
          <p:nvPr>
            <p:ph type="body" idx="7"/>
          </p:nvPr>
        </p:nvSpPr>
        <p:spPr>
          <a:xfrm>
            <a:off x="4356100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8"/>
          </p:nvPr>
        </p:nvSpPr>
        <p:spPr>
          <a:xfrm>
            <a:off x="4356100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body" idx="9"/>
          </p:nvPr>
        </p:nvSpPr>
        <p:spPr>
          <a:xfrm>
            <a:off x="8278813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47"/>
          <p:cNvSpPr>
            <a:spLocks noGrp="1"/>
          </p:cNvSpPr>
          <p:nvPr>
            <p:ph type="pic" idx="13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7" name="Google Shape;187;p47"/>
          <p:cNvSpPr txBox="1">
            <a:spLocks noGrp="1"/>
          </p:cNvSpPr>
          <p:nvPr>
            <p:ph type="body" idx="14"/>
          </p:nvPr>
        </p:nvSpPr>
        <p:spPr>
          <a:xfrm>
            <a:off x="8278813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body" idx="15"/>
          </p:nvPr>
        </p:nvSpPr>
        <p:spPr>
          <a:xfrm>
            <a:off x="8278813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ftr" idx="11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ldNum" idx="12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2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21614" y="352800"/>
            <a:ext cx="738385" cy="32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1.jp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hyperlink" Target="about:blank" TargetMode="External"/><Relationship Id="rId9" Type="http://schemas.openxmlformats.org/officeDocument/2006/relationships/image" Target="../media/image8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1.jp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bbv Software Services AG  |  21/07/2025</a:t>
            </a:r>
            <a:endParaRPr/>
          </a:p>
        </p:txBody>
      </p:sp>
      <p:sp>
        <p:nvSpPr>
          <p:cNvPr id="201" name="Google Shape;201;p2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n-GB"/>
              <a:t>MAIN FUNCTIONALITY IN THE TRELLO SYSTEM</a:t>
            </a:r>
            <a:endParaRPr/>
          </a:p>
        </p:txBody>
      </p:sp>
      <p:sp>
        <p:nvSpPr>
          <p:cNvPr id="202" name="Google Shape;202;p2"/>
          <p:cNvSpPr txBox="1">
            <a:spLocks noGrp="1"/>
          </p:cNvSpPr>
          <p:nvPr>
            <p:ph type="body" idx="3"/>
          </p:nvPr>
        </p:nvSpPr>
        <p:spPr>
          <a:xfrm>
            <a:off x="9169200" y="1962000"/>
            <a:ext cx="2592000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endParaRPr/>
          </a:p>
        </p:txBody>
      </p:sp>
      <p:grpSp>
        <p:nvGrpSpPr>
          <p:cNvPr id="203" name="Google Shape;203;p2"/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204" name="Google Shape;204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5" name="Google Shape;205;p2"/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206" name="Google Shape;206;p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" name="Google Shape;207;p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08" name="Google Shape;208;p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 l="-2536" r="30072"/>
          <a:stretch/>
        </p:blipFill>
        <p:spPr>
          <a:xfrm>
            <a:off x="0" y="1098000"/>
            <a:ext cx="117612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25475" lvl="0" indent="-625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Font typeface="Arial"/>
              <a:buAutoNum type="arabicPeriod"/>
            </a:pPr>
            <a:r>
              <a:rPr lang="en-GB"/>
              <a:t>Introduction to Functionality</a:t>
            </a:r>
            <a:endParaRPr/>
          </a:p>
          <a:p>
            <a:pPr marL="625475" lvl="0" indent="-625475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</a:pPr>
            <a:r>
              <a:rPr lang="en-GB"/>
              <a:t>UI in the Trello System</a:t>
            </a:r>
            <a:endParaRPr/>
          </a:p>
          <a:p>
            <a:pPr marL="625475" lvl="0" indent="-625475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AutoNum type="arabicPeriod"/>
            </a:pPr>
            <a:r>
              <a:rPr lang="en-GB"/>
              <a:t>Entities in Trello System</a:t>
            </a:r>
            <a:endParaRPr/>
          </a:p>
          <a:p>
            <a:pPr marL="625475" lvl="0" indent="-625475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AutoNum type="arabicPeriod"/>
            </a:pPr>
            <a:r>
              <a:rPr lang="en-GB"/>
              <a:t>Q&amp;A</a:t>
            </a:r>
            <a:endParaRPr/>
          </a:p>
        </p:txBody>
      </p:sp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Agenda</a:t>
            </a:r>
            <a:endParaRPr/>
          </a:p>
        </p:txBody>
      </p:sp>
      <p:pic>
        <p:nvPicPr>
          <p:cNvPr id="216" name="Google Shape;216;p3" descr="Trello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91" t="-12991" r="1691" b="-12991"/>
          <a:stretch/>
        </p:blipFill>
        <p:spPr>
          <a:xfrm>
            <a:off x="5662625" y="878175"/>
            <a:ext cx="6096000" cy="575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48DF667-4DC1-4B69-B7F0-17508A5E7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8" y="1098000"/>
            <a:ext cx="11329789" cy="5369976"/>
          </a:xfrm>
          <a:prstGeom prst="rect">
            <a:avLst/>
          </a:prstGeom>
        </p:spPr>
      </p:pic>
      <p:sp>
        <p:nvSpPr>
          <p:cNvPr id="222" name="Google Shape;222;g370fc456c4b_0_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BOARDS TAB IN TRELLO SYSTEM</a:t>
            </a:r>
            <a:endParaRPr/>
          </a:p>
        </p:txBody>
      </p:sp>
      <p:sp>
        <p:nvSpPr>
          <p:cNvPr id="225" name="Google Shape;225;g370fc456c4b_0_4"/>
          <p:cNvSpPr txBox="1"/>
          <p:nvPr/>
        </p:nvSpPr>
        <p:spPr>
          <a:xfrm>
            <a:off x="5423625" y="1098550"/>
            <a:ext cx="810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Board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26" name="Google Shape;226;g370fc456c4b_0_4"/>
          <p:cNvSpPr txBox="1"/>
          <p:nvPr/>
        </p:nvSpPr>
        <p:spPr>
          <a:xfrm>
            <a:off x="1843504" y="5484970"/>
            <a:ext cx="1327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Workspace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27" name="Google Shape;227;g370fc456c4b_0_4"/>
          <p:cNvSpPr/>
          <p:nvPr/>
        </p:nvSpPr>
        <p:spPr>
          <a:xfrm>
            <a:off x="3944560" y="2707485"/>
            <a:ext cx="1857724" cy="1258252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28" name="Google Shape;228;g370fc456c4b_0_4"/>
          <p:cNvCxnSpPr>
            <a:cxnSpLocks/>
            <a:stCxn id="225" idx="1"/>
          </p:cNvCxnSpPr>
          <p:nvPr/>
        </p:nvCxnSpPr>
        <p:spPr>
          <a:xfrm flipH="1">
            <a:off x="4838007" y="1317700"/>
            <a:ext cx="585618" cy="1389785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g370fc456c4b_0_4"/>
          <p:cNvCxnSpPr>
            <a:cxnSpLocks/>
            <a:stCxn id="232" idx="1"/>
            <a:endCxn id="226" idx="3"/>
          </p:cNvCxnSpPr>
          <p:nvPr/>
        </p:nvCxnSpPr>
        <p:spPr>
          <a:xfrm flipH="1">
            <a:off x="3171304" y="5419122"/>
            <a:ext cx="694506" cy="284998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g370fc456c4b_0_4"/>
          <p:cNvSpPr/>
          <p:nvPr/>
        </p:nvSpPr>
        <p:spPr>
          <a:xfrm>
            <a:off x="3865810" y="5136372"/>
            <a:ext cx="1434000" cy="5655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33" name="Google Shape;233;g370fc456c4b_0_4"/>
          <p:cNvSpPr/>
          <p:nvPr/>
        </p:nvSpPr>
        <p:spPr>
          <a:xfrm>
            <a:off x="509544" y="4226495"/>
            <a:ext cx="2359161" cy="379625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34" name="Google Shape;234;g370fc456c4b_0_4"/>
          <p:cNvCxnSpPr>
            <a:cxnSpLocks/>
            <a:stCxn id="226" idx="0"/>
            <a:endCxn id="233" idx="2"/>
          </p:cNvCxnSpPr>
          <p:nvPr/>
        </p:nvCxnSpPr>
        <p:spPr>
          <a:xfrm flipH="1" flipV="1">
            <a:off x="1689125" y="4606120"/>
            <a:ext cx="818279" cy="87885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f5cd5a2ba_1_8"/>
          <p:cNvSpPr txBox="1">
            <a:spLocks noGrp="1"/>
          </p:cNvSpPr>
          <p:nvPr>
            <p:ph type="title"/>
          </p:nvPr>
        </p:nvSpPr>
        <p:spPr>
          <a:xfrm>
            <a:off x="428625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TEMPLATE TAB IN TRELLO SYSTEM</a:t>
            </a:r>
            <a:endParaRPr dirty="0"/>
          </a:p>
        </p:txBody>
      </p:sp>
      <p:sp>
        <p:nvSpPr>
          <p:cNvPr id="241" name="Google Shape;241;g36f5cd5a2ba_1_8"/>
          <p:cNvSpPr txBox="1">
            <a:spLocks noGrp="1"/>
          </p:cNvSpPr>
          <p:nvPr>
            <p:ph type="body" idx="1"/>
          </p:nvPr>
        </p:nvSpPr>
        <p:spPr>
          <a:xfrm>
            <a:off x="903500" y="1273625"/>
            <a:ext cx="96513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42" name="Google Shape;242;g36f5cd5a2ba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74" y="1107976"/>
            <a:ext cx="11295414" cy="575002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6f5cd5a2ba_1_8"/>
          <p:cNvSpPr txBox="1"/>
          <p:nvPr/>
        </p:nvSpPr>
        <p:spPr>
          <a:xfrm>
            <a:off x="1635970" y="1093887"/>
            <a:ext cx="2119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5AD33"/>
                </a:solidFill>
              </a:rPr>
              <a:t>TemplateCategory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44" name="Google Shape;244;g36f5cd5a2ba_1_8"/>
          <p:cNvSpPr txBox="1"/>
          <p:nvPr/>
        </p:nvSpPr>
        <p:spPr>
          <a:xfrm>
            <a:off x="6508525" y="3149525"/>
            <a:ext cx="1300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245" name="Google Shape;245;g36f5cd5a2ba_1_8"/>
          <p:cNvSpPr/>
          <p:nvPr/>
        </p:nvSpPr>
        <p:spPr>
          <a:xfrm>
            <a:off x="3408247" y="1973328"/>
            <a:ext cx="1032470" cy="1226125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46" name="Google Shape;246;g36f5cd5a2ba_1_8"/>
          <p:cNvCxnSpPr>
            <a:stCxn id="243" idx="2"/>
            <a:endCxn id="247" idx="0"/>
          </p:cNvCxnSpPr>
          <p:nvPr/>
        </p:nvCxnSpPr>
        <p:spPr>
          <a:xfrm flipH="1">
            <a:off x="1663400" y="1532187"/>
            <a:ext cx="1032470" cy="502050"/>
          </a:xfrm>
          <a:prstGeom prst="straightConnector1">
            <a:avLst/>
          </a:prstGeom>
          <a:noFill/>
          <a:ln w="31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g36f5cd5a2ba_1_8"/>
          <p:cNvCxnSpPr/>
          <p:nvPr/>
        </p:nvCxnSpPr>
        <p:spPr>
          <a:xfrm flipH="1">
            <a:off x="5654975" y="3547250"/>
            <a:ext cx="1048800" cy="2262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g36f5cd5a2ba_1_8"/>
          <p:cNvSpPr/>
          <p:nvPr/>
        </p:nvSpPr>
        <p:spPr>
          <a:xfrm>
            <a:off x="3408247" y="3976656"/>
            <a:ext cx="2604379" cy="2616918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50" name="Google Shape;250;g36f5cd5a2ba_1_8"/>
          <p:cNvCxnSpPr>
            <a:cxnSpLocks/>
          </p:cNvCxnSpPr>
          <p:nvPr/>
        </p:nvCxnSpPr>
        <p:spPr>
          <a:xfrm>
            <a:off x="6950525" y="3557525"/>
            <a:ext cx="447802" cy="386781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g36f5cd5a2ba_1_8"/>
          <p:cNvSpPr/>
          <p:nvPr/>
        </p:nvSpPr>
        <p:spPr>
          <a:xfrm>
            <a:off x="6179374" y="3976656"/>
            <a:ext cx="2548989" cy="2848993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247" name="Google Shape;247;g36f5cd5a2ba_1_8"/>
          <p:cNvSpPr/>
          <p:nvPr/>
        </p:nvSpPr>
        <p:spPr>
          <a:xfrm>
            <a:off x="903500" y="2034237"/>
            <a:ext cx="1519800" cy="3153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52" name="Google Shape;252;g36f5cd5a2ba_1_8"/>
          <p:cNvCxnSpPr>
            <a:cxnSpLocks/>
            <a:endCxn id="245" idx="0"/>
          </p:cNvCxnSpPr>
          <p:nvPr/>
        </p:nvCxnSpPr>
        <p:spPr>
          <a:xfrm>
            <a:off x="3173718" y="1539941"/>
            <a:ext cx="750764" cy="433387"/>
          </a:xfrm>
          <a:prstGeom prst="straightConnector1">
            <a:avLst/>
          </a:prstGeom>
          <a:noFill/>
          <a:ln w="31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f5cd5a2ba_0_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IN TRELLO SYSTEM</a:t>
            </a:r>
            <a:endParaRPr/>
          </a:p>
        </p:txBody>
      </p:sp>
      <p:sp>
        <p:nvSpPr>
          <p:cNvPr id="259" name="Google Shape;259;g36f5cd5a2ba_0_22"/>
          <p:cNvSpPr txBox="1">
            <a:spLocks noGrp="1"/>
          </p:cNvSpPr>
          <p:nvPr>
            <p:ph type="body" idx="1"/>
          </p:nvPr>
        </p:nvSpPr>
        <p:spPr>
          <a:xfrm>
            <a:off x="903500" y="1273625"/>
            <a:ext cx="96513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60" name="Google Shape;260;g36f5cd5a2ba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500" y="1273625"/>
            <a:ext cx="9651301" cy="512375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6f5cd5a2ba_0_22"/>
          <p:cNvSpPr txBox="1"/>
          <p:nvPr/>
        </p:nvSpPr>
        <p:spPr>
          <a:xfrm>
            <a:off x="6719025" y="1309625"/>
            <a:ext cx="810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g36f5cd5a2ba_0_22"/>
          <p:cNvSpPr/>
          <p:nvPr/>
        </p:nvSpPr>
        <p:spPr>
          <a:xfrm>
            <a:off x="7639450" y="2001750"/>
            <a:ext cx="2786400" cy="433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63" name="Google Shape;263;g36f5cd5a2ba_0_22"/>
          <p:cNvCxnSpPr>
            <a:endCxn id="261" idx="2"/>
          </p:cNvCxnSpPr>
          <p:nvPr/>
        </p:nvCxnSpPr>
        <p:spPr>
          <a:xfrm rot="10800000">
            <a:off x="7124175" y="1747925"/>
            <a:ext cx="484500" cy="873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g36f5cd5a2ba_0_22"/>
          <p:cNvSpPr txBox="1"/>
          <p:nvPr/>
        </p:nvSpPr>
        <p:spPr>
          <a:xfrm>
            <a:off x="5403275" y="1309625"/>
            <a:ext cx="1300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265" name="Google Shape;265;g36f5cd5a2ba_0_22"/>
          <p:cNvCxnSpPr/>
          <p:nvPr/>
        </p:nvCxnSpPr>
        <p:spPr>
          <a:xfrm flipH="1">
            <a:off x="4801625" y="1614250"/>
            <a:ext cx="904800" cy="740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g36f5cd5a2ba_0_22"/>
          <p:cNvSpPr/>
          <p:nvPr/>
        </p:nvSpPr>
        <p:spPr>
          <a:xfrm>
            <a:off x="1131025" y="1391325"/>
            <a:ext cx="3660300" cy="43320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f5cd5a2ba_0_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HOME TAB IN TRELLO SYSTEM</a:t>
            </a:r>
            <a:endParaRPr dirty="0"/>
          </a:p>
        </p:txBody>
      </p:sp>
      <p:sp>
        <p:nvSpPr>
          <p:cNvPr id="259" name="Google Shape;259;g36f5cd5a2ba_0_22"/>
          <p:cNvSpPr txBox="1">
            <a:spLocks noGrp="1"/>
          </p:cNvSpPr>
          <p:nvPr>
            <p:ph type="body" idx="1"/>
          </p:nvPr>
        </p:nvSpPr>
        <p:spPr>
          <a:xfrm>
            <a:off x="903500" y="1273625"/>
            <a:ext cx="96513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261" name="Google Shape;261;g36f5cd5a2ba_0_22"/>
          <p:cNvSpPr txBox="1"/>
          <p:nvPr/>
        </p:nvSpPr>
        <p:spPr>
          <a:xfrm>
            <a:off x="6719025" y="1309625"/>
            <a:ext cx="810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g36f5cd5a2ba_0_22"/>
          <p:cNvSpPr/>
          <p:nvPr/>
        </p:nvSpPr>
        <p:spPr>
          <a:xfrm>
            <a:off x="7639450" y="2001750"/>
            <a:ext cx="2786400" cy="433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63" name="Google Shape;263;g36f5cd5a2ba_0_22"/>
          <p:cNvCxnSpPr>
            <a:endCxn id="261" idx="2"/>
          </p:cNvCxnSpPr>
          <p:nvPr/>
        </p:nvCxnSpPr>
        <p:spPr>
          <a:xfrm rot="10800000">
            <a:off x="7124175" y="1747925"/>
            <a:ext cx="484500" cy="873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g36f5cd5a2ba_0_22"/>
          <p:cNvSpPr txBox="1"/>
          <p:nvPr/>
        </p:nvSpPr>
        <p:spPr>
          <a:xfrm>
            <a:off x="5403275" y="1309625"/>
            <a:ext cx="1300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265" name="Google Shape;265;g36f5cd5a2ba_0_22"/>
          <p:cNvCxnSpPr/>
          <p:nvPr/>
        </p:nvCxnSpPr>
        <p:spPr>
          <a:xfrm flipH="1">
            <a:off x="4801625" y="1614250"/>
            <a:ext cx="904800" cy="740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g36f5cd5a2ba_0_22"/>
          <p:cNvSpPr/>
          <p:nvPr/>
        </p:nvSpPr>
        <p:spPr>
          <a:xfrm>
            <a:off x="1131025" y="1391325"/>
            <a:ext cx="3660300" cy="43320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FA598-5A7A-327B-CB0A-A2E1406F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4" y="1098549"/>
            <a:ext cx="10126175" cy="10126175"/>
          </a:xfrm>
          <a:prstGeom prst="rect">
            <a:avLst/>
          </a:prstGeom>
        </p:spPr>
      </p:pic>
      <p:sp>
        <p:nvSpPr>
          <p:cNvPr id="6" name="Google Shape;264;g36f5cd5a2ba_0_22">
            <a:extLst>
              <a:ext uri="{FF2B5EF4-FFF2-40B4-BE49-F238E27FC236}">
                <a16:creationId xmlns:a16="http://schemas.microsoft.com/office/drawing/2014/main" id="{9AB64742-8E94-E916-E8A5-E44EBF851883}"/>
              </a:ext>
            </a:extLst>
          </p:cNvPr>
          <p:cNvSpPr txBox="1"/>
          <p:nvPr/>
        </p:nvSpPr>
        <p:spPr>
          <a:xfrm>
            <a:off x="1855746" y="2521119"/>
            <a:ext cx="1748437" cy="30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5AD33"/>
                </a:solidFill>
              </a:rPr>
              <a:t>CheckListItem</a:t>
            </a:r>
            <a:endParaRPr sz="1800" dirty="0">
              <a:solidFill>
                <a:srgbClr val="F5AD33"/>
              </a:solidFill>
            </a:endParaRPr>
          </a:p>
        </p:txBody>
      </p:sp>
      <p:cxnSp>
        <p:nvCxnSpPr>
          <p:cNvPr id="7" name="Google Shape;265;g36f5cd5a2ba_0_22">
            <a:extLst>
              <a:ext uri="{FF2B5EF4-FFF2-40B4-BE49-F238E27FC236}">
                <a16:creationId xmlns:a16="http://schemas.microsoft.com/office/drawing/2014/main" id="{EB67FFC9-A4EB-BA3A-C853-2BDFD465E36F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3604183" y="2157413"/>
            <a:ext cx="728743" cy="518338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266;g36f5cd5a2ba_0_22">
            <a:extLst>
              <a:ext uri="{FF2B5EF4-FFF2-40B4-BE49-F238E27FC236}">
                <a16:creationId xmlns:a16="http://schemas.microsoft.com/office/drawing/2014/main" id="{EA552069-B3B4-A5F7-30AE-3C6A7DA658D8}"/>
              </a:ext>
            </a:extLst>
          </p:cNvPr>
          <p:cNvSpPr/>
          <p:nvPr/>
        </p:nvSpPr>
        <p:spPr>
          <a:xfrm>
            <a:off x="4332926" y="1554912"/>
            <a:ext cx="5522273" cy="602501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13" name="Google Shape;266;g36f5cd5a2ba_0_22">
            <a:extLst>
              <a:ext uri="{FF2B5EF4-FFF2-40B4-BE49-F238E27FC236}">
                <a16:creationId xmlns:a16="http://schemas.microsoft.com/office/drawing/2014/main" id="{72321330-07E9-E97A-4FD3-3E492674F18E}"/>
              </a:ext>
            </a:extLst>
          </p:cNvPr>
          <p:cNvSpPr/>
          <p:nvPr/>
        </p:nvSpPr>
        <p:spPr>
          <a:xfrm>
            <a:off x="4363039" y="3591549"/>
            <a:ext cx="5376048" cy="3189039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15" name="Google Shape;265;g36f5cd5a2ba_0_22">
            <a:extLst>
              <a:ext uri="{FF2B5EF4-FFF2-40B4-BE49-F238E27FC236}">
                <a16:creationId xmlns:a16="http://schemas.microsoft.com/office/drawing/2014/main" id="{A61B18BC-8291-A5DF-2D5B-09294B2F786D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3091542" y="5435468"/>
            <a:ext cx="1271496" cy="72134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264;g36f5cd5a2ba_0_22">
            <a:extLst>
              <a:ext uri="{FF2B5EF4-FFF2-40B4-BE49-F238E27FC236}">
                <a16:creationId xmlns:a16="http://schemas.microsoft.com/office/drawing/2014/main" id="{8E3F3F0B-CDDC-9D0E-1B6F-AC5E735BE4B1}"/>
              </a:ext>
            </a:extLst>
          </p:cNvPr>
          <p:cNvSpPr txBox="1"/>
          <p:nvPr/>
        </p:nvSpPr>
        <p:spPr>
          <a:xfrm>
            <a:off x="2086955" y="5291879"/>
            <a:ext cx="1004587" cy="431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54388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f5cd5a2ba_1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WORKSPACE IN TRELLO SYSTEM</a:t>
            </a:r>
            <a:endParaRPr/>
          </a:p>
        </p:txBody>
      </p:sp>
      <p:sp>
        <p:nvSpPr>
          <p:cNvPr id="273" name="Google Shape;273;g36f5cd5a2ba_1_0"/>
          <p:cNvSpPr txBox="1">
            <a:spLocks noGrp="1"/>
          </p:cNvSpPr>
          <p:nvPr>
            <p:ph type="body" idx="1"/>
          </p:nvPr>
        </p:nvSpPr>
        <p:spPr>
          <a:xfrm>
            <a:off x="1524950" y="1273625"/>
            <a:ext cx="9142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74" name="Google Shape;274;g36f5cd5a2b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949" y="1273625"/>
            <a:ext cx="9142101" cy="51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6f5cd5a2ba_1_0"/>
          <p:cNvSpPr txBox="1"/>
          <p:nvPr/>
        </p:nvSpPr>
        <p:spPr>
          <a:xfrm>
            <a:off x="7295325" y="1528775"/>
            <a:ext cx="146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39800"/>
                </a:solidFill>
              </a:rPr>
              <a:t>Workspace Information</a:t>
            </a:r>
            <a:endParaRPr sz="1800">
              <a:solidFill>
                <a:srgbClr val="F39800"/>
              </a:solidFill>
            </a:endParaRPr>
          </a:p>
        </p:txBody>
      </p:sp>
      <p:sp>
        <p:nvSpPr>
          <p:cNvPr id="276" name="Google Shape;276;g36f5cd5a2ba_1_0"/>
          <p:cNvSpPr/>
          <p:nvPr/>
        </p:nvSpPr>
        <p:spPr>
          <a:xfrm>
            <a:off x="1619625" y="2282601"/>
            <a:ext cx="3654900" cy="34548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77" name="Google Shape;277;g36f5cd5a2ba_1_0"/>
          <p:cNvCxnSpPr>
            <a:endCxn id="275" idx="1"/>
          </p:cNvCxnSpPr>
          <p:nvPr/>
        </p:nvCxnSpPr>
        <p:spPr>
          <a:xfrm rot="10800000" flipH="1">
            <a:off x="5280525" y="1898225"/>
            <a:ext cx="2014800" cy="2883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70fc456c4b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350" y="1189600"/>
            <a:ext cx="8663301" cy="53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70fc456c4b_0_2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285" name="Google Shape;285;g370fc456c4b_0_23"/>
          <p:cNvSpPr txBox="1"/>
          <p:nvPr/>
        </p:nvSpPr>
        <p:spPr>
          <a:xfrm>
            <a:off x="1951800" y="5737675"/>
            <a:ext cx="864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86" name="Google Shape;286;g370fc456c4b_0_23"/>
          <p:cNvCxnSpPr>
            <a:stCxn id="287" idx="1"/>
            <a:endCxn id="285" idx="3"/>
          </p:cNvCxnSpPr>
          <p:nvPr/>
        </p:nvCxnSpPr>
        <p:spPr>
          <a:xfrm rot="10800000">
            <a:off x="2816675" y="5917675"/>
            <a:ext cx="405600" cy="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" name="Google Shape;287;g370fc456c4b_0_23"/>
          <p:cNvSpPr/>
          <p:nvPr/>
        </p:nvSpPr>
        <p:spPr>
          <a:xfrm>
            <a:off x="3222275" y="5461675"/>
            <a:ext cx="1601100" cy="91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g370fc456c4b_0_23"/>
          <p:cNvSpPr/>
          <p:nvPr/>
        </p:nvSpPr>
        <p:spPr>
          <a:xfrm>
            <a:off x="3222275" y="3516550"/>
            <a:ext cx="1601100" cy="91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89" name="Google Shape;289;g370fc456c4b_0_23"/>
          <p:cNvSpPr txBox="1"/>
          <p:nvPr/>
        </p:nvSpPr>
        <p:spPr>
          <a:xfrm>
            <a:off x="1712475" y="4319475"/>
            <a:ext cx="118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90" name="Google Shape;290;g370fc456c4b_0_23"/>
          <p:cNvCxnSpPr>
            <a:stCxn id="288" idx="1"/>
            <a:endCxn id="289" idx="3"/>
          </p:cNvCxnSpPr>
          <p:nvPr/>
        </p:nvCxnSpPr>
        <p:spPr>
          <a:xfrm flipH="1">
            <a:off x="2897975" y="3972550"/>
            <a:ext cx="324300" cy="526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g370fc456c4b_0_23"/>
          <p:cNvSpPr/>
          <p:nvPr/>
        </p:nvSpPr>
        <p:spPr>
          <a:xfrm>
            <a:off x="3962375" y="1528775"/>
            <a:ext cx="546900" cy="467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g370fc456c4b_0_23"/>
          <p:cNvSpPr txBox="1"/>
          <p:nvPr/>
        </p:nvSpPr>
        <p:spPr>
          <a:xfrm>
            <a:off x="5503200" y="1582475"/>
            <a:ext cx="1539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Click here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93" name="Google Shape;293;g370fc456c4b_0_23"/>
          <p:cNvCxnSpPr>
            <a:stCxn id="292" idx="1"/>
            <a:endCxn id="291" idx="3"/>
          </p:cNvCxnSpPr>
          <p:nvPr/>
        </p:nvCxnSpPr>
        <p:spPr>
          <a:xfrm rot="10800000">
            <a:off x="4509300" y="1762475"/>
            <a:ext cx="993900" cy="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711d298ec9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088" y="935375"/>
            <a:ext cx="6407825" cy="549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711d298ec9_0_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301" name="Google Shape;301;g3711d298ec9_0_20"/>
          <p:cNvSpPr txBox="1"/>
          <p:nvPr/>
        </p:nvSpPr>
        <p:spPr>
          <a:xfrm>
            <a:off x="2510075" y="2217950"/>
            <a:ext cx="2075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Workspace Detail Information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02" name="Google Shape;302;g3711d298ec9_0_20"/>
          <p:cNvCxnSpPr>
            <a:stCxn id="303" idx="1"/>
            <a:endCxn id="301" idx="3"/>
          </p:cNvCxnSpPr>
          <p:nvPr/>
        </p:nvCxnSpPr>
        <p:spPr>
          <a:xfrm rot="10800000">
            <a:off x="4585200" y="2436975"/>
            <a:ext cx="281400" cy="450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g3711d298ec9_0_20"/>
          <p:cNvSpPr/>
          <p:nvPr/>
        </p:nvSpPr>
        <p:spPr>
          <a:xfrm>
            <a:off x="4866600" y="2279925"/>
            <a:ext cx="2459700" cy="12159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f876ad1a4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USERBOARDRECENTLYVIEW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TRELLO SYSTEM</a:t>
            </a:r>
            <a:endParaRPr/>
          </a:p>
        </p:txBody>
      </p:sp>
      <p:pic>
        <p:nvPicPr>
          <p:cNvPr id="310" name="Google Shape;310;g36f876ad1a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91525"/>
            <a:ext cx="11254875" cy="2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6f876ad1a4_0_0"/>
          <p:cNvSpPr/>
          <p:nvPr/>
        </p:nvSpPr>
        <p:spPr>
          <a:xfrm>
            <a:off x="514100" y="2157425"/>
            <a:ext cx="2580900" cy="1451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12" name="Google Shape;312;g36f876ad1a4_0_0"/>
          <p:cNvSpPr txBox="1"/>
          <p:nvPr/>
        </p:nvSpPr>
        <p:spPr>
          <a:xfrm>
            <a:off x="3451900" y="1446525"/>
            <a:ext cx="26769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5AD33"/>
                </a:solidFill>
              </a:rPr>
              <a:t>UserBoard</a:t>
            </a:r>
            <a:endParaRPr sz="1800" dirty="0">
              <a:solidFill>
                <a:srgbClr val="F5AD33"/>
              </a:solidFill>
            </a:endParaRPr>
          </a:p>
        </p:txBody>
      </p:sp>
      <p:cxnSp>
        <p:nvCxnSpPr>
          <p:cNvPr id="313" name="Google Shape;313;g36f876ad1a4_0_0"/>
          <p:cNvCxnSpPr>
            <a:stCxn id="312" idx="1"/>
            <a:endCxn id="311" idx="3"/>
          </p:cNvCxnSpPr>
          <p:nvPr/>
        </p:nvCxnSpPr>
        <p:spPr>
          <a:xfrm flipH="1">
            <a:off x="3095000" y="1677343"/>
            <a:ext cx="356900" cy="1205782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11d298ec9_0_75"/>
          <p:cNvSpPr txBox="1">
            <a:spLocks noGrp="1"/>
          </p:cNvSpPr>
          <p:nvPr>
            <p:ph type="body" idx="1"/>
          </p:nvPr>
        </p:nvSpPr>
        <p:spPr>
          <a:xfrm>
            <a:off x="432000" y="1631000"/>
            <a:ext cx="11329200" cy="359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320" name="Google Shape;320;g3711d298ec9_0_7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USER, WORKSPACE, BOARD, TEMPLATE, TEMPLATECATEGORY, USERBOARD RELATIONSHIP</a:t>
            </a:r>
            <a:endParaRPr/>
          </a:p>
        </p:txBody>
      </p:sp>
      <p:pic>
        <p:nvPicPr>
          <p:cNvPr id="321" name="Google Shape;321;g3711d298ec9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7800"/>
            <a:ext cx="11056625" cy="54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g370f527ffbd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900" y="1273625"/>
            <a:ext cx="10629827" cy="38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70f527ffbd_1_1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329" name="Google Shape;329;g370f527ffbd_1_12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330" name="Google Shape;330;g370f527ffbd_1_12"/>
          <p:cNvSpPr txBox="1"/>
          <p:nvPr/>
        </p:nvSpPr>
        <p:spPr>
          <a:xfrm>
            <a:off x="6427850" y="3586950"/>
            <a:ext cx="11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Member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31" name="Google Shape;331;g370f527ffbd_1_12"/>
          <p:cNvCxnSpPr/>
          <p:nvPr/>
        </p:nvCxnSpPr>
        <p:spPr>
          <a:xfrm rot="10800000" flipH="1">
            <a:off x="5741150" y="3850500"/>
            <a:ext cx="794700" cy="203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g370f527ffbd_1_12"/>
          <p:cNvSpPr/>
          <p:nvPr/>
        </p:nvSpPr>
        <p:spPr>
          <a:xfrm>
            <a:off x="5487250" y="4048650"/>
            <a:ext cx="2597400" cy="4617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pic>
        <p:nvPicPr>
          <p:cNvPr id="333" name="Google Shape;333;g370f527ffbd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8324" y="951325"/>
            <a:ext cx="3249916" cy="11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70f527ffbd_1_12"/>
          <p:cNvSpPr/>
          <p:nvPr/>
        </p:nvSpPr>
        <p:spPr>
          <a:xfrm>
            <a:off x="9763775" y="4120000"/>
            <a:ext cx="815100" cy="338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335" name="Google Shape;335;g370f527ffbd_1_12"/>
          <p:cNvSpPr txBox="1"/>
          <p:nvPr/>
        </p:nvSpPr>
        <p:spPr>
          <a:xfrm>
            <a:off x="8910825" y="3586950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Permission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36" name="Google Shape;336;g370f527ffbd_1_12"/>
          <p:cNvCxnSpPr>
            <a:endCxn id="334" idx="0"/>
          </p:cNvCxnSpPr>
          <p:nvPr/>
        </p:nvCxnSpPr>
        <p:spPr>
          <a:xfrm>
            <a:off x="9940325" y="3901300"/>
            <a:ext cx="231000" cy="218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g370f527ffbd_1_12"/>
          <p:cNvSpPr txBox="1"/>
          <p:nvPr/>
        </p:nvSpPr>
        <p:spPr>
          <a:xfrm>
            <a:off x="8207075" y="2378150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ShareLink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38" name="Google Shape;338;g370f527ffbd_1_12"/>
          <p:cNvCxnSpPr/>
          <p:nvPr/>
        </p:nvCxnSpPr>
        <p:spPr>
          <a:xfrm rot="10800000" flipH="1">
            <a:off x="9197925" y="1508975"/>
            <a:ext cx="631800" cy="198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g370f527ffbd_1_12"/>
          <p:cNvSpPr/>
          <p:nvPr/>
        </p:nvSpPr>
        <p:spPr>
          <a:xfrm>
            <a:off x="10345800" y="2839850"/>
            <a:ext cx="1084200" cy="293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40" name="Google Shape;340;g370f527ffbd_1_12"/>
          <p:cNvCxnSpPr>
            <a:endCxn id="339" idx="1"/>
          </p:cNvCxnSpPr>
          <p:nvPr/>
        </p:nvCxnSpPr>
        <p:spPr>
          <a:xfrm>
            <a:off x="9360300" y="2681150"/>
            <a:ext cx="985500" cy="305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0f527ffbd_3_3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 SHARE IN TRELLO SYSTEM</a:t>
            </a:r>
            <a:endParaRPr/>
          </a:p>
        </p:txBody>
      </p:sp>
      <p:sp>
        <p:nvSpPr>
          <p:cNvPr id="363" name="Google Shape;363;g370f527ffbd_3_36"/>
          <p:cNvSpPr txBox="1">
            <a:spLocks noGrp="1"/>
          </p:cNvSpPr>
          <p:nvPr>
            <p:ph type="body" idx="1"/>
          </p:nvPr>
        </p:nvSpPr>
        <p:spPr>
          <a:xfrm>
            <a:off x="432000" y="1273625"/>
            <a:ext cx="103437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364" name="Google Shape;364;g370f527ffbd_3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75" y="1273635"/>
            <a:ext cx="10343544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70f527ffbd_3_36"/>
          <p:cNvSpPr txBox="1"/>
          <p:nvPr/>
        </p:nvSpPr>
        <p:spPr>
          <a:xfrm>
            <a:off x="4502900" y="1417300"/>
            <a:ext cx="467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Add member to board with permission 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366" name="Google Shape;366;g370f527ffbd_3_36"/>
          <p:cNvSpPr txBox="1"/>
          <p:nvPr/>
        </p:nvSpPr>
        <p:spPr>
          <a:xfrm>
            <a:off x="7729800" y="4480225"/>
            <a:ext cx="285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Share link with permission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367" name="Google Shape;367;g370f527ffbd_3_36"/>
          <p:cNvSpPr txBox="1"/>
          <p:nvPr/>
        </p:nvSpPr>
        <p:spPr>
          <a:xfrm>
            <a:off x="3973250" y="4417550"/>
            <a:ext cx="243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Member Permission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368" name="Google Shape;368;g370f527ffbd_3_36"/>
          <p:cNvSpPr/>
          <p:nvPr/>
        </p:nvSpPr>
        <p:spPr>
          <a:xfrm>
            <a:off x="894525" y="2423300"/>
            <a:ext cx="9479700" cy="8385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69" name="Google Shape;369;g370f527ffbd_3_36"/>
          <p:cNvCxnSpPr/>
          <p:nvPr/>
        </p:nvCxnSpPr>
        <p:spPr>
          <a:xfrm flipH="1">
            <a:off x="2148675" y="1768475"/>
            <a:ext cx="4154100" cy="7116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g370f527ffbd_3_36"/>
          <p:cNvSpPr/>
          <p:nvPr/>
        </p:nvSpPr>
        <p:spPr>
          <a:xfrm>
            <a:off x="894525" y="3511350"/>
            <a:ext cx="9479700" cy="7116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71" name="Google Shape;371;g370f527ffbd_3_36"/>
          <p:cNvCxnSpPr>
            <a:stCxn id="366" idx="1"/>
          </p:cNvCxnSpPr>
          <p:nvPr/>
        </p:nvCxnSpPr>
        <p:spPr>
          <a:xfrm rot="10800000">
            <a:off x="6631800" y="4277275"/>
            <a:ext cx="1098000" cy="4338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2" name="Google Shape;372;g370f527ffbd_3_36"/>
          <p:cNvSpPr/>
          <p:nvPr/>
        </p:nvSpPr>
        <p:spPr>
          <a:xfrm>
            <a:off x="864000" y="5298550"/>
            <a:ext cx="9479700" cy="7116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73" name="Google Shape;373;g370f527ffbd_3_36"/>
          <p:cNvCxnSpPr/>
          <p:nvPr/>
        </p:nvCxnSpPr>
        <p:spPr>
          <a:xfrm rot="10800000">
            <a:off x="5634425" y="4739775"/>
            <a:ext cx="298200" cy="5451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0f527ffbd_3_4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 SHARE IN TRELLO SYSTEM</a:t>
            </a:r>
            <a:endParaRPr/>
          </a:p>
        </p:txBody>
      </p:sp>
      <p:sp>
        <p:nvSpPr>
          <p:cNvPr id="380" name="Google Shape;380;g370f527ffbd_3_46"/>
          <p:cNvSpPr txBox="1">
            <a:spLocks noGrp="1"/>
          </p:cNvSpPr>
          <p:nvPr>
            <p:ph type="body" idx="1"/>
          </p:nvPr>
        </p:nvSpPr>
        <p:spPr>
          <a:xfrm>
            <a:off x="432000" y="1273625"/>
            <a:ext cx="105618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381" name="Google Shape;381;g370f527ffbd_3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25"/>
            <a:ext cx="10168347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70f527ffbd_3_46"/>
          <p:cNvSpPr txBox="1"/>
          <p:nvPr/>
        </p:nvSpPr>
        <p:spPr>
          <a:xfrm>
            <a:off x="5808025" y="1528775"/>
            <a:ext cx="324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Permission code with admin, member, observer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383" name="Google Shape;383;g370f527ffbd_3_46"/>
          <p:cNvSpPr/>
          <p:nvPr/>
        </p:nvSpPr>
        <p:spPr>
          <a:xfrm>
            <a:off x="4148775" y="3629375"/>
            <a:ext cx="1187400" cy="545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84" name="Google Shape;384;g370f527ffbd_3_46"/>
          <p:cNvCxnSpPr/>
          <p:nvPr/>
        </p:nvCxnSpPr>
        <p:spPr>
          <a:xfrm rot="10800000" flipH="1">
            <a:off x="5017550" y="2117875"/>
            <a:ext cx="1563000" cy="15219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g370f527ffbd_3_46"/>
          <p:cNvSpPr/>
          <p:nvPr/>
        </p:nvSpPr>
        <p:spPr>
          <a:xfrm>
            <a:off x="4148775" y="4306150"/>
            <a:ext cx="1187400" cy="545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86" name="Google Shape;386;g370f527ffbd_3_46"/>
          <p:cNvCxnSpPr>
            <a:stCxn id="385" idx="3"/>
          </p:cNvCxnSpPr>
          <p:nvPr/>
        </p:nvCxnSpPr>
        <p:spPr>
          <a:xfrm rot="10800000" flipH="1">
            <a:off x="5336175" y="2159200"/>
            <a:ext cx="1840500" cy="24195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g370f527ffbd_3_46"/>
          <p:cNvSpPr/>
          <p:nvPr/>
        </p:nvSpPr>
        <p:spPr>
          <a:xfrm>
            <a:off x="8496175" y="5476450"/>
            <a:ext cx="1187400" cy="545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88" name="Google Shape;388;g370f527ffbd_3_46"/>
          <p:cNvCxnSpPr>
            <a:stCxn id="387" idx="0"/>
          </p:cNvCxnSpPr>
          <p:nvPr/>
        </p:nvCxnSpPr>
        <p:spPr>
          <a:xfrm rot="10800000">
            <a:off x="8513575" y="1860850"/>
            <a:ext cx="576300" cy="36156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121c272f6_2_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SHARELINK, PERMISSION, MEMBER RELATIONSHIP</a:t>
            </a:r>
            <a:endParaRPr/>
          </a:p>
        </p:txBody>
      </p:sp>
      <p:pic>
        <p:nvPicPr>
          <p:cNvPr id="395" name="Google Shape;395;g37121c272f6_2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13" y="1799175"/>
            <a:ext cx="11333177" cy="325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70f527ffbd_1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100" y="1223050"/>
            <a:ext cx="9983960" cy="326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70f527ffbd_1_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SETTING IN TRELLO SYSTEM</a:t>
            </a:r>
            <a:endParaRPr/>
          </a:p>
        </p:txBody>
      </p:sp>
      <p:sp>
        <p:nvSpPr>
          <p:cNvPr id="403" name="Google Shape;403;g370f527ffbd_1_42"/>
          <p:cNvSpPr txBox="1"/>
          <p:nvPr/>
        </p:nvSpPr>
        <p:spPr>
          <a:xfrm>
            <a:off x="6154600" y="1754100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SettingKey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04" name="Google Shape;404;g370f527ffbd_1_42"/>
          <p:cNvCxnSpPr>
            <a:endCxn id="403" idx="1"/>
          </p:cNvCxnSpPr>
          <p:nvPr/>
        </p:nvCxnSpPr>
        <p:spPr>
          <a:xfrm rot="10800000" flipH="1">
            <a:off x="4204900" y="1984950"/>
            <a:ext cx="1949700" cy="558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5" name="Google Shape;405;g370f527ffbd_1_42"/>
          <p:cNvSpPr/>
          <p:nvPr/>
        </p:nvSpPr>
        <p:spPr>
          <a:xfrm>
            <a:off x="2966625" y="2457275"/>
            <a:ext cx="1180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06" name="Google Shape;406;g370f527ffbd_1_42"/>
          <p:cNvSpPr/>
          <p:nvPr/>
        </p:nvSpPr>
        <p:spPr>
          <a:xfrm>
            <a:off x="3024750" y="2780475"/>
            <a:ext cx="496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407" name="Google Shape;407;g370f527ffbd_1_42"/>
          <p:cNvCxnSpPr>
            <a:stCxn id="406" idx="3"/>
          </p:cNvCxnSpPr>
          <p:nvPr/>
        </p:nvCxnSpPr>
        <p:spPr>
          <a:xfrm>
            <a:off x="3520950" y="2893425"/>
            <a:ext cx="725400" cy="941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g370f527ffbd_1_42"/>
          <p:cNvSpPr txBox="1"/>
          <p:nvPr/>
        </p:nvSpPr>
        <p:spPr>
          <a:xfrm>
            <a:off x="3603200" y="3653550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SettingValue</a:t>
            </a:r>
            <a:endParaRPr sz="1800">
              <a:solidFill>
                <a:srgbClr val="F5AD33"/>
              </a:solidFill>
            </a:endParaRPr>
          </a:p>
        </p:txBody>
      </p:sp>
      <p:pic>
        <p:nvPicPr>
          <p:cNvPr id="409" name="Google Shape;409;g370f527ffbd_1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844" y="3086550"/>
            <a:ext cx="1772150" cy="13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70f527ffbd_1_42"/>
          <p:cNvSpPr txBox="1"/>
          <p:nvPr/>
        </p:nvSpPr>
        <p:spPr>
          <a:xfrm>
            <a:off x="7730950" y="2624850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SettingOption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11" name="Google Shape;411;g370f527ffbd_1_42"/>
          <p:cNvSpPr/>
          <p:nvPr/>
        </p:nvSpPr>
        <p:spPr>
          <a:xfrm>
            <a:off x="8491300" y="3316050"/>
            <a:ext cx="649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12" name="Google Shape;412;g370f527ffbd_1_42"/>
          <p:cNvSpPr/>
          <p:nvPr/>
        </p:nvSpPr>
        <p:spPr>
          <a:xfrm>
            <a:off x="8491300" y="3771450"/>
            <a:ext cx="649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413" name="Google Shape;413;g370f527ffbd_1_42"/>
          <p:cNvCxnSpPr>
            <a:endCxn id="411" idx="1"/>
          </p:cNvCxnSpPr>
          <p:nvPr/>
        </p:nvCxnSpPr>
        <p:spPr>
          <a:xfrm>
            <a:off x="8317900" y="2950800"/>
            <a:ext cx="173400" cy="4782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g370f527ffbd_1_42"/>
          <p:cNvCxnSpPr>
            <a:endCxn id="412" idx="1"/>
          </p:cNvCxnSpPr>
          <p:nvPr/>
        </p:nvCxnSpPr>
        <p:spPr>
          <a:xfrm>
            <a:off x="8287300" y="2971500"/>
            <a:ext cx="204000" cy="912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g3711d298ec9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891750"/>
            <a:ext cx="7153055" cy="55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711d298ec9_0_1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SETTING IN TRELLO SYSTEM</a:t>
            </a:r>
            <a:endParaRPr/>
          </a:p>
        </p:txBody>
      </p:sp>
      <p:sp>
        <p:nvSpPr>
          <p:cNvPr id="422" name="Google Shape;422;g3711d298ec9_0_143"/>
          <p:cNvSpPr txBox="1"/>
          <p:nvPr/>
        </p:nvSpPr>
        <p:spPr>
          <a:xfrm>
            <a:off x="6154600" y="1695725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SettingKey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23" name="Google Shape;423;g3711d298ec9_0_143"/>
          <p:cNvCxnSpPr>
            <a:stCxn id="424" idx="3"/>
            <a:endCxn id="422" idx="1"/>
          </p:cNvCxnSpPr>
          <p:nvPr/>
        </p:nvCxnSpPr>
        <p:spPr>
          <a:xfrm rot="10800000" flipH="1">
            <a:off x="4924475" y="1926650"/>
            <a:ext cx="1230000" cy="21051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5" name="Google Shape;425;g3711d298ec9_0_143"/>
          <p:cNvSpPr/>
          <p:nvPr/>
        </p:nvSpPr>
        <p:spPr>
          <a:xfrm>
            <a:off x="3856825" y="5135275"/>
            <a:ext cx="10191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26" name="Google Shape;426;g3711d298ec9_0_143"/>
          <p:cNvSpPr txBox="1"/>
          <p:nvPr/>
        </p:nvSpPr>
        <p:spPr>
          <a:xfrm>
            <a:off x="5616925" y="3968100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SettingValue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27" name="Google Shape;427;g3711d298ec9_0_143"/>
          <p:cNvSpPr txBox="1"/>
          <p:nvPr/>
        </p:nvSpPr>
        <p:spPr>
          <a:xfrm>
            <a:off x="5451375" y="4904425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SettingOption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28" name="Google Shape;428;g3711d298ec9_0_143"/>
          <p:cNvSpPr/>
          <p:nvPr/>
        </p:nvSpPr>
        <p:spPr>
          <a:xfrm>
            <a:off x="3912900" y="5566775"/>
            <a:ext cx="649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24" name="Google Shape;424;g3711d298ec9_0_143"/>
          <p:cNvSpPr/>
          <p:nvPr/>
        </p:nvSpPr>
        <p:spPr>
          <a:xfrm>
            <a:off x="4057175" y="3926750"/>
            <a:ext cx="867300" cy="2100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429" name="Google Shape;429;g3711d298ec9_0_143"/>
          <p:cNvCxnSpPr>
            <a:stCxn id="427" idx="1"/>
            <a:endCxn id="428" idx="3"/>
          </p:cNvCxnSpPr>
          <p:nvPr/>
        </p:nvCxnSpPr>
        <p:spPr>
          <a:xfrm flipH="1">
            <a:off x="4562175" y="5135275"/>
            <a:ext cx="889200" cy="5445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g3711d298ec9_0_143"/>
          <p:cNvCxnSpPr>
            <a:stCxn id="426" idx="1"/>
            <a:endCxn id="425" idx="3"/>
          </p:cNvCxnSpPr>
          <p:nvPr/>
        </p:nvCxnSpPr>
        <p:spPr>
          <a:xfrm flipH="1">
            <a:off x="4875925" y="4198950"/>
            <a:ext cx="741000" cy="1049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g3711d298ec9_1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674" y="774638"/>
            <a:ext cx="9176201" cy="625652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711d298ec9_1_5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 SETTING IN TRELLO SYSTEM</a:t>
            </a:r>
            <a:endParaRPr/>
          </a:p>
        </p:txBody>
      </p:sp>
      <p:sp>
        <p:nvSpPr>
          <p:cNvPr id="438" name="Google Shape;438;g3711d298ec9_1_52"/>
          <p:cNvSpPr txBox="1"/>
          <p:nvPr/>
        </p:nvSpPr>
        <p:spPr>
          <a:xfrm>
            <a:off x="5356275" y="1795975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SettingKey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39" name="Google Shape;439;g3711d298ec9_1_52"/>
          <p:cNvCxnSpPr>
            <a:stCxn id="440" idx="1"/>
            <a:endCxn id="438" idx="2"/>
          </p:cNvCxnSpPr>
          <p:nvPr/>
        </p:nvCxnSpPr>
        <p:spPr>
          <a:xfrm rot="10800000">
            <a:off x="6010075" y="2257600"/>
            <a:ext cx="1577100" cy="4083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1" name="Google Shape;441;g3711d298ec9_1_52"/>
          <p:cNvSpPr/>
          <p:nvPr/>
        </p:nvSpPr>
        <p:spPr>
          <a:xfrm>
            <a:off x="7587175" y="2817150"/>
            <a:ext cx="649200" cy="170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42" name="Google Shape;442;g3711d298ec9_1_52"/>
          <p:cNvSpPr txBox="1"/>
          <p:nvPr/>
        </p:nvSpPr>
        <p:spPr>
          <a:xfrm>
            <a:off x="3134775" y="3280675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SettingValue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43" name="Google Shape;443;g3711d298ec9_1_52"/>
          <p:cNvSpPr txBox="1"/>
          <p:nvPr/>
        </p:nvSpPr>
        <p:spPr>
          <a:xfrm>
            <a:off x="2056050" y="3952175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SettingOption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44" name="Google Shape;444;g3711d298ec9_1_52"/>
          <p:cNvSpPr/>
          <p:nvPr/>
        </p:nvSpPr>
        <p:spPr>
          <a:xfrm>
            <a:off x="7548700" y="3612000"/>
            <a:ext cx="649200" cy="2259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40" name="Google Shape;440;g3711d298ec9_1_52"/>
          <p:cNvSpPr/>
          <p:nvPr/>
        </p:nvSpPr>
        <p:spPr>
          <a:xfrm>
            <a:off x="7587175" y="2560900"/>
            <a:ext cx="867300" cy="2100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445" name="Google Shape;445;g3711d298ec9_1_52"/>
          <p:cNvCxnSpPr/>
          <p:nvPr/>
        </p:nvCxnSpPr>
        <p:spPr>
          <a:xfrm rot="10800000" flipH="1">
            <a:off x="3479425" y="3846175"/>
            <a:ext cx="4024800" cy="3195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g3711d298ec9_1_52"/>
          <p:cNvCxnSpPr>
            <a:endCxn id="441" idx="1"/>
          </p:cNvCxnSpPr>
          <p:nvPr/>
        </p:nvCxnSpPr>
        <p:spPr>
          <a:xfrm rot="10800000" flipH="1">
            <a:off x="4522375" y="2902200"/>
            <a:ext cx="3064800" cy="5787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g36f82450d7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488" y="1710750"/>
            <a:ext cx="5853026" cy="491474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36f82450d75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SETTINGKEY, SETTINGOPTION, SETTINGVALUE, SETTINGKEYSETTINGOPTION RELATIONSHIP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11d298ec9_1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60" name="Google Shape;460;g3711d298ec9_1_0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461" name="Google Shape;461;g3711d298ec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4" y="1098550"/>
            <a:ext cx="11333163" cy="5329238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711d298ec9_1_0"/>
          <p:cNvSpPr txBox="1"/>
          <p:nvPr/>
        </p:nvSpPr>
        <p:spPr>
          <a:xfrm>
            <a:off x="4471500" y="1766613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Power-up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63" name="Google Shape;463;g3711d298ec9_1_0"/>
          <p:cNvCxnSpPr>
            <a:stCxn id="464" idx="3"/>
            <a:endCxn id="462" idx="1"/>
          </p:cNvCxnSpPr>
          <p:nvPr/>
        </p:nvCxnSpPr>
        <p:spPr>
          <a:xfrm flipV="1">
            <a:off x="3822709" y="1997463"/>
            <a:ext cx="648791" cy="308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4" name="Google Shape;464;g3711d298ec9_1_0"/>
          <p:cNvSpPr/>
          <p:nvPr/>
        </p:nvSpPr>
        <p:spPr>
          <a:xfrm>
            <a:off x="2976409" y="1899113"/>
            <a:ext cx="846300" cy="2583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g3711d298ec9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861316"/>
            <a:ext cx="7655801" cy="574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711d298ec9_0_6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72" name="Google Shape;472;g3711d298ec9_0_60"/>
          <p:cNvSpPr txBox="1"/>
          <p:nvPr/>
        </p:nvSpPr>
        <p:spPr>
          <a:xfrm>
            <a:off x="4313875" y="1067075"/>
            <a:ext cx="69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Title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73" name="Google Shape;473;g3711d298ec9_0_60"/>
          <p:cNvCxnSpPr>
            <a:stCxn id="474" idx="3"/>
          </p:cNvCxnSpPr>
          <p:nvPr/>
        </p:nvCxnSpPr>
        <p:spPr>
          <a:xfrm>
            <a:off x="2112550" y="1618150"/>
            <a:ext cx="855600" cy="464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g3711d298ec9_0_60"/>
          <p:cNvSpPr/>
          <p:nvPr/>
        </p:nvSpPr>
        <p:spPr>
          <a:xfrm>
            <a:off x="3005625" y="1402750"/>
            <a:ext cx="694800" cy="258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74" name="Google Shape;474;g3711d298ec9_0_60"/>
          <p:cNvSpPr txBox="1"/>
          <p:nvPr/>
        </p:nvSpPr>
        <p:spPr>
          <a:xfrm>
            <a:off x="735850" y="1387300"/>
            <a:ext cx="137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Description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76" name="Google Shape;476;g3711d298ec9_0_60"/>
          <p:cNvCxnSpPr>
            <a:stCxn id="475" idx="3"/>
            <a:endCxn id="472" idx="1"/>
          </p:cNvCxnSpPr>
          <p:nvPr/>
        </p:nvCxnSpPr>
        <p:spPr>
          <a:xfrm rot="10800000" flipH="1">
            <a:off x="3700425" y="1297900"/>
            <a:ext cx="613500" cy="234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7" name="Google Shape;477;g3711d298ec9_0_60"/>
          <p:cNvSpPr/>
          <p:nvPr/>
        </p:nvSpPr>
        <p:spPr>
          <a:xfrm>
            <a:off x="1044400" y="3504525"/>
            <a:ext cx="1003200" cy="230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78" name="Google Shape;478;g3711d298ec9_0_60"/>
          <p:cNvSpPr/>
          <p:nvPr/>
        </p:nvSpPr>
        <p:spPr>
          <a:xfrm>
            <a:off x="3005625" y="1822675"/>
            <a:ext cx="4861200" cy="1565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479" name="Google Shape;479;g3711d298ec9_0_60"/>
          <p:cNvCxnSpPr>
            <a:endCxn id="477" idx="3"/>
          </p:cNvCxnSpPr>
          <p:nvPr/>
        </p:nvCxnSpPr>
        <p:spPr>
          <a:xfrm flipH="1">
            <a:off x="2047600" y="3269175"/>
            <a:ext cx="374700" cy="3507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g3711d298ec9_0_60"/>
          <p:cNvSpPr txBox="1"/>
          <p:nvPr/>
        </p:nvSpPr>
        <p:spPr>
          <a:xfrm>
            <a:off x="1536275" y="5427550"/>
            <a:ext cx="224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PowerUpsCategory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81" name="Google Shape;481;g3711d298ec9_0_60"/>
          <p:cNvSpPr/>
          <p:nvPr/>
        </p:nvSpPr>
        <p:spPr>
          <a:xfrm>
            <a:off x="670900" y="4466050"/>
            <a:ext cx="1506600" cy="230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482" name="Google Shape;482;g3711d298ec9_0_60"/>
          <p:cNvCxnSpPr>
            <a:stCxn id="480" idx="0"/>
            <a:endCxn id="481" idx="2"/>
          </p:cNvCxnSpPr>
          <p:nvPr/>
        </p:nvCxnSpPr>
        <p:spPr>
          <a:xfrm rot="10800000">
            <a:off x="1424225" y="4696750"/>
            <a:ext cx="1235700" cy="730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3" name="Google Shape;483;g3711d298ec9_0_60"/>
          <p:cNvSpPr txBox="1"/>
          <p:nvPr/>
        </p:nvSpPr>
        <p:spPr>
          <a:xfrm>
            <a:off x="1349600" y="2926675"/>
            <a:ext cx="150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AuthorName</a:t>
            </a:r>
            <a:endParaRPr sz="1800">
              <a:solidFill>
                <a:srgbClr val="F5AD3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11d298ec9_0_97"/>
          <p:cNvSpPr txBox="1">
            <a:spLocks noGrp="1"/>
          </p:cNvSpPr>
          <p:nvPr>
            <p:ph type="body" idx="1"/>
          </p:nvPr>
        </p:nvSpPr>
        <p:spPr>
          <a:xfrm>
            <a:off x="457200" y="1609727"/>
            <a:ext cx="11329200" cy="36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/>
              <a:t>PowerUp,PowerUpCategory,Board(Quan)</a:t>
            </a:r>
            <a:endParaRPr/>
          </a:p>
        </p:txBody>
      </p:sp>
      <p:sp>
        <p:nvSpPr>
          <p:cNvPr id="490" name="Google Shape;490;g3711d298ec9_0_9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BOARD, POWERUP,POWERUPCATEGORY RELATIONSHIP</a:t>
            </a:r>
            <a:endParaRPr/>
          </a:p>
        </p:txBody>
      </p:sp>
      <p:pic>
        <p:nvPicPr>
          <p:cNvPr id="491" name="Google Shape;491;g3711d298ec9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9725"/>
            <a:ext cx="1127760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370f527ffbd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225" y="1273634"/>
            <a:ext cx="9719999" cy="448736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70f527ffbd_1_5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99" name="Google Shape;499;g370f527ffbd_1_54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500" name="Google Shape;500;g370f527ffbd_1_54"/>
          <p:cNvSpPr txBox="1"/>
          <p:nvPr/>
        </p:nvSpPr>
        <p:spPr>
          <a:xfrm>
            <a:off x="7242375" y="169572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BillingPlan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01" name="Google Shape;501;g370f527ffbd_1_54"/>
          <p:cNvCxnSpPr>
            <a:endCxn id="500" idx="1"/>
          </p:cNvCxnSpPr>
          <p:nvPr/>
        </p:nvCxnSpPr>
        <p:spPr>
          <a:xfrm rot="10800000" flipH="1">
            <a:off x="6136575" y="1926575"/>
            <a:ext cx="1105800" cy="234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2" name="Google Shape;502;g370f527ffbd_1_54"/>
          <p:cNvSpPr/>
          <p:nvPr/>
        </p:nvSpPr>
        <p:spPr>
          <a:xfrm>
            <a:off x="4994525" y="2161475"/>
            <a:ext cx="1219800" cy="35613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g3711d298ec9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19525"/>
            <a:ext cx="10833487" cy="52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711d298ec9_0_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510" name="Google Shape;510;g3711d298ec9_0_43"/>
          <p:cNvSpPr txBox="1"/>
          <p:nvPr/>
        </p:nvSpPr>
        <p:spPr>
          <a:xfrm>
            <a:off x="7242375" y="169572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BillingPlan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11" name="Google Shape;511;g3711d298ec9_0_43"/>
          <p:cNvCxnSpPr>
            <a:endCxn id="510" idx="1"/>
          </p:cNvCxnSpPr>
          <p:nvPr/>
        </p:nvCxnSpPr>
        <p:spPr>
          <a:xfrm rot="10800000" flipH="1">
            <a:off x="6211575" y="1926575"/>
            <a:ext cx="1030800" cy="464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2" name="Google Shape;512;g3711d298ec9_0_43"/>
          <p:cNvSpPr/>
          <p:nvPr/>
        </p:nvSpPr>
        <p:spPr>
          <a:xfrm>
            <a:off x="4316650" y="2411650"/>
            <a:ext cx="3181800" cy="8478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513" name="Google Shape;513;g3711d298ec9_0_43"/>
          <p:cNvSpPr/>
          <p:nvPr/>
        </p:nvSpPr>
        <p:spPr>
          <a:xfrm>
            <a:off x="4316650" y="3709075"/>
            <a:ext cx="6404100" cy="1286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514" name="Google Shape;514;g3711d298ec9_0_43"/>
          <p:cNvSpPr txBox="1"/>
          <p:nvPr/>
        </p:nvSpPr>
        <p:spPr>
          <a:xfrm>
            <a:off x="841025" y="4675225"/>
            <a:ext cx="207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5AD33"/>
                </a:solidFill>
              </a:rPr>
              <a:t>PaymentInformation</a:t>
            </a:r>
            <a:endParaRPr sz="1600">
              <a:solidFill>
                <a:srgbClr val="F5AD33"/>
              </a:solidFill>
            </a:endParaRPr>
          </a:p>
        </p:txBody>
      </p:sp>
      <p:cxnSp>
        <p:nvCxnSpPr>
          <p:cNvPr id="515" name="Google Shape;515;g3711d298ec9_0_43"/>
          <p:cNvCxnSpPr>
            <a:stCxn id="514" idx="3"/>
            <a:endCxn id="513" idx="1"/>
          </p:cNvCxnSpPr>
          <p:nvPr/>
        </p:nvCxnSpPr>
        <p:spPr>
          <a:xfrm rot="10800000" flipH="1">
            <a:off x="2918225" y="4352275"/>
            <a:ext cx="1398300" cy="5385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7121c272f6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BILLING IN TRELLO SYSTEM</a:t>
            </a:r>
            <a:endParaRPr/>
          </a:p>
        </p:txBody>
      </p:sp>
      <p:pic>
        <p:nvPicPr>
          <p:cNvPr id="532" name="Google Shape;532;g37121c272f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00" y="1098550"/>
            <a:ext cx="9443885" cy="5455199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7121c272f6_0_0"/>
          <p:cNvSpPr txBox="1"/>
          <p:nvPr/>
        </p:nvSpPr>
        <p:spPr>
          <a:xfrm>
            <a:off x="7144375" y="215742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Subscription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34" name="Google Shape;534;g37121c272f6_0_0"/>
          <p:cNvCxnSpPr>
            <a:endCxn id="533" idx="1"/>
          </p:cNvCxnSpPr>
          <p:nvPr/>
        </p:nvCxnSpPr>
        <p:spPr>
          <a:xfrm>
            <a:off x="6346375" y="2046575"/>
            <a:ext cx="798000" cy="3417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g37121c272f6_0_0"/>
          <p:cNvSpPr txBox="1"/>
          <p:nvPr/>
        </p:nvSpPr>
        <p:spPr>
          <a:xfrm>
            <a:off x="961300" y="4127750"/>
            <a:ext cx="371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Billing.AdditionalInvoiceDetail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36" name="Google Shape;536;g37121c272f6_0_0"/>
          <p:cNvCxnSpPr>
            <a:endCxn id="537" idx="1"/>
          </p:cNvCxnSpPr>
          <p:nvPr/>
        </p:nvCxnSpPr>
        <p:spPr>
          <a:xfrm>
            <a:off x="2395575" y="4482675"/>
            <a:ext cx="815700" cy="4617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7" name="Google Shape;537;g37121c272f6_0_0"/>
          <p:cNvSpPr/>
          <p:nvPr/>
        </p:nvSpPr>
        <p:spPr>
          <a:xfrm>
            <a:off x="3211275" y="4713525"/>
            <a:ext cx="6498900" cy="4617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38" name="Google Shape;538;g37121c272f6_0_0"/>
          <p:cNvSpPr/>
          <p:nvPr/>
        </p:nvSpPr>
        <p:spPr>
          <a:xfrm>
            <a:off x="3178625" y="5715000"/>
            <a:ext cx="6498900" cy="6423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39" name="Google Shape;539;g37121c272f6_0_0"/>
          <p:cNvSpPr txBox="1"/>
          <p:nvPr/>
        </p:nvSpPr>
        <p:spPr>
          <a:xfrm>
            <a:off x="911125" y="5227200"/>
            <a:ext cx="191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Query from subscription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40" name="Google Shape;540;g37121c272f6_0_0"/>
          <p:cNvCxnSpPr>
            <a:stCxn id="539" idx="3"/>
            <a:endCxn id="538" idx="1"/>
          </p:cNvCxnSpPr>
          <p:nvPr/>
        </p:nvCxnSpPr>
        <p:spPr>
          <a:xfrm>
            <a:off x="2823625" y="5596650"/>
            <a:ext cx="354900" cy="4395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g37121c272f6_0_0"/>
          <p:cNvSpPr/>
          <p:nvPr/>
        </p:nvSpPr>
        <p:spPr>
          <a:xfrm>
            <a:off x="3178625" y="1528775"/>
            <a:ext cx="6498900" cy="4617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7121c272f6_0_2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BILLING IN TRELLO SYSTEM</a:t>
            </a:r>
            <a:endParaRPr/>
          </a:p>
        </p:txBody>
      </p:sp>
      <p:pic>
        <p:nvPicPr>
          <p:cNvPr id="522" name="Google Shape;522;g37121c272f6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098000"/>
            <a:ext cx="9720000" cy="57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7121c272f6_0_29"/>
          <p:cNvSpPr txBox="1"/>
          <p:nvPr/>
        </p:nvSpPr>
        <p:spPr>
          <a:xfrm>
            <a:off x="4574812" y="4318800"/>
            <a:ext cx="371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5AD33"/>
                </a:solidFill>
              </a:rPr>
              <a:t>Billing.AdditionalInvoiceDetail</a:t>
            </a:r>
            <a:endParaRPr sz="1800" dirty="0">
              <a:solidFill>
                <a:srgbClr val="F5AD33"/>
              </a:solidFill>
            </a:endParaRPr>
          </a:p>
        </p:txBody>
      </p:sp>
      <p:cxnSp>
        <p:nvCxnSpPr>
          <p:cNvPr id="524" name="Google Shape;524;g37121c272f6_0_29"/>
          <p:cNvCxnSpPr>
            <a:cxnSpLocks/>
            <a:stCxn id="523" idx="2"/>
            <a:endCxn id="525" idx="1"/>
          </p:cNvCxnSpPr>
          <p:nvPr/>
        </p:nvCxnSpPr>
        <p:spPr>
          <a:xfrm>
            <a:off x="6433312" y="4780500"/>
            <a:ext cx="1165412" cy="9243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g37121c272f6_0_29"/>
          <p:cNvSpPr/>
          <p:nvPr/>
        </p:nvSpPr>
        <p:spPr>
          <a:xfrm>
            <a:off x="7598724" y="4894500"/>
            <a:ext cx="1869125" cy="16206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7121c272f6_0_1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BILLING IN TRELLO SYSTEM</a:t>
            </a:r>
            <a:endParaRPr/>
          </a:p>
        </p:txBody>
      </p:sp>
      <p:pic>
        <p:nvPicPr>
          <p:cNvPr id="548" name="Google Shape;548;g37121c272f6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054450"/>
            <a:ext cx="9250123" cy="54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7121c272f6_0_18"/>
          <p:cNvSpPr txBox="1"/>
          <p:nvPr/>
        </p:nvSpPr>
        <p:spPr>
          <a:xfrm>
            <a:off x="4221875" y="4651425"/>
            <a:ext cx="16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F5AD33"/>
                </a:solidFill>
              </a:rPr>
              <a:t>BillingContact</a:t>
            </a:r>
            <a:endParaRPr sz="1800" dirty="0">
              <a:solidFill>
                <a:srgbClr val="F5AD33"/>
              </a:solidFill>
            </a:endParaRPr>
          </a:p>
        </p:txBody>
      </p:sp>
      <p:sp>
        <p:nvSpPr>
          <p:cNvPr id="550" name="Google Shape;550;g37121c272f6_0_18"/>
          <p:cNvSpPr/>
          <p:nvPr/>
        </p:nvSpPr>
        <p:spPr>
          <a:xfrm>
            <a:off x="7238425" y="4153875"/>
            <a:ext cx="1840500" cy="19227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51" name="Google Shape;551;g37121c272f6_0_18"/>
          <p:cNvCxnSpPr>
            <a:cxnSpLocks/>
            <a:stCxn id="549" idx="3"/>
          </p:cNvCxnSpPr>
          <p:nvPr/>
        </p:nvCxnSpPr>
        <p:spPr>
          <a:xfrm>
            <a:off x="5829875" y="4882275"/>
            <a:ext cx="1428900" cy="117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7121c272f6_2_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BILLINGCONTACT, BILLINGPLAN, SUBSCRIPTION  RELATIONSHIP</a:t>
            </a:r>
            <a:endParaRPr/>
          </a:p>
        </p:txBody>
      </p:sp>
      <p:pic>
        <p:nvPicPr>
          <p:cNvPr id="558" name="Google Shape;558;g37121c272f6_2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50400"/>
            <a:ext cx="11329800" cy="484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11d298ec9_1_2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565" name="Google Shape;565;g3711d298ec9_1_23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566" name="Google Shape;566;g3711d298ec9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102" y="1257750"/>
            <a:ext cx="10657801" cy="43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711d298ec9_1_23"/>
          <p:cNvSpPr/>
          <p:nvPr/>
        </p:nvSpPr>
        <p:spPr>
          <a:xfrm>
            <a:off x="3318025" y="3615475"/>
            <a:ext cx="7367700" cy="4617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68" name="Google Shape;568;g3711d298ec9_1_23"/>
          <p:cNvCxnSpPr/>
          <p:nvPr/>
        </p:nvCxnSpPr>
        <p:spPr>
          <a:xfrm rot="10800000" flipH="1">
            <a:off x="7088475" y="1897675"/>
            <a:ext cx="500100" cy="17178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9" name="Google Shape;569;g3711d298ec9_1_23"/>
          <p:cNvSpPr txBox="1"/>
          <p:nvPr/>
        </p:nvSpPr>
        <p:spPr>
          <a:xfrm>
            <a:off x="7252025" y="152877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Export</a:t>
            </a:r>
            <a:endParaRPr sz="1800">
              <a:solidFill>
                <a:srgbClr val="F5AD3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g3711d298ec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875" y="1309625"/>
            <a:ext cx="9660275" cy="48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711d298ec9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IN TRELLO SYSTEM</a:t>
            </a:r>
            <a:endParaRPr/>
          </a:p>
        </p:txBody>
      </p:sp>
      <p:sp>
        <p:nvSpPr>
          <p:cNvPr id="577" name="Google Shape;577;g3711d298ec9_0_0"/>
          <p:cNvSpPr txBox="1"/>
          <p:nvPr/>
        </p:nvSpPr>
        <p:spPr>
          <a:xfrm>
            <a:off x="6719025" y="1309625"/>
            <a:ext cx="1327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Username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78" name="Google Shape;578;g3711d298ec9_0_0"/>
          <p:cNvSpPr txBox="1"/>
          <p:nvPr/>
        </p:nvSpPr>
        <p:spPr>
          <a:xfrm>
            <a:off x="2640850" y="4390375"/>
            <a:ext cx="1327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UserBio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79" name="Google Shape;579;g3711d298ec9_0_0"/>
          <p:cNvSpPr/>
          <p:nvPr/>
        </p:nvSpPr>
        <p:spPr>
          <a:xfrm>
            <a:off x="1206850" y="1364250"/>
            <a:ext cx="1434000" cy="438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80" name="Google Shape;580;g3711d298ec9_0_0"/>
          <p:cNvCxnSpPr>
            <a:stCxn id="577" idx="1"/>
            <a:endCxn id="579" idx="3"/>
          </p:cNvCxnSpPr>
          <p:nvPr/>
        </p:nvCxnSpPr>
        <p:spPr>
          <a:xfrm flipH="1">
            <a:off x="2640825" y="1528775"/>
            <a:ext cx="4078200" cy="54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1" name="Google Shape;581;g3711d298ec9_0_0"/>
          <p:cNvSpPr/>
          <p:nvPr/>
        </p:nvSpPr>
        <p:spPr>
          <a:xfrm>
            <a:off x="1206850" y="2801900"/>
            <a:ext cx="623400" cy="282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82" name="Google Shape;582;g3711d298ec9_0_0"/>
          <p:cNvCxnSpPr>
            <a:stCxn id="578" idx="0"/>
            <a:endCxn id="581" idx="2"/>
          </p:cNvCxnSpPr>
          <p:nvPr/>
        </p:nvCxnSpPr>
        <p:spPr>
          <a:xfrm rot="10800000">
            <a:off x="1518550" y="3084475"/>
            <a:ext cx="1786200" cy="1305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6f5cd5a2ba_0_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 IN TRELLO SYSTEM</a:t>
            </a:r>
            <a:endParaRPr/>
          </a:p>
        </p:txBody>
      </p:sp>
      <p:sp>
        <p:nvSpPr>
          <p:cNvPr id="589" name="Google Shape;589;g36f5cd5a2ba_0_30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590" name="Google Shape;590;g36f5cd5a2ba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25"/>
            <a:ext cx="2722800" cy="663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36f5cd5a2ba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675" y="1273625"/>
            <a:ext cx="8397524" cy="3942504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g36f5cd5a2ba_0_30"/>
          <p:cNvSpPr txBox="1"/>
          <p:nvPr/>
        </p:nvSpPr>
        <p:spPr>
          <a:xfrm>
            <a:off x="3363675" y="5473250"/>
            <a:ext cx="89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593" name="Google Shape;593;g36f5cd5a2ba_0_30"/>
          <p:cNvSpPr/>
          <p:nvPr/>
        </p:nvSpPr>
        <p:spPr>
          <a:xfrm>
            <a:off x="435425" y="1336650"/>
            <a:ext cx="2837700" cy="4598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94" name="Google Shape;594;g36f5cd5a2ba_0_30"/>
          <p:cNvCxnSpPr>
            <a:endCxn id="592" idx="1"/>
          </p:cNvCxnSpPr>
          <p:nvPr/>
        </p:nvCxnSpPr>
        <p:spPr>
          <a:xfrm>
            <a:off x="3053775" y="5490500"/>
            <a:ext cx="309900" cy="2136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g36f5cd5a2ba_0_30"/>
          <p:cNvSpPr/>
          <p:nvPr/>
        </p:nvSpPr>
        <p:spPr>
          <a:xfrm>
            <a:off x="3363675" y="1336650"/>
            <a:ext cx="8306400" cy="38796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96" name="Google Shape;596;g36f5cd5a2ba_0_30"/>
          <p:cNvCxnSpPr/>
          <p:nvPr/>
        </p:nvCxnSpPr>
        <p:spPr>
          <a:xfrm flipH="1">
            <a:off x="4102550" y="5243750"/>
            <a:ext cx="2837700" cy="4113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7" name="Google Shape;597;g36f5cd5a2ba_0_30"/>
          <p:cNvSpPr txBox="1"/>
          <p:nvPr/>
        </p:nvSpPr>
        <p:spPr>
          <a:xfrm>
            <a:off x="4307800" y="2821100"/>
            <a:ext cx="89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Stage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598" name="Google Shape;598;g36f5cd5a2ba_0_30"/>
          <p:cNvSpPr/>
          <p:nvPr/>
        </p:nvSpPr>
        <p:spPr>
          <a:xfrm>
            <a:off x="3413575" y="1528775"/>
            <a:ext cx="1254300" cy="6288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99" name="Google Shape;599;g36f5cd5a2ba_0_30"/>
          <p:cNvCxnSpPr>
            <a:endCxn id="597" idx="0"/>
          </p:cNvCxnSpPr>
          <p:nvPr/>
        </p:nvCxnSpPr>
        <p:spPr>
          <a:xfrm>
            <a:off x="4379950" y="2344400"/>
            <a:ext cx="375300" cy="4767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70f527ffbd_2_2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IN TRELLO SYSTEM</a:t>
            </a:r>
            <a:endParaRPr/>
          </a:p>
        </p:txBody>
      </p:sp>
      <p:sp>
        <p:nvSpPr>
          <p:cNvPr id="606" name="Google Shape;606;g370f527ffbd_2_23"/>
          <p:cNvSpPr txBox="1">
            <a:spLocks noGrp="1"/>
          </p:cNvSpPr>
          <p:nvPr>
            <p:ph type="body" idx="1"/>
          </p:nvPr>
        </p:nvSpPr>
        <p:spPr>
          <a:xfrm>
            <a:off x="900425" y="1273625"/>
            <a:ext cx="87831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07" name="Google Shape;607;g370f527ffbd_2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5" y="1013926"/>
            <a:ext cx="10989303" cy="61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70f527ffbd_2_23"/>
          <p:cNvSpPr txBox="1"/>
          <p:nvPr/>
        </p:nvSpPr>
        <p:spPr>
          <a:xfrm>
            <a:off x="520250" y="4053725"/>
            <a:ext cx="200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Stage Position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09" name="Google Shape;609;g370f527ffbd_2_23"/>
          <p:cNvSpPr/>
          <p:nvPr/>
        </p:nvSpPr>
        <p:spPr>
          <a:xfrm>
            <a:off x="2776100" y="2272300"/>
            <a:ext cx="3002400" cy="23649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610" name="Google Shape;610;g370f527ffbd_2_23"/>
          <p:cNvCxnSpPr/>
          <p:nvPr/>
        </p:nvCxnSpPr>
        <p:spPr>
          <a:xfrm flipH="1">
            <a:off x="2066825" y="3187375"/>
            <a:ext cx="699000" cy="10590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6f5cd5a2ba_2_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IN TRELLO SYSTEM</a:t>
            </a:r>
            <a:endParaRPr/>
          </a:p>
        </p:txBody>
      </p:sp>
      <p:sp>
        <p:nvSpPr>
          <p:cNvPr id="617" name="Google Shape;617;g36f5cd5a2ba_2_13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  <p:pic>
        <p:nvPicPr>
          <p:cNvPr id="618" name="Google Shape;618;g36f5cd5a2ba_2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273625"/>
            <a:ext cx="2325450" cy="566934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6f5cd5a2ba_2_13"/>
          <p:cNvSpPr txBox="1"/>
          <p:nvPr/>
        </p:nvSpPr>
        <p:spPr>
          <a:xfrm>
            <a:off x="3592750" y="376457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21" name="Google Shape;621;g36f5cd5a2ba_2_13"/>
          <p:cNvSpPr/>
          <p:nvPr/>
        </p:nvSpPr>
        <p:spPr>
          <a:xfrm>
            <a:off x="514100" y="1759625"/>
            <a:ext cx="2169600" cy="10590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622" name="Google Shape;622;g36f5cd5a2ba_2_13"/>
          <p:cNvCxnSpPr>
            <a:cxnSpLocks/>
            <a:stCxn id="620" idx="0"/>
            <a:endCxn id="621" idx="3"/>
          </p:cNvCxnSpPr>
          <p:nvPr/>
        </p:nvCxnSpPr>
        <p:spPr>
          <a:xfrm flipH="1" flipV="1">
            <a:off x="2683700" y="2289125"/>
            <a:ext cx="1258550" cy="147545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3" name="Google Shape;623;g36f5cd5a2ba_2_13"/>
          <p:cNvSpPr/>
          <p:nvPr/>
        </p:nvSpPr>
        <p:spPr>
          <a:xfrm>
            <a:off x="506550" y="2899500"/>
            <a:ext cx="2169600" cy="3084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624" name="Google Shape;624;g36f5cd5a2ba_2_13"/>
          <p:cNvCxnSpPr>
            <a:cxnSpLocks/>
            <a:endCxn id="623" idx="3"/>
          </p:cNvCxnSpPr>
          <p:nvPr/>
        </p:nvCxnSpPr>
        <p:spPr>
          <a:xfrm flipH="1" flipV="1">
            <a:off x="2676150" y="3053700"/>
            <a:ext cx="1076550" cy="823398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5" name="Google Shape;625;g36f5cd5a2ba_2_13"/>
          <p:cNvCxnSpPr>
            <a:cxnSpLocks/>
          </p:cNvCxnSpPr>
          <p:nvPr/>
        </p:nvCxnSpPr>
        <p:spPr>
          <a:xfrm flipH="1" flipV="1">
            <a:off x="2755450" y="3526825"/>
            <a:ext cx="786725" cy="34745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6" name="Google Shape;626;g36f5cd5a2ba_2_13"/>
          <p:cNvSpPr/>
          <p:nvPr/>
        </p:nvSpPr>
        <p:spPr>
          <a:xfrm>
            <a:off x="514100" y="3288775"/>
            <a:ext cx="2169600" cy="4023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pic>
        <p:nvPicPr>
          <p:cNvPr id="3" name="Google Shape;618;g36f5cd5a2ba_2_13">
            <a:extLst>
              <a:ext uri="{FF2B5EF4-FFF2-40B4-BE49-F238E27FC236}">
                <a16:creationId xmlns:a16="http://schemas.microsoft.com/office/drawing/2014/main" id="{A3B97356-FCA7-243D-C6A9-02A1F73C89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098550"/>
            <a:ext cx="2325450" cy="56693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19;g36f5cd5a2ba_2_13">
            <a:extLst>
              <a:ext uri="{FF2B5EF4-FFF2-40B4-BE49-F238E27FC236}">
                <a16:creationId xmlns:a16="http://schemas.microsoft.com/office/drawing/2014/main" id="{7312FC1B-8565-0D37-56D4-1B534D273BF2}"/>
              </a:ext>
            </a:extLst>
          </p:cNvPr>
          <p:cNvSpPr txBox="1"/>
          <p:nvPr/>
        </p:nvSpPr>
        <p:spPr>
          <a:xfrm>
            <a:off x="5104175" y="1584550"/>
            <a:ext cx="86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Stage</a:t>
            </a:r>
            <a:endParaRPr sz="1800" dirty="0">
              <a:solidFill>
                <a:srgbClr val="F5AD33"/>
              </a:solidFill>
            </a:endParaRPr>
          </a:p>
        </p:txBody>
      </p:sp>
      <p:sp>
        <p:nvSpPr>
          <p:cNvPr id="6" name="Google Shape;621;g36f5cd5a2ba_2_13">
            <a:extLst>
              <a:ext uri="{FF2B5EF4-FFF2-40B4-BE49-F238E27FC236}">
                <a16:creationId xmlns:a16="http://schemas.microsoft.com/office/drawing/2014/main" id="{21526ACD-A3C3-7693-0E16-2A6611D38D76}"/>
              </a:ext>
            </a:extLst>
          </p:cNvPr>
          <p:cNvSpPr/>
          <p:nvPr/>
        </p:nvSpPr>
        <p:spPr>
          <a:xfrm>
            <a:off x="514100" y="1584550"/>
            <a:ext cx="2169600" cy="10590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7" name="Google Shape;623;g36f5cd5a2ba_2_13">
            <a:extLst>
              <a:ext uri="{FF2B5EF4-FFF2-40B4-BE49-F238E27FC236}">
                <a16:creationId xmlns:a16="http://schemas.microsoft.com/office/drawing/2014/main" id="{912E978B-3D93-0077-2B52-EC4570F2967A}"/>
              </a:ext>
            </a:extLst>
          </p:cNvPr>
          <p:cNvSpPr/>
          <p:nvPr/>
        </p:nvSpPr>
        <p:spPr>
          <a:xfrm>
            <a:off x="506550" y="2724425"/>
            <a:ext cx="2169600" cy="3084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8" name="Google Shape;624;g36f5cd5a2ba_2_13">
            <a:extLst>
              <a:ext uri="{FF2B5EF4-FFF2-40B4-BE49-F238E27FC236}">
                <a16:creationId xmlns:a16="http://schemas.microsoft.com/office/drawing/2014/main" id="{D23F6B6E-015B-518B-598D-92708F46BF3A}"/>
              </a:ext>
            </a:extLst>
          </p:cNvPr>
          <p:cNvCxnSpPr>
            <a:cxnSpLocks/>
            <a:stCxn id="620" idx="0"/>
            <a:endCxn id="7" idx="3"/>
          </p:cNvCxnSpPr>
          <p:nvPr/>
        </p:nvCxnSpPr>
        <p:spPr>
          <a:xfrm flipH="1" flipV="1">
            <a:off x="2676150" y="2878625"/>
            <a:ext cx="1266100" cy="88595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625;g36f5cd5a2ba_2_13">
            <a:extLst>
              <a:ext uri="{FF2B5EF4-FFF2-40B4-BE49-F238E27FC236}">
                <a16:creationId xmlns:a16="http://schemas.microsoft.com/office/drawing/2014/main" id="{D8C0E4C1-9360-4BA2-4254-F0420B28A084}"/>
              </a:ext>
            </a:extLst>
          </p:cNvPr>
          <p:cNvCxnSpPr>
            <a:cxnSpLocks/>
          </p:cNvCxnSpPr>
          <p:nvPr/>
        </p:nvCxnSpPr>
        <p:spPr>
          <a:xfrm flipH="1" flipV="1">
            <a:off x="2755450" y="3351750"/>
            <a:ext cx="837300" cy="522525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626;g36f5cd5a2ba_2_13">
            <a:extLst>
              <a:ext uri="{FF2B5EF4-FFF2-40B4-BE49-F238E27FC236}">
                <a16:creationId xmlns:a16="http://schemas.microsoft.com/office/drawing/2014/main" id="{00FFCDBA-46BB-F0AA-5473-CD27B21C78AB}"/>
              </a:ext>
            </a:extLst>
          </p:cNvPr>
          <p:cNvSpPr/>
          <p:nvPr/>
        </p:nvSpPr>
        <p:spPr>
          <a:xfrm>
            <a:off x="514100" y="3113700"/>
            <a:ext cx="2169600" cy="4023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11" name="Google Shape;627;g36f5cd5a2ba_2_13">
            <a:extLst>
              <a:ext uri="{FF2B5EF4-FFF2-40B4-BE49-F238E27FC236}">
                <a16:creationId xmlns:a16="http://schemas.microsoft.com/office/drawing/2014/main" id="{560178FF-7C3E-B834-E2ED-F750B53872F4}"/>
              </a:ext>
            </a:extLst>
          </p:cNvPr>
          <p:cNvCxnSpPr>
            <a:stCxn id="4" idx="1"/>
          </p:cNvCxnSpPr>
          <p:nvPr/>
        </p:nvCxnSpPr>
        <p:spPr>
          <a:xfrm rot="10800000">
            <a:off x="2827475" y="1377400"/>
            <a:ext cx="2276700" cy="4380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8" name="Google Shape;628;g36f5cd5a2ba_2_13"/>
          <p:cNvSpPr/>
          <p:nvPr/>
        </p:nvSpPr>
        <p:spPr>
          <a:xfrm>
            <a:off x="348998" y="1028125"/>
            <a:ext cx="2467500" cy="53259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f5cd5a2ba_2_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635" name="Google Shape;635;g36f5cd5a2ba_2_21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36" name="Google Shape;636;g36f5cd5a2ba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143625"/>
            <a:ext cx="9335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36f5cd5a2ba_2_21"/>
          <p:cNvSpPr txBox="1"/>
          <p:nvPr/>
        </p:nvSpPr>
        <p:spPr>
          <a:xfrm>
            <a:off x="2624425" y="1297925"/>
            <a:ext cx="1134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Member</a:t>
            </a:r>
            <a:endParaRPr sz="1800" dirty="0">
              <a:solidFill>
                <a:srgbClr val="F5AD33"/>
              </a:solidFill>
            </a:endParaRPr>
          </a:p>
        </p:txBody>
      </p:sp>
      <p:sp>
        <p:nvSpPr>
          <p:cNvPr id="638" name="Google Shape;638;g36f5cd5a2ba_2_21"/>
          <p:cNvSpPr/>
          <p:nvPr/>
        </p:nvSpPr>
        <p:spPr>
          <a:xfrm>
            <a:off x="894525" y="3007500"/>
            <a:ext cx="12648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39" name="Google Shape;639;g36f5cd5a2ba_2_21"/>
          <p:cNvCxnSpPr/>
          <p:nvPr/>
        </p:nvCxnSpPr>
        <p:spPr>
          <a:xfrm flipH="1">
            <a:off x="2005025" y="1603975"/>
            <a:ext cx="873900" cy="1419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0" name="Google Shape;640;g36f5cd5a2ba_2_21"/>
          <p:cNvSpPr/>
          <p:nvPr/>
        </p:nvSpPr>
        <p:spPr>
          <a:xfrm>
            <a:off x="2230325" y="2909525"/>
            <a:ext cx="9261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41" name="Google Shape;641;g36f5cd5a2ba_2_21"/>
          <p:cNvCxnSpPr>
            <a:endCxn id="642" idx="1"/>
          </p:cNvCxnSpPr>
          <p:nvPr/>
        </p:nvCxnSpPr>
        <p:spPr>
          <a:xfrm>
            <a:off x="3298275" y="3515925"/>
            <a:ext cx="978600" cy="411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2" name="Google Shape;642;g36f5cd5a2ba_2_21"/>
          <p:cNvSpPr txBox="1"/>
          <p:nvPr/>
        </p:nvSpPr>
        <p:spPr>
          <a:xfrm>
            <a:off x="4276875" y="3696675"/>
            <a:ext cx="126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Label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43" name="Google Shape;643;g36f5cd5a2ba_2_21"/>
          <p:cNvSpPr txBox="1"/>
          <p:nvPr/>
        </p:nvSpPr>
        <p:spPr>
          <a:xfrm>
            <a:off x="5976675" y="1759625"/>
            <a:ext cx="126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CardDate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44" name="Google Shape;644;g36f5cd5a2ba_2_21"/>
          <p:cNvSpPr txBox="1"/>
          <p:nvPr/>
        </p:nvSpPr>
        <p:spPr>
          <a:xfrm>
            <a:off x="5976675" y="5105100"/>
            <a:ext cx="174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CardLocation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45" name="Google Shape;645;g36f5cd5a2ba_2_21"/>
          <p:cNvSpPr/>
          <p:nvPr/>
        </p:nvSpPr>
        <p:spPr>
          <a:xfrm>
            <a:off x="3566125" y="2909525"/>
            <a:ext cx="12648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46" name="Google Shape;646;g36f5cd5a2ba_2_21"/>
          <p:cNvCxnSpPr>
            <a:endCxn id="643" idx="1"/>
          </p:cNvCxnSpPr>
          <p:nvPr/>
        </p:nvCxnSpPr>
        <p:spPr>
          <a:xfrm rot="10800000" flipH="1">
            <a:off x="4842675" y="1990475"/>
            <a:ext cx="1134000" cy="9297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g36f5cd5a2ba_2_21"/>
          <p:cNvCxnSpPr>
            <a:endCxn id="644" idx="1"/>
          </p:cNvCxnSpPr>
          <p:nvPr/>
        </p:nvCxnSpPr>
        <p:spPr>
          <a:xfrm rot="10800000" flipH="1">
            <a:off x="5562375" y="5335950"/>
            <a:ext cx="414300" cy="165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8" name="Google Shape;648;g36f5cd5a2ba_2_21"/>
          <p:cNvSpPr/>
          <p:nvPr/>
        </p:nvSpPr>
        <p:spPr>
          <a:xfrm>
            <a:off x="647750" y="5500800"/>
            <a:ext cx="4893900" cy="14805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49" name="Google Shape;649;g36f5cd5a2ba_2_21"/>
          <p:cNvSpPr txBox="1"/>
          <p:nvPr/>
        </p:nvSpPr>
        <p:spPr>
          <a:xfrm>
            <a:off x="6193875" y="4239600"/>
            <a:ext cx="184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CardDescription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50" name="Google Shape;650;g36f5cd5a2ba_2_21"/>
          <p:cNvSpPr/>
          <p:nvPr/>
        </p:nvSpPr>
        <p:spPr>
          <a:xfrm>
            <a:off x="894525" y="4423775"/>
            <a:ext cx="45972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51" name="Google Shape;651;g36f5cd5a2ba_2_21"/>
          <p:cNvCxnSpPr>
            <a:stCxn id="650" idx="3"/>
            <a:endCxn id="649" idx="1"/>
          </p:cNvCxnSpPr>
          <p:nvPr/>
        </p:nvCxnSpPr>
        <p:spPr>
          <a:xfrm rot="10800000" flipH="1">
            <a:off x="5491725" y="4470575"/>
            <a:ext cx="702300" cy="243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70f527ffbd_3_6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658" name="Google Shape;658;g370f527ffbd_3_63"/>
          <p:cNvSpPr txBox="1">
            <a:spLocks noGrp="1"/>
          </p:cNvSpPr>
          <p:nvPr>
            <p:ph type="body" idx="1"/>
          </p:nvPr>
        </p:nvSpPr>
        <p:spPr>
          <a:xfrm>
            <a:off x="900425" y="1273625"/>
            <a:ext cx="87831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59" name="Google Shape;659;g370f527ffbd_3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13" y="1273625"/>
            <a:ext cx="8783184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70f527ffbd_3_63"/>
          <p:cNvSpPr txBox="1"/>
          <p:nvPr/>
        </p:nvSpPr>
        <p:spPr>
          <a:xfrm>
            <a:off x="4005175" y="3865575"/>
            <a:ext cx="200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 Position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61" name="Google Shape;661;g370f527ffbd_3_63"/>
          <p:cNvSpPr txBox="1"/>
          <p:nvPr/>
        </p:nvSpPr>
        <p:spPr>
          <a:xfrm>
            <a:off x="3875075" y="1695725"/>
            <a:ext cx="19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Card Activity</a:t>
            </a:r>
            <a:endParaRPr sz="1800" dirty="0">
              <a:solidFill>
                <a:srgbClr val="F5AD33"/>
              </a:solidFill>
            </a:endParaRPr>
          </a:p>
        </p:txBody>
      </p:sp>
      <p:sp>
        <p:nvSpPr>
          <p:cNvPr id="662" name="Google Shape;662;g370f527ffbd_3_63"/>
          <p:cNvSpPr/>
          <p:nvPr/>
        </p:nvSpPr>
        <p:spPr>
          <a:xfrm>
            <a:off x="6126325" y="2559925"/>
            <a:ext cx="3189000" cy="504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63" name="Google Shape;663;g370f527ffbd_3_63"/>
          <p:cNvCxnSpPr>
            <a:endCxn id="662" idx="1"/>
          </p:cNvCxnSpPr>
          <p:nvPr/>
        </p:nvCxnSpPr>
        <p:spPr>
          <a:xfrm>
            <a:off x="5511025" y="1932925"/>
            <a:ext cx="615300" cy="879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4" name="Google Shape;664;g370f527ffbd_3_63"/>
          <p:cNvSpPr/>
          <p:nvPr/>
        </p:nvSpPr>
        <p:spPr>
          <a:xfrm>
            <a:off x="1117225" y="2907675"/>
            <a:ext cx="2358000" cy="1698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65" name="Google Shape;665;g370f527ffbd_3_63"/>
          <p:cNvCxnSpPr>
            <a:stCxn id="664" idx="3"/>
            <a:endCxn id="660" idx="1"/>
          </p:cNvCxnSpPr>
          <p:nvPr/>
        </p:nvCxnSpPr>
        <p:spPr>
          <a:xfrm>
            <a:off x="3475225" y="3756975"/>
            <a:ext cx="530100" cy="339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70f527ffbd_3_7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672" name="Google Shape;672;g370f527ffbd_3_77"/>
          <p:cNvSpPr txBox="1">
            <a:spLocks noGrp="1"/>
          </p:cNvSpPr>
          <p:nvPr>
            <p:ph type="body" idx="1"/>
          </p:nvPr>
        </p:nvSpPr>
        <p:spPr>
          <a:xfrm>
            <a:off x="900425" y="1273625"/>
            <a:ext cx="87831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73" name="Google Shape;673;g370f527ffbd_3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25" y="1273625"/>
            <a:ext cx="9084800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g370f527ffbd_3_77"/>
          <p:cNvSpPr txBox="1"/>
          <p:nvPr/>
        </p:nvSpPr>
        <p:spPr>
          <a:xfrm>
            <a:off x="4070450" y="3289425"/>
            <a:ext cx="140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 Cover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75" name="Google Shape;675;g370f527ffbd_3_77"/>
          <p:cNvSpPr/>
          <p:nvPr/>
        </p:nvSpPr>
        <p:spPr>
          <a:xfrm>
            <a:off x="7762800" y="1573125"/>
            <a:ext cx="2169300" cy="4854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76" name="Google Shape;676;g370f527ffbd_3_77"/>
          <p:cNvCxnSpPr>
            <a:stCxn id="674" idx="3"/>
          </p:cNvCxnSpPr>
          <p:nvPr/>
        </p:nvCxnSpPr>
        <p:spPr>
          <a:xfrm>
            <a:off x="5480150" y="3520275"/>
            <a:ext cx="2282700" cy="16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7" name="Google Shape;677;g370f527ffbd_3_77"/>
          <p:cNvSpPr/>
          <p:nvPr/>
        </p:nvSpPr>
        <p:spPr>
          <a:xfrm>
            <a:off x="8635650" y="2858375"/>
            <a:ext cx="423600" cy="288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78" name="Google Shape;678;g370f527ffbd_3_77"/>
          <p:cNvSpPr txBox="1"/>
          <p:nvPr/>
        </p:nvSpPr>
        <p:spPr>
          <a:xfrm>
            <a:off x="6711075" y="1996050"/>
            <a:ext cx="86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Color</a:t>
            </a:r>
            <a:endParaRPr>
              <a:solidFill>
                <a:srgbClr val="F5AD33"/>
              </a:solidFill>
            </a:endParaRPr>
          </a:p>
        </p:txBody>
      </p:sp>
      <p:cxnSp>
        <p:nvCxnSpPr>
          <p:cNvPr id="679" name="Google Shape;679;g370f527ffbd_3_77"/>
          <p:cNvCxnSpPr>
            <a:endCxn id="677" idx="1"/>
          </p:cNvCxnSpPr>
          <p:nvPr/>
        </p:nvCxnSpPr>
        <p:spPr>
          <a:xfrm>
            <a:off x="7330950" y="2313275"/>
            <a:ext cx="1304700" cy="689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0" name="Google Shape;680;g370f527ffbd_3_77"/>
          <p:cNvSpPr/>
          <p:nvPr/>
        </p:nvSpPr>
        <p:spPr>
          <a:xfrm>
            <a:off x="7834775" y="4010975"/>
            <a:ext cx="2025600" cy="461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81" name="Google Shape;681;g370f527ffbd_3_77"/>
          <p:cNvSpPr txBox="1"/>
          <p:nvPr/>
        </p:nvSpPr>
        <p:spPr>
          <a:xfrm>
            <a:off x="6069600" y="2540675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Attachment</a:t>
            </a:r>
            <a:endParaRPr>
              <a:solidFill>
                <a:srgbClr val="F5AD33"/>
              </a:solidFill>
            </a:endParaRPr>
          </a:p>
        </p:txBody>
      </p:sp>
      <p:cxnSp>
        <p:nvCxnSpPr>
          <p:cNvPr id="682" name="Google Shape;682;g370f527ffbd_3_77"/>
          <p:cNvCxnSpPr>
            <a:stCxn id="681" idx="3"/>
            <a:endCxn id="680" idx="0"/>
          </p:cNvCxnSpPr>
          <p:nvPr/>
        </p:nvCxnSpPr>
        <p:spPr>
          <a:xfrm>
            <a:off x="7479300" y="2740775"/>
            <a:ext cx="1368300" cy="12702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3" name="Google Shape;683;g370f527ffbd_3_77"/>
          <p:cNvSpPr txBox="1"/>
          <p:nvPr/>
        </p:nvSpPr>
        <p:spPr>
          <a:xfrm>
            <a:off x="5257950" y="4843675"/>
            <a:ext cx="167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UnsplashImg</a:t>
            </a:r>
            <a:endParaRPr>
              <a:solidFill>
                <a:srgbClr val="F5AD33"/>
              </a:solidFill>
            </a:endParaRPr>
          </a:p>
        </p:txBody>
      </p:sp>
      <p:cxnSp>
        <p:nvCxnSpPr>
          <p:cNvPr id="684" name="Google Shape;684;g370f527ffbd_3_77"/>
          <p:cNvCxnSpPr>
            <a:stCxn id="683" idx="3"/>
            <a:endCxn id="685" idx="1"/>
          </p:cNvCxnSpPr>
          <p:nvPr/>
        </p:nvCxnSpPr>
        <p:spPr>
          <a:xfrm>
            <a:off x="6934050" y="5043775"/>
            <a:ext cx="1546800" cy="30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g370f527ffbd_3_77"/>
          <p:cNvSpPr/>
          <p:nvPr/>
        </p:nvSpPr>
        <p:spPr>
          <a:xfrm>
            <a:off x="8480700" y="4843675"/>
            <a:ext cx="732000" cy="461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6f5cd5a2ba_2_6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 AND COLOR IN TRELLO SYSTEM</a:t>
            </a:r>
            <a:endParaRPr/>
          </a:p>
        </p:txBody>
      </p:sp>
      <p:sp>
        <p:nvSpPr>
          <p:cNvPr id="692" name="Google Shape;692;g36f5cd5a2ba_2_68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93" name="Google Shape;693;g36f5cd5a2ba_2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24"/>
            <a:ext cx="3003160" cy="51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g36f5cd5a2ba_2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750" y="1273625"/>
            <a:ext cx="5219700" cy="453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5" name="Google Shape;695;g36f5cd5a2ba_2_68"/>
          <p:cNvCxnSpPr>
            <a:endCxn id="696" idx="3"/>
          </p:cNvCxnSpPr>
          <p:nvPr/>
        </p:nvCxnSpPr>
        <p:spPr>
          <a:xfrm rot="10800000">
            <a:off x="3021275" y="3087900"/>
            <a:ext cx="808800" cy="798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6" name="Google Shape;696;g36f5cd5a2ba_2_68"/>
          <p:cNvSpPr/>
          <p:nvPr/>
        </p:nvSpPr>
        <p:spPr>
          <a:xfrm>
            <a:off x="1167575" y="2929200"/>
            <a:ext cx="1853700" cy="317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97" name="Google Shape;697;g36f5cd5a2ba_2_68"/>
          <p:cNvSpPr txBox="1"/>
          <p:nvPr/>
        </p:nvSpPr>
        <p:spPr>
          <a:xfrm>
            <a:off x="3593494" y="3853575"/>
            <a:ext cx="80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Label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98" name="Google Shape;698;g36f5cd5a2ba_2_68"/>
          <p:cNvSpPr txBox="1"/>
          <p:nvPr/>
        </p:nvSpPr>
        <p:spPr>
          <a:xfrm>
            <a:off x="5630419" y="3780650"/>
            <a:ext cx="80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Color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699" name="Google Shape;699;g36f5cd5a2ba_2_68"/>
          <p:cNvCxnSpPr>
            <a:stCxn id="700" idx="1"/>
            <a:endCxn id="698" idx="2"/>
          </p:cNvCxnSpPr>
          <p:nvPr/>
        </p:nvCxnSpPr>
        <p:spPr>
          <a:xfrm rot="10800000">
            <a:off x="6034850" y="4242500"/>
            <a:ext cx="1662900" cy="460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g36f5cd5a2ba_2_68"/>
          <p:cNvSpPr/>
          <p:nvPr/>
        </p:nvSpPr>
        <p:spPr>
          <a:xfrm>
            <a:off x="7697750" y="4512200"/>
            <a:ext cx="546900" cy="3822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711d298ec9_1_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BOARD, STAGE, CARD, LABEL, COLOR RELATIONSHIP</a:t>
            </a:r>
            <a:endParaRPr/>
          </a:p>
        </p:txBody>
      </p:sp>
      <p:pic>
        <p:nvPicPr>
          <p:cNvPr id="707" name="Google Shape;707;g3711d298ec9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563" y="1269650"/>
            <a:ext cx="7019501" cy="545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g36f5cd5a2ba_2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172554"/>
            <a:ext cx="7658200" cy="23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6f5cd5a2ba_2_7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CHECKLIST IN TRELLO SYSTEM</a:t>
            </a:r>
            <a:endParaRPr/>
          </a:p>
        </p:txBody>
      </p:sp>
      <p:pic>
        <p:nvPicPr>
          <p:cNvPr id="715" name="Google Shape;715;g36f5cd5a2ba_2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4104050"/>
            <a:ext cx="4627655" cy="276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6" name="Google Shape;716;g36f5cd5a2ba_2_78"/>
          <p:cNvCxnSpPr>
            <a:stCxn id="717" idx="1"/>
            <a:endCxn id="718" idx="3"/>
          </p:cNvCxnSpPr>
          <p:nvPr/>
        </p:nvCxnSpPr>
        <p:spPr>
          <a:xfrm flipH="1">
            <a:off x="1429075" y="1653225"/>
            <a:ext cx="3285000" cy="523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9" name="Google Shape;719;g36f5cd5a2ba_2_78"/>
          <p:cNvSpPr txBox="1"/>
          <p:nvPr/>
        </p:nvSpPr>
        <p:spPr>
          <a:xfrm>
            <a:off x="9871804" y="3379825"/>
            <a:ext cx="131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CheckList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717" name="Google Shape;717;g36f5cd5a2ba_2_78"/>
          <p:cNvSpPr txBox="1"/>
          <p:nvPr/>
        </p:nvSpPr>
        <p:spPr>
          <a:xfrm>
            <a:off x="4714075" y="1422375"/>
            <a:ext cx="165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CheckListItem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718" name="Google Shape;718;g36f5cd5a2ba_2_78"/>
          <p:cNvSpPr/>
          <p:nvPr/>
        </p:nvSpPr>
        <p:spPr>
          <a:xfrm>
            <a:off x="563300" y="2016325"/>
            <a:ext cx="865800" cy="32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20" name="Google Shape;720;g36f5cd5a2ba_2_78"/>
          <p:cNvSpPr/>
          <p:nvPr/>
        </p:nvSpPr>
        <p:spPr>
          <a:xfrm>
            <a:off x="522200" y="2472600"/>
            <a:ext cx="948000" cy="3741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21" name="Google Shape;721;g36f5cd5a2ba_2_78"/>
          <p:cNvCxnSpPr>
            <a:stCxn id="717" idx="1"/>
            <a:endCxn id="720" idx="3"/>
          </p:cNvCxnSpPr>
          <p:nvPr/>
        </p:nvCxnSpPr>
        <p:spPr>
          <a:xfrm flipH="1">
            <a:off x="1470175" y="1653225"/>
            <a:ext cx="3243900" cy="10065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2" name="Google Shape;722;g36f5cd5a2ba_2_78"/>
          <p:cNvCxnSpPr>
            <a:stCxn id="719" idx="1"/>
          </p:cNvCxnSpPr>
          <p:nvPr/>
        </p:nvCxnSpPr>
        <p:spPr>
          <a:xfrm rot="10800000">
            <a:off x="8408704" y="3236575"/>
            <a:ext cx="1463100" cy="374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3" name="Google Shape;723;g36f5cd5a2ba_2_78"/>
          <p:cNvSpPr/>
          <p:nvPr/>
        </p:nvSpPr>
        <p:spPr>
          <a:xfrm>
            <a:off x="2926225" y="5661125"/>
            <a:ext cx="1239300" cy="296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24" name="Google Shape;724;g36f5cd5a2ba_2_78"/>
          <p:cNvSpPr txBox="1"/>
          <p:nvPr/>
        </p:nvSpPr>
        <p:spPr>
          <a:xfrm>
            <a:off x="7476225" y="4952000"/>
            <a:ext cx="383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Assign Member Into CheckListItem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725" name="Google Shape;725;g36f5cd5a2ba_2_78"/>
          <p:cNvCxnSpPr>
            <a:stCxn id="724" idx="1"/>
            <a:endCxn id="723" idx="3"/>
          </p:cNvCxnSpPr>
          <p:nvPr/>
        </p:nvCxnSpPr>
        <p:spPr>
          <a:xfrm flipH="1">
            <a:off x="4165425" y="5182850"/>
            <a:ext cx="3310800" cy="6264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g36f5cd5a2ba_2_78"/>
          <p:cNvCxnSpPr/>
          <p:nvPr/>
        </p:nvCxnSpPr>
        <p:spPr>
          <a:xfrm flipH="1">
            <a:off x="4411075" y="2333975"/>
            <a:ext cx="2693700" cy="22416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711d298ec9_0_207"/>
          <p:cNvSpPr txBox="1">
            <a:spLocks noGrp="1"/>
          </p:cNvSpPr>
          <p:nvPr>
            <p:ph type="body" idx="1"/>
          </p:nvPr>
        </p:nvSpPr>
        <p:spPr>
          <a:xfrm>
            <a:off x="432000" y="2186925"/>
            <a:ext cx="11329200" cy="24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CheckList, CheckListItem(Quân)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733" name="Google Shape;733;g3711d298ec9_0_20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CHECKLIST, CHECKLISTITEM</a:t>
            </a:r>
            <a:endParaRPr/>
          </a:p>
        </p:txBody>
      </p:sp>
      <p:pic>
        <p:nvPicPr>
          <p:cNvPr id="734" name="Google Shape;734;g3711d298ec9_0_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10" y="2186988"/>
            <a:ext cx="11329200" cy="248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6f5cd5a2ba_2_5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ATTACHMENT IN TRELLO SYSTEM</a:t>
            </a:r>
            <a:endParaRPr/>
          </a:p>
        </p:txBody>
      </p:sp>
      <p:sp>
        <p:nvSpPr>
          <p:cNvPr id="741" name="Google Shape;741;g36f5cd5a2ba_2_51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742" name="Google Shape;742;g36f5cd5a2ba_2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30"/>
            <a:ext cx="8153401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g36f5cd5a2ba_2_51"/>
          <p:cNvSpPr txBox="1"/>
          <p:nvPr/>
        </p:nvSpPr>
        <p:spPr>
          <a:xfrm>
            <a:off x="5649250" y="2029800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Attachment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744" name="Google Shape;744;g36f5cd5a2ba_2_51"/>
          <p:cNvCxnSpPr>
            <a:endCxn id="745" idx="3"/>
          </p:cNvCxnSpPr>
          <p:nvPr/>
        </p:nvCxnSpPr>
        <p:spPr>
          <a:xfrm flipH="1">
            <a:off x="4127350" y="2491500"/>
            <a:ext cx="1521900" cy="13134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g36f5cd5a2ba_2_51"/>
          <p:cNvSpPr/>
          <p:nvPr/>
        </p:nvSpPr>
        <p:spPr>
          <a:xfrm>
            <a:off x="1157350" y="3482250"/>
            <a:ext cx="2970000" cy="645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46" name="Google Shape;746;g36f5cd5a2ba_2_51"/>
          <p:cNvSpPr/>
          <p:nvPr/>
        </p:nvSpPr>
        <p:spPr>
          <a:xfrm>
            <a:off x="1157350" y="2303200"/>
            <a:ext cx="2970000" cy="645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47" name="Google Shape;747;g36f5cd5a2ba_2_51"/>
          <p:cNvCxnSpPr>
            <a:stCxn id="743" idx="1"/>
            <a:endCxn id="746" idx="3"/>
          </p:cNvCxnSpPr>
          <p:nvPr/>
        </p:nvCxnSpPr>
        <p:spPr>
          <a:xfrm flipH="1">
            <a:off x="4127350" y="2260650"/>
            <a:ext cx="1521900" cy="365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C7FE2C-9C7D-D677-EFEA-52B78302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38" y="1083374"/>
            <a:ext cx="4115374" cy="5534797"/>
          </a:xfrm>
          <a:prstGeom prst="rect">
            <a:avLst/>
          </a:prstGeom>
        </p:spPr>
      </p:pic>
      <p:sp>
        <p:nvSpPr>
          <p:cNvPr id="753" name="Google Shape;753;g36f5cd5a2ba_2_5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COMMENT IN TRELLO SYSTEM</a:t>
            </a:r>
            <a:endParaRPr/>
          </a:p>
        </p:txBody>
      </p:sp>
      <p:sp>
        <p:nvSpPr>
          <p:cNvPr id="754" name="Google Shape;754;g36f5cd5a2ba_2_59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  <p:pic>
        <p:nvPicPr>
          <p:cNvPr id="756" name="Google Shape;756;g36f5cd5a2ba_2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7100" y="1097999"/>
            <a:ext cx="4054899" cy="5809147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36f5cd5a2ba_2_59"/>
          <p:cNvSpPr txBox="1"/>
          <p:nvPr/>
        </p:nvSpPr>
        <p:spPr>
          <a:xfrm>
            <a:off x="4733362" y="1602413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Activity</a:t>
            </a:r>
            <a:endParaRPr sz="1800" dirty="0">
              <a:solidFill>
                <a:srgbClr val="F5AD33"/>
              </a:solidFill>
            </a:endParaRPr>
          </a:p>
        </p:txBody>
      </p:sp>
      <p:cxnSp>
        <p:nvCxnSpPr>
          <p:cNvPr id="758" name="Google Shape;758;g36f5cd5a2ba_2_59"/>
          <p:cNvCxnSpPr>
            <a:endCxn id="759" idx="3"/>
          </p:cNvCxnSpPr>
          <p:nvPr/>
        </p:nvCxnSpPr>
        <p:spPr>
          <a:xfrm rot="10800000">
            <a:off x="3258818" y="2460775"/>
            <a:ext cx="808800" cy="798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9" name="Google Shape;759;g36f5cd5a2ba_2_59"/>
          <p:cNvSpPr/>
          <p:nvPr/>
        </p:nvSpPr>
        <p:spPr>
          <a:xfrm>
            <a:off x="404918" y="2151925"/>
            <a:ext cx="2853900" cy="61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60" name="Google Shape;760;g36f5cd5a2ba_2_59"/>
          <p:cNvSpPr/>
          <p:nvPr/>
        </p:nvSpPr>
        <p:spPr>
          <a:xfrm>
            <a:off x="6204655" y="2151925"/>
            <a:ext cx="3406070" cy="7512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61" name="Google Shape;761;g36f5cd5a2ba_2_59"/>
          <p:cNvSpPr txBox="1"/>
          <p:nvPr/>
        </p:nvSpPr>
        <p:spPr>
          <a:xfrm>
            <a:off x="3662300" y="3185976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5AD33"/>
                </a:solidFill>
              </a:rPr>
              <a:t>Comment</a:t>
            </a:r>
            <a:endParaRPr sz="1800" dirty="0">
              <a:solidFill>
                <a:srgbClr val="F5AD33"/>
              </a:solidFill>
            </a:endParaRPr>
          </a:p>
        </p:txBody>
      </p:sp>
      <p:cxnSp>
        <p:nvCxnSpPr>
          <p:cNvPr id="762" name="Google Shape;762;g36f5cd5a2ba_2_59"/>
          <p:cNvCxnSpPr>
            <a:cxnSpLocks/>
            <a:stCxn id="760" idx="1"/>
          </p:cNvCxnSpPr>
          <p:nvPr/>
        </p:nvCxnSpPr>
        <p:spPr>
          <a:xfrm flipH="1" flipV="1">
            <a:off x="5301055" y="1909825"/>
            <a:ext cx="903600" cy="6177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711d298ec9_0_2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ATTACHMENT, COMMENT, REACTION RELATIONSHIP</a:t>
            </a:r>
            <a:endParaRPr/>
          </a:p>
        </p:txBody>
      </p:sp>
      <p:pic>
        <p:nvPicPr>
          <p:cNvPr id="783" name="Google Shape;783;g3711d298ec9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379950"/>
            <a:ext cx="11222126" cy="519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6f5cd5a2ba_2_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790" name="Google Shape;790;g36f5cd5a2ba_2_43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FieldItem</a:t>
            </a:r>
            <a:endParaRPr>
              <a:solidFill>
                <a:srgbClr val="F5AD3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791" name="Google Shape;791;g36f5cd5a2ba_2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273628"/>
            <a:ext cx="6927950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g36f5cd5a2ba_2_43"/>
          <p:cNvSpPr txBox="1"/>
          <p:nvPr/>
        </p:nvSpPr>
        <p:spPr>
          <a:xfrm>
            <a:off x="2141200" y="1357775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CustomField</a:t>
            </a:r>
            <a:endParaRPr sz="1800">
              <a:solidFill>
                <a:srgbClr val="F5AD33"/>
              </a:solidFill>
            </a:endParaRPr>
          </a:p>
        </p:txBody>
      </p:sp>
      <p:pic>
        <p:nvPicPr>
          <p:cNvPr id="793" name="Google Shape;793;g36f5cd5a2ba_2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9926" y="1273630"/>
            <a:ext cx="2981279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g36f5cd5a2ba_2_43"/>
          <p:cNvSpPr txBox="1"/>
          <p:nvPr/>
        </p:nvSpPr>
        <p:spPr>
          <a:xfrm>
            <a:off x="5992750" y="3619925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FieldItem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795" name="Google Shape;795;g36f5cd5a2ba_2_43"/>
          <p:cNvSpPr txBox="1"/>
          <p:nvPr/>
        </p:nvSpPr>
        <p:spPr>
          <a:xfrm>
            <a:off x="5282975" y="2584750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FieldValue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796" name="Google Shape;796;g36f5cd5a2ba_2_43"/>
          <p:cNvCxnSpPr>
            <a:endCxn id="797" idx="3"/>
          </p:cNvCxnSpPr>
          <p:nvPr/>
        </p:nvCxnSpPr>
        <p:spPr>
          <a:xfrm flipH="1">
            <a:off x="4061200" y="2889125"/>
            <a:ext cx="1521900" cy="13134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8" name="Google Shape;798;g36f5cd5a2ba_2_43"/>
          <p:cNvCxnSpPr>
            <a:endCxn id="799" idx="3"/>
          </p:cNvCxnSpPr>
          <p:nvPr/>
        </p:nvCxnSpPr>
        <p:spPr>
          <a:xfrm flipH="1">
            <a:off x="4110775" y="3041550"/>
            <a:ext cx="1624800" cy="2105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0" name="Google Shape;800;g36f5cd5a2ba_2_43"/>
          <p:cNvCxnSpPr/>
          <p:nvPr/>
        </p:nvCxnSpPr>
        <p:spPr>
          <a:xfrm flipH="1">
            <a:off x="1686125" y="1696500"/>
            <a:ext cx="740400" cy="2673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g36f5cd5a2ba_2_43"/>
          <p:cNvSpPr/>
          <p:nvPr/>
        </p:nvSpPr>
        <p:spPr>
          <a:xfrm>
            <a:off x="730000" y="1974125"/>
            <a:ext cx="2200200" cy="843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97" name="Google Shape;797;g36f5cd5a2ba_2_43"/>
          <p:cNvSpPr/>
          <p:nvPr/>
        </p:nvSpPr>
        <p:spPr>
          <a:xfrm>
            <a:off x="3031300" y="4028675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99" name="Google Shape;799;g36f5cd5a2ba_2_43"/>
          <p:cNvSpPr/>
          <p:nvPr/>
        </p:nvSpPr>
        <p:spPr>
          <a:xfrm>
            <a:off x="3080875" y="4972800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02" name="Google Shape;802;g36f5cd5a2ba_2_43"/>
          <p:cNvCxnSpPr/>
          <p:nvPr/>
        </p:nvCxnSpPr>
        <p:spPr>
          <a:xfrm>
            <a:off x="7122575" y="3915825"/>
            <a:ext cx="2686500" cy="474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3" name="Google Shape;803;g36f5cd5a2ba_2_43"/>
          <p:cNvSpPr/>
          <p:nvPr/>
        </p:nvSpPr>
        <p:spPr>
          <a:xfrm>
            <a:off x="9519275" y="4390300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04" name="Google Shape;804;g36f5cd5a2ba_2_43"/>
          <p:cNvSpPr/>
          <p:nvPr/>
        </p:nvSpPr>
        <p:spPr>
          <a:xfrm>
            <a:off x="9519275" y="4870775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05" name="Google Shape;805;g36f5cd5a2ba_2_43"/>
          <p:cNvCxnSpPr>
            <a:endCxn id="804" idx="1"/>
          </p:cNvCxnSpPr>
          <p:nvPr/>
        </p:nvCxnSpPr>
        <p:spPr>
          <a:xfrm>
            <a:off x="7101275" y="3937025"/>
            <a:ext cx="2418000" cy="1107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6" name="Google Shape;806;g36f5cd5a2ba_2_43"/>
          <p:cNvSpPr/>
          <p:nvPr/>
        </p:nvSpPr>
        <p:spPr>
          <a:xfrm>
            <a:off x="9519275" y="5351250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07" name="Google Shape;807;g36f5cd5a2ba_2_43"/>
          <p:cNvCxnSpPr>
            <a:endCxn id="806" idx="1"/>
          </p:cNvCxnSpPr>
          <p:nvPr/>
        </p:nvCxnSpPr>
        <p:spPr>
          <a:xfrm>
            <a:off x="7101275" y="4000500"/>
            <a:ext cx="2418000" cy="1524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711d298ec9_0_221"/>
          <p:cNvSpPr txBox="1">
            <a:spLocks noGrp="1"/>
          </p:cNvSpPr>
          <p:nvPr>
            <p:ph type="body" idx="1"/>
          </p:nvPr>
        </p:nvSpPr>
        <p:spPr>
          <a:xfrm>
            <a:off x="431999" y="2227912"/>
            <a:ext cx="11329200" cy="42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CustomField, FieldValue, FieldItem(Thông)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14" name="Google Shape;814;g3711d298ec9_0_22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g3711d298ec9_0_2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Visily</a:t>
            </a:r>
            <a:endParaRPr/>
          </a:p>
        </p:txBody>
      </p:sp>
      <p:pic>
        <p:nvPicPr>
          <p:cNvPr id="816" name="Google Shape;816;g3711d298ec9_0_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13" y="1342563"/>
            <a:ext cx="10582275" cy="53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711d298ec9_0_17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STICKERS IN TRELLO SYSTEM</a:t>
            </a:r>
            <a:endParaRPr/>
          </a:p>
        </p:txBody>
      </p:sp>
      <p:pic>
        <p:nvPicPr>
          <p:cNvPr id="823" name="Google Shape;823;g3711d298ec9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200" y="1020488"/>
            <a:ext cx="2952950" cy="560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g3711d298ec9_0_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1167200"/>
            <a:ext cx="2506259" cy="54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g3711d298ec9_0_170"/>
          <p:cNvSpPr/>
          <p:nvPr/>
        </p:nvSpPr>
        <p:spPr>
          <a:xfrm>
            <a:off x="602150" y="4631125"/>
            <a:ext cx="952500" cy="339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26" name="Google Shape;826;g3711d298ec9_0_170"/>
          <p:cNvSpPr txBox="1"/>
          <p:nvPr/>
        </p:nvSpPr>
        <p:spPr>
          <a:xfrm>
            <a:off x="1287225" y="3437950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Click Here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27" name="Google Shape;827;g3711d298ec9_0_170"/>
          <p:cNvCxnSpPr>
            <a:endCxn id="825" idx="0"/>
          </p:cNvCxnSpPr>
          <p:nvPr/>
        </p:nvCxnSpPr>
        <p:spPr>
          <a:xfrm flipH="1">
            <a:off x="1078400" y="3820825"/>
            <a:ext cx="476100" cy="8103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g3711d298ec9_0_170"/>
          <p:cNvCxnSpPr>
            <a:endCxn id="825" idx="3"/>
          </p:cNvCxnSpPr>
          <p:nvPr/>
        </p:nvCxnSpPr>
        <p:spPr>
          <a:xfrm flipH="1">
            <a:off x="1554650" y="3766075"/>
            <a:ext cx="1970700" cy="1034700"/>
          </a:xfrm>
          <a:prstGeom prst="straightConnector1">
            <a:avLst/>
          </a:prstGeom>
          <a:noFill/>
          <a:ln w="19050" cap="flat" cmpd="sng">
            <a:solidFill>
              <a:srgbClr val="F39800"/>
            </a:solidFill>
            <a:prstDash val="solid"/>
            <a:round/>
            <a:headEnd type="stealth" w="med" len="med"/>
            <a:tailEnd type="none" w="med" len="med"/>
          </a:ln>
        </p:spPr>
      </p:cxnSp>
      <p:pic>
        <p:nvPicPr>
          <p:cNvPr id="829" name="Google Shape;829;g3711d298ec9_0_1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9775" y="1020500"/>
            <a:ext cx="2657475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g3711d298ec9_0_170"/>
          <p:cNvSpPr/>
          <p:nvPr/>
        </p:nvSpPr>
        <p:spPr>
          <a:xfrm>
            <a:off x="3863875" y="5856450"/>
            <a:ext cx="646800" cy="5715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31" name="Google Shape;831;g3711d298ec9_0_170"/>
          <p:cNvCxnSpPr/>
          <p:nvPr/>
        </p:nvCxnSpPr>
        <p:spPr>
          <a:xfrm flipH="1">
            <a:off x="4532575" y="2058275"/>
            <a:ext cx="3897600" cy="3744300"/>
          </a:xfrm>
          <a:prstGeom prst="straightConnector1">
            <a:avLst/>
          </a:prstGeom>
          <a:noFill/>
          <a:ln w="19050" cap="flat" cmpd="sng">
            <a:solidFill>
              <a:srgbClr val="F39800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832" name="Google Shape;832;g3711d298ec9_0_170"/>
          <p:cNvSpPr txBox="1"/>
          <p:nvPr/>
        </p:nvSpPr>
        <p:spPr>
          <a:xfrm>
            <a:off x="4890422" y="3359250"/>
            <a:ext cx="198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Drag To Here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833" name="Google Shape;833;g3711d298ec9_0_170"/>
          <p:cNvSpPr txBox="1"/>
          <p:nvPr/>
        </p:nvSpPr>
        <p:spPr>
          <a:xfrm>
            <a:off x="2840575" y="5340875"/>
            <a:ext cx="89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Sticker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34" name="Google Shape;834;g3711d298ec9_0_170"/>
          <p:cNvCxnSpPr>
            <a:stCxn id="830" idx="1"/>
          </p:cNvCxnSpPr>
          <p:nvPr/>
        </p:nvCxnSpPr>
        <p:spPr>
          <a:xfrm rot="10800000">
            <a:off x="3448675" y="5649300"/>
            <a:ext cx="415200" cy="492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6f876ad1a4_2_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STICKERS IN TRELLO SYSTEM</a:t>
            </a:r>
            <a:endParaRPr/>
          </a:p>
        </p:txBody>
      </p:sp>
      <p:pic>
        <p:nvPicPr>
          <p:cNvPr id="841" name="Google Shape;841;g36f876ad1a4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609625"/>
            <a:ext cx="11329800" cy="395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6f5cd5a2ba_2_8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NOTIFICATION IN TRELLO SYSTEM</a:t>
            </a:r>
            <a:endParaRPr/>
          </a:p>
        </p:txBody>
      </p:sp>
      <p:sp>
        <p:nvSpPr>
          <p:cNvPr id="863" name="Google Shape;863;g36f5cd5a2ba_2_87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864" name="Google Shape;864;g36f5cd5a2ba_2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3" y="1273628"/>
            <a:ext cx="5324892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g36f5cd5a2ba_2_87"/>
          <p:cNvSpPr/>
          <p:nvPr/>
        </p:nvSpPr>
        <p:spPr>
          <a:xfrm>
            <a:off x="679750" y="4286275"/>
            <a:ext cx="3750300" cy="665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66" name="Google Shape;866;g36f5cd5a2ba_2_87"/>
          <p:cNvSpPr txBox="1"/>
          <p:nvPr/>
        </p:nvSpPr>
        <p:spPr>
          <a:xfrm>
            <a:off x="6865175" y="2076525"/>
            <a:ext cx="140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Notification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67" name="Google Shape;867;g36f5cd5a2ba_2_87"/>
          <p:cNvCxnSpPr>
            <a:stCxn id="866" idx="1"/>
            <a:endCxn id="865" idx="3"/>
          </p:cNvCxnSpPr>
          <p:nvPr/>
        </p:nvCxnSpPr>
        <p:spPr>
          <a:xfrm flipH="1">
            <a:off x="4430075" y="2307375"/>
            <a:ext cx="2435100" cy="2311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70f527ffbd_3_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HOME TAB IN TRELLO SYSTEM</a:t>
            </a:r>
            <a:endParaRPr/>
          </a:p>
        </p:txBody>
      </p:sp>
      <p:sp>
        <p:nvSpPr>
          <p:cNvPr id="848" name="Google Shape;848;g370f527ffbd_3_7"/>
          <p:cNvSpPr txBox="1">
            <a:spLocks noGrp="1"/>
          </p:cNvSpPr>
          <p:nvPr>
            <p:ph type="body" idx="1"/>
          </p:nvPr>
        </p:nvSpPr>
        <p:spPr>
          <a:xfrm>
            <a:off x="1947875" y="1273625"/>
            <a:ext cx="8296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49" name="Google Shape;849;g370f527ffbd_3_7"/>
          <p:cNvSpPr txBox="1"/>
          <p:nvPr/>
        </p:nvSpPr>
        <p:spPr>
          <a:xfrm>
            <a:off x="5500350" y="1528775"/>
            <a:ext cx="2119800" cy="43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TemplateCategory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50" name="Google Shape;850;g370f527ffbd_3_7"/>
          <p:cNvSpPr txBox="1"/>
          <p:nvPr/>
        </p:nvSpPr>
        <p:spPr>
          <a:xfrm>
            <a:off x="6251475" y="3314025"/>
            <a:ext cx="1300500" cy="43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Template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51" name="Google Shape;851;g370f527ffbd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838" y="1273500"/>
            <a:ext cx="8296263" cy="51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g370f527ffbd_3_7"/>
          <p:cNvSpPr txBox="1"/>
          <p:nvPr/>
        </p:nvSpPr>
        <p:spPr>
          <a:xfrm>
            <a:off x="2477425" y="1433200"/>
            <a:ext cx="98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Activity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853" name="Google Shape;853;g370f527ffbd_3_7"/>
          <p:cNvSpPr/>
          <p:nvPr/>
        </p:nvSpPr>
        <p:spPr>
          <a:xfrm>
            <a:off x="4159250" y="2090324"/>
            <a:ext cx="2698800" cy="19092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854" name="Google Shape;854;g370f527ffbd_3_7"/>
          <p:cNvCxnSpPr/>
          <p:nvPr/>
        </p:nvCxnSpPr>
        <p:spPr>
          <a:xfrm rot="10800000">
            <a:off x="3310650" y="1840625"/>
            <a:ext cx="853500" cy="8121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5" name="Google Shape;855;g370f527ffbd_3_7"/>
          <p:cNvSpPr/>
          <p:nvPr/>
        </p:nvSpPr>
        <p:spPr>
          <a:xfrm>
            <a:off x="4159250" y="4299075"/>
            <a:ext cx="2760600" cy="20448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856" name="Google Shape;856;g370f527ffbd_3_7"/>
          <p:cNvCxnSpPr>
            <a:endCxn id="852" idx="2"/>
          </p:cNvCxnSpPr>
          <p:nvPr/>
        </p:nvCxnSpPr>
        <p:spPr>
          <a:xfrm rot="10800000">
            <a:off x="2971225" y="1894900"/>
            <a:ext cx="1203300" cy="25572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6f876ad1a4_0_40"/>
          <p:cNvSpPr txBox="1">
            <a:spLocks noGrp="1"/>
          </p:cNvSpPr>
          <p:nvPr>
            <p:ph type="body" idx="1"/>
          </p:nvPr>
        </p:nvSpPr>
        <p:spPr>
          <a:xfrm>
            <a:off x="432000" y="1528700"/>
            <a:ext cx="11068200" cy="36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74" name="Google Shape;874;g36f876ad1a4_0_40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g36f876ad1a4_0_4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ACTIVITY, NOTIFICATION RELATIONSHIP</a:t>
            </a:r>
            <a:endParaRPr/>
          </a:p>
        </p:txBody>
      </p:sp>
      <p:pic>
        <p:nvPicPr>
          <p:cNvPr id="876" name="Google Shape;876;g36f876ad1a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4" y="1528786"/>
            <a:ext cx="11068050" cy="36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6f5cd5a2ba_2_1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COLLECTION IN TRELLO SYSTEM</a:t>
            </a:r>
            <a:endParaRPr/>
          </a:p>
        </p:txBody>
      </p:sp>
      <p:pic>
        <p:nvPicPr>
          <p:cNvPr id="883" name="Google Shape;883;g36f5cd5a2ba_2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405650"/>
            <a:ext cx="9034925" cy="29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g36f5cd5a2ba_2_115"/>
          <p:cNvSpPr txBox="1"/>
          <p:nvPr/>
        </p:nvSpPr>
        <p:spPr>
          <a:xfrm>
            <a:off x="7763400" y="1790700"/>
            <a:ext cx="136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Collection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85" name="Google Shape;885;g36f5cd5a2ba_2_115"/>
          <p:cNvCxnSpPr>
            <a:endCxn id="886" idx="3"/>
          </p:cNvCxnSpPr>
          <p:nvPr/>
        </p:nvCxnSpPr>
        <p:spPr>
          <a:xfrm flipH="1">
            <a:off x="5240275" y="2124925"/>
            <a:ext cx="2739300" cy="10065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6" name="Google Shape;886;g36f5cd5a2ba_2_115"/>
          <p:cNvSpPr/>
          <p:nvPr/>
        </p:nvSpPr>
        <p:spPr>
          <a:xfrm>
            <a:off x="5041075" y="3060625"/>
            <a:ext cx="199200" cy="14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7" name="Google Shape;887;g36f5cd5a2ba_2_115"/>
          <p:cNvSpPr/>
          <p:nvPr/>
        </p:nvSpPr>
        <p:spPr>
          <a:xfrm>
            <a:off x="7271600" y="3049275"/>
            <a:ext cx="184200" cy="14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88" name="Google Shape;888;g36f5cd5a2ba_2_115"/>
          <p:cNvCxnSpPr>
            <a:endCxn id="887" idx="0"/>
          </p:cNvCxnSpPr>
          <p:nvPr/>
        </p:nvCxnSpPr>
        <p:spPr>
          <a:xfrm flipH="1">
            <a:off x="7363700" y="2091375"/>
            <a:ext cx="929100" cy="957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9" name="Google Shape;889;g36f5cd5a2ba_2_115"/>
          <p:cNvSpPr/>
          <p:nvPr/>
        </p:nvSpPr>
        <p:spPr>
          <a:xfrm>
            <a:off x="7482825" y="3049275"/>
            <a:ext cx="184200" cy="14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90" name="Google Shape;890;g36f5cd5a2ba_2_115"/>
          <p:cNvCxnSpPr/>
          <p:nvPr/>
        </p:nvCxnSpPr>
        <p:spPr>
          <a:xfrm flipH="1">
            <a:off x="7662050" y="2109500"/>
            <a:ext cx="820800" cy="946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g36f5cd5a2ba_2_115"/>
          <p:cNvSpPr/>
          <p:nvPr/>
        </p:nvSpPr>
        <p:spPr>
          <a:xfrm>
            <a:off x="557975" y="3290625"/>
            <a:ext cx="2151300" cy="946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92" name="Google Shape;892;g36f5cd5a2ba_2_115"/>
          <p:cNvSpPr txBox="1"/>
          <p:nvPr/>
        </p:nvSpPr>
        <p:spPr>
          <a:xfrm>
            <a:off x="5076450" y="3717000"/>
            <a:ext cx="136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93" name="Google Shape;893;g36f5cd5a2ba_2_115"/>
          <p:cNvCxnSpPr>
            <a:stCxn id="892" idx="1"/>
            <a:endCxn id="891" idx="3"/>
          </p:cNvCxnSpPr>
          <p:nvPr/>
        </p:nvCxnSpPr>
        <p:spPr>
          <a:xfrm rot="10800000">
            <a:off x="2709150" y="3763950"/>
            <a:ext cx="2367300" cy="183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4" name="Google Shape;894;g36f5cd5a2ba_2_115"/>
          <p:cNvSpPr/>
          <p:nvPr/>
        </p:nvSpPr>
        <p:spPr>
          <a:xfrm>
            <a:off x="2778675" y="2300025"/>
            <a:ext cx="2151300" cy="9021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95" name="Google Shape;895;g36f5cd5a2ba_2_115"/>
          <p:cNvCxnSpPr>
            <a:stCxn id="892" idx="1"/>
            <a:endCxn id="894" idx="2"/>
          </p:cNvCxnSpPr>
          <p:nvPr/>
        </p:nvCxnSpPr>
        <p:spPr>
          <a:xfrm rot="10800000">
            <a:off x="3854250" y="3202050"/>
            <a:ext cx="1222200" cy="745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6f876ad1a4_0_47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902" name="Google Shape;902;g36f876ad1a4_0_47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g36f876ad1a4_0_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COLLECTION, BOARD, BOARDCOLLECTION RELATIONSHIP</a:t>
            </a:r>
            <a:endParaRPr/>
          </a:p>
        </p:txBody>
      </p:sp>
      <p:pic>
        <p:nvPicPr>
          <p:cNvPr id="904" name="Google Shape;904;g36f876ad1a4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530001"/>
            <a:ext cx="11329200" cy="2456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1"/>
          <p:cNvSpPr/>
          <p:nvPr/>
        </p:nvSpPr>
        <p:spPr>
          <a:xfrm>
            <a:off x="0" y="1098000"/>
            <a:ext cx="12192000" cy="1098000"/>
          </a:xfrm>
          <a:prstGeom prst="rect">
            <a:avLst/>
          </a:prstGeom>
          <a:gradFill>
            <a:gsLst>
              <a:gs pos="0">
                <a:srgbClr val="878789"/>
              </a:gs>
              <a:gs pos="50000">
                <a:srgbClr val="C4C4C6"/>
              </a:gs>
              <a:gs pos="100000">
                <a:srgbClr val="EBEBE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1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Intern | Trello Team</a:t>
            </a:r>
            <a:endParaRPr/>
          </a:p>
          <a:p>
            <a:pPr marL="270000" lvl="0" indent="-1557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912" name="Google Shape;912;p1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Q&amp;A</a:t>
            </a:r>
            <a:endParaRPr/>
          </a:p>
        </p:txBody>
      </p:sp>
      <p:pic>
        <p:nvPicPr>
          <p:cNvPr id="913" name="Google Shape;913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6770" r="36769"/>
          <a:stretch/>
        </p:blipFill>
        <p:spPr>
          <a:xfrm>
            <a:off x="8128000" y="1098550"/>
            <a:ext cx="4064000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14" name="Google Shape;914;p11"/>
          <p:cNvSpPr txBox="1">
            <a:spLocks noGrp="1"/>
          </p:cNvSpPr>
          <p:nvPr>
            <p:ph type="body" idx="3"/>
          </p:nvPr>
        </p:nvSpPr>
        <p:spPr>
          <a:xfrm>
            <a:off x="431999" y="1098550"/>
            <a:ext cx="7263999" cy="106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400">
                <a:solidFill>
                  <a:schemeClr val="dk2"/>
                </a:solidFill>
              </a:rPr>
              <a:t>Thank you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sz="4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3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template EN</a:t>
            </a:r>
            <a:endParaRPr/>
          </a:p>
        </p:txBody>
      </p:sp>
      <p:sp>
        <p:nvSpPr>
          <p:cNvPr id="927" name="Google Shape;927;p13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How-to guides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14"/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934" name="Google Shape;934;p14"/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4"/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6" name="Google Shape;936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7" name="Google Shape;937;p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Master layouts &amp; slide library</a:t>
            </a:r>
            <a:endParaRPr/>
          </a:p>
        </p:txBody>
      </p:sp>
      <p:sp>
        <p:nvSpPr>
          <p:cNvPr id="938" name="Google Shape;938;p14"/>
          <p:cNvSpPr txBox="1"/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new slide</a:t>
            </a:r>
            <a:endParaRPr/>
          </a:p>
        </p:txBody>
      </p:sp>
      <p:sp>
        <p:nvSpPr>
          <p:cNvPr id="939" name="Google Shape;939;p14"/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«New Slide»</a:t>
            </a:r>
            <a:endParaRPr/>
          </a:p>
        </p:txBody>
      </p:sp>
      <p:sp>
        <p:nvSpPr>
          <p:cNvPr id="940" name="Google Shape;940;p14"/>
          <p:cNvSpPr/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41" name="Google Shape;941;p14"/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layout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desired layout from the pre-programmed master layouts.</a:t>
            </a:r>
            <a:endParaRPr/>
          </a:p>
        </p:txBody>
      </p:sp>
      <p:sp>
        <p:nvSpPr>
          <p:cNvPr id="942" name="Google Shape;942;p14"/>
          <p:cNvSpPr/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43" name="Google Shape;943;p14"/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select layout from slide library</a:t>
            </a:r>
            <a:endParaRPr/>
          </a:p>
        </p:txBody>
      </p:sp>
      <p:sp>
        <p:nvSpPr>
          <p:cNvPr id="944" name="Google Shape;944;p14"/>
          <p:cNvSpPr/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14"/>
          <p:cNvCxnSpPr/>
          <p:nvPr/>
        </p:nvCxnSpPr>
        <p:spPr>
          <a:xfrm rot="10800000">
            <a:off x="3025123" y="4015522"/>
            <a:ext cx="8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946" name="Google Shape;946;p14"/>
          <p:cNvCxnSpPr/>
          <p:nvPr/>
        </p:nvCxnSpPr>
        <p:spPr>
          <a:xfrm rot="10800000">
            <a:off x="3025123" y="3612089"/>
            <a:ext cx="0" cy="806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947" name="Google Shape;947;p14"/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948" name="Google Shape;948;p14"/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9" name="Google Shape;949;p14"/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950" name="Google Shape;950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1" name="Google Shape;951;p14"/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14"/>
              <p:cNvSpPr/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GB" sz="12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953" name="Google Shape;953;p14"/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954" name="Google Shape;954;p14"/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" name="Google Shape;955;p14"/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956" name="Google Shape;956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7" name="Google Shape;957;p14"/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4"/>
              <p:cNvSpPr/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GB" sz="12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5"/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original slide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slide in original presentation with Ctrl+C.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target presentation, select the slide after which the original slide is to be inserted.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in the tab «Home / Paste / Use Destination Theme».</a:t>
            </a:r>
            <a:endParaRPr/>
          </a:p>
        </p:txBody>
      </p:sp>
      <p:sp>
        <p:nvSpPr>
          <p:cNvPr id="965" name="Google Shape;965;p15"/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slide layout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inserted slide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desired layout in the tab «Home / Layout».</a:t>
            </a:r>
            <a:endParaRPr/>
          </a:p>
        </p:txBody>
      </p:sp>
      <p:sp>
        <p:nvSpPr>
          <p:cNvPr id="966" name="Google Shape;966;p15"/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slide manually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all slide contents such as text blocks, images, etc. for position and size and manually adjust them to the new layout grid.</a:t>
            </a:r>
            <a:endParaRPr/>
          </a:p>
        </p:txBody>
      </p:sp>
      <p:sp>
        <p:nvSpPr>
          <p:cNvPr id="967" name="Google Shape;967;p15"/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design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Independently check: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type, sizes and font colours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of graphic elements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alignment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Coherence of the overall picture</a:t>
            </a:r>
            <a:endParaRPr/>
          </a:p>
        </p:txBody>
      </p:sp>
      <p:sp>
        <p:nvSpPr>
          <p:cNvPr id="968" name="Google Shape;968;p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Transfer of existing slides into the new Master</a:t>
            </a:r>
            <a:endParaRPr/>
          </a:p>
        </p:txBody>
      </p:sp>
      <p:sp>
        <p:nvSpPr>
          <p:cNvPr id="969" name="Google Shape;969;p15"/>
          <p:cNvSpPr/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70" name="Google Shape;970;p15"/>
          <p:cNvSpPr/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71" name="Google Shape;971;p15"/>
          <p:cNvSpPr/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72" name="Google Shape;972;p15"/>
          <p:cNvSpPr/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id="973" name="Google Shape;97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400" y="4230000"/>
            <a:ext cx="1598065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pic>
        <p:nvPicPr>
          <p:cNvPr id="974" name="Google Shape;97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1200" y="5400000"/>
            <a:ext cx="1608771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grpSp>
        <p:nvGrpSpPr>
          <p:cNvPr id="975" name="Google Shape;975;p15"/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976" name="Google Shape;976;p15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977" name="Google Shape;977;p15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978" name="Google Shape;978;p15"/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144000" tIns="144000" rIns="144000" bIns="144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transferring existing slides, always carry out all four steps.</a:t>
            </a:r>
            <a:endParaRPr/>
          </a:p>
        </p:txBody>
      </p:sp>
      <p:grpSp>
        <p:nvGrpSpPr>
          <p:cNvPr id="979" name="Google Shape;979;p15"/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80" name="Google Shape;980;p15"/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1" name="Google Shape;981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15"/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" name="Google Shape;984;p15"/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985" name="Google Shape;985;p15"/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6" name="Google Shape;986;p15"/>
            <p:cNvPicPr preferRelativeResize="0"/>
            <p:nvPr/>
          </p:nvPicPr>
          <p:blipFill rotWithShape="1">
            <a:blip r:embed="rId6">
              <a:alphaModFix/>
            </a:blip>
            <a:srcRect r="4694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15"/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5"/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6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Approach</a:t>
            </a:r>
            <a:endParaRPr/>
          </a:p>
        </p:txBody>
      </p:sp>
      <p:sp>
        <p:nvSpPr>
          <p:cNvPr id="996" name="Google Shape;996;p1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Change icon colour</a:t>
            </a:r>
            <a:endParaRPr/>
          </a:p>
        </p:txBody>
      </p:sp>
      <p:sp>
        <p:nvSpPr>
          <p:cNvPr id="997" name="Google Shape;997;p16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Notes</a:t>
            </a:r>
            <a:endParaRPr/>
          </a:p>
        </p:txBody>
      </p:sp>
      <p:sp>
        <p:nvSpPr>
          <p:cNvPr id="998" name="Google Shape;998;p16"/>
          <p:cNvSpPr txBox="1">
            <a:spLocks noGrp="1"/>
          </p:cNvSpPr>
          <p:nvPr>
            <p:ph type="body" idx="1"/>
          </p:nvPr>
        </p:nvSpPr>
        <p:spPr>
          <a:xfrm>
            <a:off x="432000" y="2160585"/>
            <a:ext cx="5447999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/>
              <a:t>Select icon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/>
              <a:t>In the tab «Graphics Format» under «Graphics Styles», use </a:t>
            </a:r>
            <a:r>
              <a:rPr lang="en-GB" b="1"/>
              <a:t>«Graphics Fill»</a:t>
            </a:r>
            <a:r>
              <a:rPr lang="en-GB"/>
              <a:t> to change the colour</a:t>
            </a:r>
            <a:endParaRPr/>
          </a:p>
        </p:txBody>
      </p:sp>
      <p:sp>
        <p:nvSpPr>
          <p:cNvPr id="999" name="Google Shape;999;p16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270000" lvl="0" indent="-270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For some icons, the colour </a:t>
            </a:r>
            <a:br>
              <a:rPr lang="en-GB"/>
            </a:br>
            <a:r>
              <a:rPr lang="en-GB"/>
              <a:t>can be changed by using </a:t>
            </a:r>
            <a:br>
              <a:rPr lang="en-GB"/>
            </a:br>
            <a:r>
              <a:rPr lang="en-GB" b="1"/>
              <a:t>«Graphics Outline»</a:t>
            </a:r>
            <a:r>
              <a:rPr lang="en-GB"/>
              <a:t> instead </a:t>
            </a:r>
            <a:br>
              <a:rPr lang="en-GB"/>
            </a:br>
            <a:r>
              <a:rPr lang="en-GB"/>
              <a:t>of «Graphics Fill».</a:t>
            </a:r>
            <a:endParaRPr/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The colour cannot be changed </a:t>
            </a:r>
            <a:br>
              <a:rPr lang="en-GB"/>
            </a:br>
            <a:r>
              <a:rPr lang="en-GB"/>
              <a:t>if an icon is inserted as a picture. </a:t>
            </a:r>
            <a:br>
              <a:rPr lang="en-GB"/>
            </a:br>
            <a:r>
              <a:rPr lang="en-GB"/>
              <a:t>In this case, after selecting the </a:t>
            </a:r>
            <a:br>
              <a:rPr lang="en-GB"/>
            </a:br>
            <a:r>
              <a:rPr lang="en-GB"/>
              <a:t>icon, the tab </a:t>
            </a:r>
            <a:r>
              <a:rPr lang="en-GB" b="1"/>
              <a:t>«Picture Format»</a:t>
            </a:r>
            <a:r>
              <a:rPr lang="en-GB"/>
              <a:t> </a:t>
            </a:r>
            <a:br>
              <a:rPr lang="en-GB"/>
            </a:br>
            <a:r>
              <a:rPr lang="en-GB"/>
              <a:t>appears instead of «Graphics Format».</a:t>
            </a:r>
            <a:endParaRPr/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Best vector file format for icons: *.svg</a:t>
            </a:r>
            <a:endParaRPr/>
          </a:p>
        </p:txBody>
      </p:sp>
      <p:grpSp>
        <p:nvGrpSpPr>
          <p:cNvPr id="1000" name="Google Shape;1000;p16"/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1001" name="Google Shape;1001;p16"/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2" name="Google Shape;1002;p16"/>
            <p:cNvPicPr preferRelativeResize="0"/>
            <p:nvPr/>
          </p:nvPicPr>
          <p:blipFill rotWithShape="1">
            <a:blip r:embed="rId3">
              <a:alphaModFix/>
            </a:blip>
            <a:srcRect l="1003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16"/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dk2">
                <a:alpha val="14901"/>
              </a:schemeClr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5" name="Google Shape;1005;p16"/>
            <p:cNvPicPr preferRelativeResize="0"/>
            <p:nvPr/>
          </p:nvPicPr>
          <p:blipFill rotWithShape="1">
            <a:blip r:embed="rId3">
              <a:alphaModFix/>
            </a:blip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16"/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16"/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1008" name="Google Shape;1008;p16"/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9" name="Google Shape;1009;p16"/>
            <p:cNvPicPr preferRelativeResize="0"/>
            <p:nvPr/>
          </p:nvPicPr>
          <p:blipFill rotWithShape="1">
            <a:blip r:embed="rId3">
              <a:alphaModFix/>
            </a:blip>
            <a:srcRect l="32044" t="20073" r="46617" b="36909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16"/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1" name="Google Shape;1011;p16"/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1012" name="Google Shape;1012;p16"/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3" name="Google Shape;1013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7"/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0" name="Google Shape;1020;p17"/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1021" name="Google Shape;1021;p17"/>
            <p:cNvPicPr preferRelativeResize="0"/>
            <p:nvPr/>
          </p:nvPicPr>
          <p:blipFill rotWithShape="1">
            <a:blip r:embed="rId3">
              <a:alphaModFix/>
            </a:blip>
            <a:srcRect l="29896" t="5647" r="14924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noFill/>
            <a:ln>
              <a:noFill/>
            </a:ln>
            <a:effectLst>
              <a:outerShdw blurRad="177800" dist="101600" dir="2700000" algn="tl" rotWithShape="0">
                <a:srgbClr val="000000">
                  <a:alpha val="21960"/>
                </a:srgbClr>
              </a:outerShdw>
            </a:effectLst>
          </p:spPr>
        </p:pic>
        <p:sp>
          <p:nvSpPr>
            <p:cNvPr id="1022" name="Google Shape;1022;p17"/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dk1">
                <a:alpha val="7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3" name="Google Shape;1023;p17"/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4" name="Google Shape;1024;p17"/>
          <p:cNvPicPr preferRelativeResize="0"/>
          <p:nvPr/>
        </p:nvPicPr>
        <p:blipFill rotWithShape="1">
          <a:blip r:embed="rId3">
            <a:alphaModFix/>
          </a:blip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sp>
        <p:nvSpPr>
          <p:cNvPr id="1025" name="Google Shape;1025;p1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Insert image into placeholder</a:t>
            </a:r>
            <a:endParaRPr/>
          </a:p>
        </p:txBody>
      </p:sp>
      <p:sp>
        <p:nvSpPr>
          <p:cNvPr id="1026" name="Google Shape;1026;p17"/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8FB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image from external source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image            icon, select image from Sharepoint or other source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bbv image library is here locally located: </a:t>
            </a:r>
            <a:r>
              <a:rPr lang="en-GB" sz="1400" b="0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C:\Users\Public\bbv_templates\Marketing\PPT-Bibliotheken\Bilder-Bibliothek</a:t>
            </a:r>
            <a:endParaRPr sz="1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Or: copy image from external source with Ctrl+C, select the placeholder, then paste with Ctrl+V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7"/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image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«Picture Format» on «Crop»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the image composition by moving the image 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Resize the image by clicking and dragging the outer circles.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again on «Crop» to finish the adjustments</a:t>
            </a:r>
            <a:endParaRPr/>
          </a:p>
        </p:txBody>
      </p:sp>
      <p:cxnSp>
        <p:nvCxnSpPr>
          <p:cNvPr id="1028" name="Google Shape;1028;p17"/>
          <p:cNvCxnSpPr/>
          <p:nvPr/>
        </p:nvCxnSpPr>
        <p:spPr>
          <a:xfrm>
            <a:off x="3018503" y="4570185"/>
            <a:ext cx="31956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29" name="Google Shape;1029;p17"/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0" name="Google Shape;1030;p17"/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</p:grpSpPr>
        <p:sp>
          <p:nvSpPr>
            <p:cNvPr id="1031" name="Google Shape;1031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3" name="Google Shape;1033;p17"/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</p:grpSpPr>
        <p:sp>
          <p:nvSpPr>
            <p:cNvPr id="1034" name="Google Shape;1034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6" name="Google Shape;1036;p17"/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</p:grpSpPr>
        <p:sp>
          <p:nvSpPr>
            <p:cNvPr id="1037" name="Google Shape;1037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p17"/>
          <p:cNvGrpSpPr/>
          <p:nvPr/>
        </p:nvGrpSpPr>
        <p:grpSpPr>
          <a:xfrm rot="-5400000">
            <a:off x="3525807" y="5985904"/>
            <a:ext cx="143313" cy="143313"/>
            <a:chOff x="4070350" y="4368475"/>
            <a:chExt cx="143313" cy="143313"/>
          </a:xfrm>
        </p:grpSpPr>
        <p:sp>
          <p:nvSpPr>
            <p:cNvPr id="1040" name="Google Shape;1040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2" name="Google Shape;1042;p17"/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7"/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7"/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7"/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7"/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7"/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7"/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7"/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7"/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7"/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2" name="Google Shape;1052;p17"/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1053" name="Google Shape;1053;p17"/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54" name="Google Shape;1054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5" name="Google Shape;1055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6" name="Google Shape;1056;p17"/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57" name="Google Shape;1057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8" name="Google Shape;1058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59" name="Google Shape;1059;p17"/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1060" name="Google Shape;1060;p17"/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1" name="Google Shape;1061;p17"/>
            <p:cNvPicPr preferRelativeResize="0"/>
            <p:nvPr/>
          </p:nvPicPr>
          <p:blipFill rotWithShape="1">
            <a:blip r:embed="rId6">
              <a:alphaModFix/>
            </a:blip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2" name="Google Shape;1062;p17"/>
            <p:cNvPicPr preferRelativeResize="0"/>
            <p:nvPr/>
          </p:nvPicPr>
          <p:blipFill rotWithShape="1">
            <a:blip r:embed="rId6">
              <a:alphaModFix/>
            </a:blip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17"/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5" name="Google Shape;1065;p17"/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1066" name="Google Shape;1066;p17"/>
            <p:cNvCxnSpPr/>
            <p:nvPr/>
          </p:nvCxnSpPr>
          <p:spPr>
            <a:xfrm>
              <a:off x="6597549" y="2559187"/>
              <a:ext cx="19761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067" name="Google Shape;1067;p17"/>
            <p:cNvCxnSpPr/>
            <p:nvPr/>
          </p:nvCxnSpPr>
          <p:spPr>
            <a:xfrm>
              <a:off x="6597549" y="1520825"/>
              <a:ext cx="0" cy="20767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cxnSp>
        <p:nvCxnSpPr>
          <p:cNvPr id="1068" name="Google Shape;1068;p17"/>
          <p:cNvCxnSpPr/>
          <p:nvPr/>
        </p:nvCxnSpPr>
        <p:spPr>
          <a:xfrm>
            <a:off x="4919271" y="5222470"/>
            <a:ext cx="12948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69" name="Google Shape;1069;p17" descr="Cursor mit einfarbiger Füllu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1579" y="5159510"/>
            <a:ext cx="367089" cy="367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0" name="Google Shape;1070;p17"/>
          <p:cNvCxnSpPr/>
          <p:nvPr/>
        </p:nvCxnSpPr>
        <p:spPr>
          <a:xfrm>
            <a:off x="5860347" y="6204204"/>
            <a:ext cx="3538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71" name="Google Shape;1071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8342" y="1756560"/>
            <a:ext cx="2925826" cy="164305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pic>
        <p:nvPicPr>
          <p:cNvPr id="1072" name="Google Shape;1072;p17"/>
          <p:cNvPicPr preferRelativeResize="0"/>
          <p:nvPr/>
        </p:nvPicPr>
        <p:blipFill rotWithShape="1">
          <a:blip r:embed="rId9">
            <a:alphaModFix/>
          </a:blip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</p:pic>
      <p:pic>
        <p:nvPicPr>
          <p:cNvPr id="1073" name="Google Shape;1073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80016" y="1752100"/>
            <a:ext cx="447566" cy="344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4" name="Google Shape;1074;p17"/>
          <p:cNvCxnSpPr/>
          <p:nvPr/>
        </p:nvCxnSpPr>
        <p:spPr>
          <a:xfrm>
            <a:off x="6214168" y="4740558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75" name="Google Shape;1075;p17"/>
          <p:cNvCxnSpPr/>
          <p:nvPr/>
        </p:nvCxnSpPr>
        <p:spPr>
          <a:xfrm rot="10800000">
            <a:off x="6214168" y="4570185"/>
            <a:ext cx="0" cy="1703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6" name="Google Shape;1076;p17"/>
          <p:cNvCxnSpPr/>
          <p:nvPr/>
        </p:nvCxnSpPr>
        <p:spPr>
          <a:xfrm>
            <a:off x="6214168" y="5087702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77" name="Google Shape;1077;p17"/>
          <p:cNvCxnSpPr/>
          <p:nvPr/>
        </p:nvCxnSpPr>
        <p:spPr>
          <a:xfrm rot="10800000">
            <a:off x="6214168" y="5087702"/>
            <a:ext cx="0" cy="134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8" name="Google Shape;1078;p17"/>
          <p:cNvCxnSpPr/>
          <p:nvPr/>
        </p:nvCxnSpPr>
        <p:spPr>
          <a:xfrm>
            <a:off x="6214168" y="5450499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79" name="Google Shape;1079;p17"/>
          <p:cNvCxnSpPr/>
          <p:nvPr/>
        </p:nvCxnSpPr>
        <p:spPr>
          <a:xfrm rot="10800000">
            <a:off x="6214168" y="5450499"/>
            <a:ext cx="0" cy="75370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086" name="Google Shape;1086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87" name="Google Shape;1087;p1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Insert image into mock-up screen (mobile/laptop)</a:t>
            </a:r>
            <a:endParaRPr/>
          </a:p>
        </p:txBody>
      </p:sp>
      <p:cxnSp>
        <p:nvCxnSpPr>
          <p:cNvPr id="1088" name="Google Shape;1088;p18"/>
          <p:cNvCxnSpPr/>
          <p:nvPr/>
        </p:nvCxnSpPr>
        <p:spPr>
          <a:xfrm rot="10800000">
            <a:off x="5291999" y="234844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89" name="Google Shape;1089;p18"/>
          <p:cNvCxnSpPr/>
          <p:nvPr/>
        </p:nvCxnSpPr>
        <p:spPr>
          <a:xfrm rot="10800000">
            <a:off x="5291999" y="341648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90" name="Google Shape;1090;p18"/>
          <p:cNvCxnSpPr/>
          <p:nvPr/>
        </p:nvCxnSpPr>
        <p:spPr>
          <a:xfrm rot="10800000">
            <a:off x="5291999" y="4980217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91" name="Google Shape;1091;p18"/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Paste image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image from external source with Ctrl+C and paste with Ctrl+V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8"/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size &amp; determine image area: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image mask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image size and determine image area</a:t>
            </a:r>
            <a:endParaRPr/>
          </a:p>
        </p:txBody>
      </p:sp>
      <p:sp>
        <p:nvSpPr>
          <p:cNvPr id="1093" name="Google Shape;1093;p18"/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image to image mask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 mask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«Shape Format / </a:t>
            </a:r>
            <a:b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Shapes» on «Intersect»</a:t>
            </a:r>
            <a:endParaRPr/>
          </a:p>
        </p:txBody>
      </p:sp>
      <p:sp>
        <p:nvSpPr>
          <p:cNvPr id="1094" name="Google Shape;1094;p18"/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image with mock-up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mock-up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image and mock-up and align both horizontally (Align Center) and vertically (Align Middle)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image and mock-up with Ctrl+G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8"/>
          <p:cNvSpPr/>
          <p:nvPr/>
        </p:nvSpPr>
        <p:spPr>
          <a:xfrm>
            <a:off x="10443538" y="2486085"/>
            <a:ext cx="370891" cy="792000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0" tIns="95875" rIns="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GB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/>
          </a:p>
        </p:txBody>
      </p:sp>
      <p:sp>
        <p:nvSpPr>
          <p:cNvPr id="1096" name="Google Shape;1096;p18"/>
          <p:cNvSpPr/>
          <p:nvPr/>
        </p:nvSpPr>
        <p:spPr>
          <a:xfrm>
            <a:off x="645891" y="1901419"/>
            <a:ext cx="1106662" cy="2373969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143800" tIns="95875" rIns="14380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/>
          </a:p>
        </p:txBody>
      </p:sp>
      <p:pic>
        <p:nvPicPr>
          <p:cNvPr id="1097" name="Google Shape;1097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999" y="1533833"/>
            <a:ext cx="1198365" cy="2426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8" name="Google Shape;1098;p18"/>
          <p:cNvGrpSpPr/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099" name="Google Shape;1099;p18"/>
            <p:cNvPicPr preferRelativeResize="0"/>
            <p:nvPr/>
          </p:nvPicPr>
          <p:blipFill rotWithShape="1">
            <a:blip r:embed="rId3">
              <a:alphaModFix/>
            </a:blip>
            <a:srcRect l="42680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1100" name="Google Shape;1100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1" name="Google Shape;1101;p18"/>
          <p:cNvPicPr preferRelativeResize="0"/>
          <p:nvPr/>
        </p:nvPicPr>
        <p:blipFill rotWithShape="1">
          <a:blip r:embed="rId3">
            <a:alphaModFix/>
          </a:blip>
          <a:srcRect l="42680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cxnSp>
        <p:nvCxnSpPr>
          <p:cNvPr id="1102" name="Google Shape;1102;p18"/>
          <p:cNvCxnSpPr/>
          <p:nvPr/>
        </p:nvCxnSpPr>
        <p:spPr>
          <a:xfrm>
            <a:off x="1630364" y="1747178"/>
            <a:ext cx="34611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103" name="Google Shape;1103;p18"/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Mock-up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4" name="Google Shape;1104;p18"/>
          <p:cNvGrpSpPr/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1105" name="Google Shape;1105;p18"/>
            <p:cNvPicPr preferRelativeResize="0"/>
            <p:nvPr/>
          </p:nvPicPr>
          <p:blipFill rotWithShape="1">
            <a:blip r:embed="rId3">
              <a:alphaModFix/>
            </a:blip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/>
              <a:ahLst/>
              <a:cxnLst/>
              <a:rect l="l" t="t" r="r" b="b"/>
              <a:pathLst>
                <a:path w="1961601" h="4207952" extrusionOk="0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106" name="Google Shape;1106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7" name="Google Shape;1107;p18"/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1108" name="Google Shape;1108;p18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1109" name="Google Shape;1109;p18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10" name="Google Shape;1110;p18"/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1111" name="Google Shape;1111;p18"/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2" name="Google Shape;1112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18"/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p18"/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1116" name="Google Shape;1116;p18"/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7" name="Google Shape;1117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8" name="Google Shape;1118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18"/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9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1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template EN</a:t>
            </a:r>
            <a:endParaRPr/>
          </a:p>
        </p:txBody>
      </p:sp>
      <p:sp>
        <p:nvSpPr>
          <p:cNvPr id="1129" name="Google Shape;1129;p19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 guide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Working area, guides &amp; ruler</a:t>
            </a:r>
            <a:endParaRPr/>
          </a:p>
        </p:txBody>
      </p:sp>
      <p:sp>
        <p:nvSpPr>
          <p:cNvPr id="1136" name="Google Shape;1136;p20"/>
          <p:cNvSpPr txBox="1"/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33"/>
              <a:buFont typeface="Arial"/>
              <a:buNone/>
            </a:pPr>
            <a:r>
              <a:rPr lang="en-GB" sz="2133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 area</a:t>
            </a:r>
            <a:endParaRPr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Depending on the slide, a single-column layout, a 2-column or 3-column layout is used.</a:t>
            </a:r>
            <a:endParaRPr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the ruler and guides in the «View» tab.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7" name="Google Shape;1137;p20"/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1138" name="Google Shape;1138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39" name="Google Shape;1139;p20"/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40" name="Google Shape;1140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1" name="Google Shape;1141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2" name="Google Shape;1142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3" name="Google Shape;1143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4" name="Google Shape;1144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5" name="Google Shape;1145;p20"/>
              <p:cNvCxnSpPr/>
              <p:nvPr/>
            </p:nvCxnSpPr>
            <p:spPr>
              <a:xfrm rot="10800000">
                <a:off x="235812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46" name="Google Shape;1146;p20"/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1147" name="Google Shape;1147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48" name="Google Shape;1148;p20"/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49" name="Google Shape;1149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0" name="Google Shape;1150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1" name="Google Shape;1151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2" name="Google Shape;1152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3" name="Google Shape;1153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4" name="Google Shape;1154;p20"/>
              <p:cNvCxnSpPr/>
              <p:nvPr/>
            </p:nvCxnSpPr>
            <p:spPr>
              <a:xfrm rot="10800000">
                <a:off x="1814045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5" name="Google Shape;1155;p20"/>
              <p:cNvCxnSpPr/>
              <p:nvPr/>
            </p:nvCxnSpPr>
            <p:spPr>
              <a:xfrm rot="10800000">
                <a:off x="2969463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6" name="Google Shape;1156;p20"/>
              <p:cNvCxnSpPr/>
              <p:nvPr/>
            </p:nvCxnSpPr>
            <p:spPr>
              <a:xfrm rot="10800000">
                <a:off x="287507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7" name="Google Shape;1157;p20"/>
              <p:cNvCxnSpPr/>
              <p:nvPr/>
            </p:nvCxnSpPr>
            <p:spPr>
              <a:xfrm rot="10800000">
                <a:off x="1743261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58" name="Google Shape;1158;p20"/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1159" name="Google Shape;1159;p20"/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1000" sy="101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0" name="Google Shape;1160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20"/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colour theme</a:t>
            </a:r>
            <a:endParaRPr/>
          </a:p>
        </p:txBody>
      </p:sp>
      <p:cxnSp>
        <p:nvCxnSpPr>
          <p:cNvPr id="1170" name="Google Shape;1170;p21"/>
          <p:cNvCxnSpPr/>
          <p:nvPr/>
        </p:nvCxnSpPr>
        <p:spPr>
          <a:xfrm>
            <a:off x="4456762" y="2173030"/>
            <a:ext cx="0" cy="42547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71" name="Google Shape;1171;p21"/>
          <p:cNvSpPr txBox="1"/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accent</a:t>
            </a:r>
            <a:endParaRPr/>
          </a:p>
        </p:txBody>
      </p:sp>
      <p:sp>
        <p:nvSpPr>
          <p:cNvPr id="1172" name="Google Shape;1172;p21"/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1"/>
          <p:cNvSpPr/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1"/>
          <p:cNvSpPr/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1"/>
          <p:cNvSpPr/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1"/>
          <p:cNvSpPr/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1"/>
          <p:cNvSpPr/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21"/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1"/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1"/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lt2"/>
          </a:solidFill>
          <a:ln w="107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2" name="Google Shape;1182;p21"/>
          <p:cNvGrpSpPr/>
          <p:nvPr/>
        </p:nvGrpSpPr>
        <p:grpSpPr>
          <a:xfrm>
            <a:off x="6869091" y="2885609"/>
            <a:ext cx="602764" cy="217375"/>
            <a:chOff x="4697470" y="3209373"/>
            <a:chExt cx="433615" cy="163031"/>
          </a:xfrm>
        </p:grpSpPr>
        <p:cxnSp>
          <p:nvCxnSpPr>
            <p:cNvPr id="1183" name="Google Shape;1183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84" name="Google Shape;1184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85" name="Google Shape;1185;p21"/>
          <p:cNvSpPr txBox="1"/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6714" sx="101000" sy="101000" algn="ctr" rotWithShape="0">
              <a:srgbClr val="000000">
                <a:alpha val="17647"/>
              </a:srgbClr>
            </a:outerShdw>
          </a:effectLst>
        </p:spPr>
        <p:txBody>
          <a:bodyPr spcFirstLastPara="1" wrap="square" lIns="96000" tIns="96000" rIns="96000" bIns="96000" anchor="t" anchorCtr="0">
            <a:noAutofit/>
          </a:bodyPr>
          <a:lstStyle/>
          <a:p>
            <a:pPr marL="228600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6" name="Google Shape;118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10" y="2406096"/>
            <a:ext cx="1966241" cy="141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21"/>
          <p:cNvPicPr preferRelativeResize="0"/>
          <p:nvPr/>
        </p:nvPicPr>
        <p:blipFill rotWithShape="1">
          <a:blip r:embed="rId4">
            <a:alphaModFix/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21"/>
          <p:cNvPicPr preferRelativeResize="0"/>
          <p:nvPr/>
        </p:nvPicPr>
        <p:blipFill rotWithShape="1">
          <a:blip r:embed="rId4">
            <a:alphaModFix/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21"/>
          <p:cNvPicPr preferRelativeResize="0"/>
          <p:nvPr/>
        </p:nvPicPr>
        <p:blipFill rotWithShape="1">
          <a:blip r:embed="rId4">
            <a:alphaModFix/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0" name="Google Shape;1190;p21"/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1191" name="Google Shape;1191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2" name="Google Shape;1192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3" name="Google Shape;1193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4" name="Google Shape;1194;p21"/>
          <p:cNvSpPr txBox="1"/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OK!</a:t>
            </a:r>
            <a:endParaRPr/>
          </a:p>
        </p:txBody>
      </p:sp>
      <p:sp>
        <p:nvSpPr>
          <p:cNvPr id="1195" name="Google Shape;1195;p21"/>
          <p:cNvSpPr txBox="1"/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/>
          </a:p>
        </p:txBody>
      </p:sp>
      <p:sp>
        <p:nvSpPr>
          <p:cNvPr id="1196" name="Google Shape;1196;p21"/>
          <p:cNvSpPr txBox="1"/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/>
          </a:p>
        </p:txBody>
      </p:sp>
      <p:grpSp>
        <p:nvGrpSpPr>
          <p:cNvPr id="1197" name="Google Shape;1197;p21"/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1198" name="Google Shape;1198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9" name="Google Shape;1199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00" name="Google Shape;1200;p21"/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1201" name="Google Shape;1201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02" name="Google Shape;1202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03" name="Google Shape;1203;p21"/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1204" name="Google Shape;1204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05" name="Google Shape;1205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06" name="Google Shape;1206;p21"/>
          <p:cNvSpPr txBox="1"/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selectively and sparingly</a:t>
            </a:r>
            <a:endParaRPr/>
          </a:p>
        </p:txBody>
      </p:sp>
      <p:grpSp>
        <p:nvGrpSpPr>
          <p:cNvPr id="1207" name="Google Shape;1207;p21"/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208" name="Google Shape;1208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09" name="Google Shape;1209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10" name="Google Shape;1210;p21"/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1"/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1"/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1"/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1"/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21"/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21"/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1"/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21"/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21"/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21"/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1"/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1"/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1"/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21"/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21"/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6" name="Google Shape;1226;p21"/>
          <p:cNvCxnSpPr/>
          <p:nvPr/>
        </p:nvCxnSpPr>
        <p:spPr>
          <a:xfrm>
            <a:off x="4761918" y="3930778"/>
            <a:ext cx="700145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227" name="Google Shape;1227;p21"/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1228" name="Google Shape;1228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9" name="Google Shape;1229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0" name="Google Shape;1230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31" name="Google Shape;1231;p21"/>
          <p:cNvGrpSpPr/>
          <p:nvPr/>
        </p:nvGrpSpPr>
        <p:grpSpPr>
          <a:xfrm>
            <a:off x="4718719" y="2885609"/>
            <a:ext cx="1324291" cy="217375"/>
            <a:chOff x="4697470" y="3209373"/>
            <a:chExt cx="433615" cy="163031"/>
          </a:xfrm>
        </p:grpSpPr>
        <p:cxnSp>
          <p:nvCxnSpPr>
            <p:cNvPr id="1232" name="Google Shape;1232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3" name="Google Shape;1233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4" name="Google Shape;1234;p21"/>
          <p:cNvSpPr txBox="1"/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colours</a:t>
            </a:r>
            <a:endParaRPr/>
          </a:p>
        </p:txBody>
      </p:sp>
      <p:sp>
        <p:nvSpPr>
          <p:cNvPr id="1235" name="Google Shape;1235;p21"/>
          <p:cNvSpPr txBox="1"/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/>
          </a:p>
        </p:txBody>
      </p:sp>
      <p:grpSp>
        <p:nvGrpSpPr>
          <p:cNvPr id="1236" name="Google Shape;1236;p21"/>
          <p:cNvGrpSpPr/>
          <p:nvPr/>
        </p:nvGrpSpPr>
        <p:grpSpPr>
          <a:xfrm>
            <a:off x="7589117" y="2885609"/>
            <a:ext cx="4159413" cy="217375"/>
            <a:chOff x="4697470" y="3209373"/>
            <a:chExt cx="433615" cy="163031"/>
          </a:xfrm>
        </p:grpSpPr>
        <p:cxnSp>
          <p:nvCxnSpPr>
            <p:cNvPr id="1237" name="Google Shape;1237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8" name="Google Shape;1238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39" name="Google Shape;1239;p21"/>
          <p:cNvGrpSpPr/>
          <p:nvPr/>
        </p:nvGrpSpPr>
        <p:grpSpPr>
          <a:xfrm>
            <a:off x="4718720" y="5661457"/>
            <a:ext cx="2770131" cy="217375"/>
            <a:chOff x="4697470" y="3209373"/>
            <a:chExt cx="433615" cy="163031"/>
          </a:xfrm>
        </p:grpSpPr>
        <p:cxnSp>
          <p:nvCxnSpPr>
            <p:cNvPr id="1240" name="Google Shape;1240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41" name="Google Shape;1241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42" name="Google Shape;1242;p21"/>
          <p:cNvSpPr txBox="1"/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/>
          </a:p>
        </p:txBody>
      </p:sp>
      <p:sp>
        <p:nvSpPr>
          <p:cNvPr id="1243" name="Google Shape;1243;p21"/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21"/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1"/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1"/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7" name="Google Shape;1247;p21"/>
          <p:cNvGrpSpPr/>
          <p:nvPr/>
        </p:nvGrpSpPr>
        <p:grpSpPr>
          <a:xfrm>
            <a:off x="9015205" y="5661457"/>
            <a:ext cx="2770131" cy="217375"/>
            <a:chOff x="4697470" y="3209373"/>
            <a:chExt cx="433615" cy="163031"/>
          </a:xfrm>
        </p:grpSpPr>
        <p:cxnSp>
          <p:nvCxnSpPr>
            <p:cNvPr id="1248" name="Google Shape;1248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49" name="Google Shape;1249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50" name="Google Shape;1250;p21"/>
          <p:cNvSpPr txBox="1"/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2326</Words>
  <Application>Microsoft Office PowerPoint</Application>
  <PresentationFormat>Widescreen</PresentationFormat>
  <Paragraphs>357</Paragraphs>
  <Slides>64</Slides>
  <Notes>64</Notes>
  <HiddenSlides>9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Calibri</vt:lpstr>
      <vt:lpstr>Cascadia Mono</vt:lpstr>
      <vt:lpstr>bbv template EN</vt:lpstr>
      <vt:lpstr>PowerPoint Presentation</vt:lpstr>
      <vt:lpstr>MAIN FUNCTIONALITY IN THE TRELLO SYSTEM</vt:lpstr>
      <vt:lpstr>Agenda</vt:lpstr>
      <vt:lpstr>BOARDS TAB IN TRELLO SYSTEM</vt:lpstr>
      <vt:lpstr>TEMPLATE TAB IN TRELLO SYSTEM</vt:lpstr>
      <vt:lpstr>TEMPLATE IN TRELLO SYSTEM</vt:lpstr>
      <vt:lpstr>HOME TAB IN TRELLO SYSTEM</vt:lpstr>
      <vt:lpstr>CREATE WORKSPACE IN TRELLO SYSTEM</vt:lpstr>
      <vt:lpstr>WORKSPACE IN TRELLO SYSTEM</vt:lpstr>
      <vt:lpstr>WORKSPACE IN TRELLO SYSTEM</vt:lpstr>
      <vt:lpstr>USERBOARDRECENTLYVIEW  IN TRELLO SYSTEM</vt:lpstr>
      <vt:lpstr>USER, WORKSPACE, BOARD, TEMPLATE, TEMPLATECATEGORY, USERBOARD RELATIONSHIP</vt:lpstr>
      <vt:lpstr>WORKSPACE IN TRELLO SYSTEM</vt:lpstr>
      <vt:lpstr>BOARD SHARE IN TRELLO SYSTEM</vt:lpstr>
      <vt:lpstr>BOARD SHARE IN TRELLO SYSTEM</vt:lpstr>
      <vt:lpstr>SHARELINK, PERMISSION, MEMBER RELATIONSHIP</vt:lpstr>
      <vt:lpstr>WORKSPACE SETTING IN TRELLO SYSTEM</vt:lpstr>
      <vt:lpstr>USER SETTING IN TRELLO SYSTEM</vt:lpstr>
      <vt:lpstr>BOARD SETTING IN TRELLO SYSTEM</vt:lpstr>
      <vt:lpstr>SETTINGKEY, SETTINGOPTION, SETTINGVALUE, SETTINGKEYSETTINGOPTION RELATIONSHIP</vt:lpstr>
      <vt:lpstr>WORKSPACE IN TRELLO SYSTEM</vt:lpstr>
      <vt:lpstr>WORKSPACE IN TRELLO SYSTEM</vt:lpstr>
      <vt:lpstr>BOARD, POWERUP,POWERUPCATEGORY RELATIONSHIP</vt:lpstr>
      <vt:lpstr>WORKSPACE IN TRELLO SYSTEM</vt:lpstr>
      <vt:lpstr>WORKSPACE IN TRELLO SYSTEM</vt:lpstr>
      <vt:lpstr>BILLING IN TRELLO SYSTEM</vt:lpstr>
      <vt:lpstr>BILLING IN TRELLO SYSTEM</vt:lpstr>
      <vt:lpstr>BILLING IN TRELLO SYSTEM</vt:lpstr>
      <vt:lpstr>BILLINGCONTACT, BILLINGPLAN, SUBSCRIPTION  RELATIONSHIP</vt:lpstr>
      <vt:lpstr>WORKSPACE IN TRELLO SYSTEM</vt:lpstr>
      <vt:lpstr>USER IN TRELLO SYSTEM</vt:lpstr>
      <vt:lpstr>BOARD IN TRELLO SYSTEM</vt:lpstr>
      <vt:lpstr>STAGE IN TRELLO SYSTEM</vt:lpstr>
      <vt:lpstr>STAGE IN TRELLO SYSTEM</vt:lpstr>
      <vt:lpstr>CARDS IN TRELLO SYSTEM</vt:lpstr>
      <vt:lpstr>CARDS IN TRELLO SYSTEM</vt:lpstr>
      <vt:lpstr>CARDS IN TRELLO SYSTEM</vt:lpstr>
      <vt:lpstr>LABEL AND COLOR IN TRELLO SYSTEM</vt:lpstr>
      <vt:lpstr>BOARD, STAGE, CARD, LABEL, COLOR RELATIONSHIP</vt:lpstr>
      <vt:lpstr>CHECKLIST IN TRELLO SYSTEM</vt:lpstr>
      <vt:lpstr>CARD, CHECKLIST, CHECKLISTITEM</vt:lpstr>
      <vt:lpstr>ATTACHMENT IN TRELLO SYSTEM</vt:lpstr>
      <vt:lpstr>COMMENT IN TRELLO SYSTEM</vt:lpstr>
      <vt:lpstr>CARD, ATTACHMENT, COMMENT, REACTION RELATIONSHIP</vt:lpstr>
      <vt:lpstr>CARDS IN TRELLO SYSTEM</vt:lpstr>
      <vt:lpstr>Visily</vt:lpstr>
      <vt:lpstr>STICKERS IN TRELLO SYSTEM</vt:lpstr>
      <vt:lpstr>STICKERS IN TRELLO SYSTEM</vt:lpstr>
      <vt:lpstr>NOTIFICATION IN TRELLO SYSTEM</vt:lpstr>
      <vt:lpstr>HOME TAB IN TRELLO SYSTEM</vt:lpstr>
      <vt:lpstr>ACTIVITY, NOTIFICATION RELATIONSHIP</vt:lpstr>
      <vt:lpstr>COLLECTION IN TRELLO SYSTEM</vt:lpstr>
      <vt:lpstr>COLLECTION, BOARD, BOARDCOLLECTION RELATIONSHIP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Dao Trong Vo</dc:creator>
  <cp:lastModifiedBy>Dang Khoa Do</cp:lastModifiedBy>
  <cp:revision>67</cp:revision>
  <dcterms:created xsi:type="dcterms:W3CDTF">2025-07-10T03:51:23Z</dcterms:created>
  <dcterms:modified xsi:type="dcterms:W3CDTF">2025-07-28T15:50:10Z</dcterms:modified>
</cp:coreProperties>
</file>