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8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9.xml" ContentType="application/vnd.openxmlformats-officedocument.presentationml.tags+xml"/>
  <Override PartName="/ppt/notesSlides/notesSlide5.xml" ContentType="application/vnd.openxmlformats-officedocument.presentationml.notesSlide+xml"/>
  <Override PartName="/ppt/tags/tag30.xml" ContentType="application/vnd.openxmlformats-officedocument.presentationml.tags+xml"/>
  <Override PartName="/ppt/notesSlides/notesSlide6.xml" ContentType="application/vnd.openxmlformats-officedocument.presentationml.notesSlide+xml"/>
  <Override PartName="/ppt/tags/tag31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32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33.xml" ContentType="application/vnd.openxmlformats-officedocument.presentationml.tags+xml"/>
  <Override PartName="/ppt/notesSlides/notesSlide14.xml" ContentType="application/vnd.openxmlformats-officedocument.presentationml.notesSlide+xml"/>
  <Override PartName="/ppt/tags/tag34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35.xml" ContentType="application/vnd.openxmlformats-officedocument.presentationml.tags+xml"/>
  <Override PartName="/ppt/notesSlides/notesSlide17.xml" ContentType="application/vnd.openxmlformats-officedocument.presentationml.notesSlide+xml"/>
  <Override PartName="/ppt/tags/tag36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37.xml" ContentType="application/vnd.openxmlformats-officedocument.presentationml.tags+xml"/>
  <Override PartName="/ppt/notesSlides/notesSlide20.xml" ContentType="application/vnd.openxmlformats-officedocument.presentationml.notesSlide+xml"/>
  <Override PartName="/ppt/tags/tag38.xml" ContentType="application/vnd.openxmlformats-officedocument.presentationml.tags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3"/>
  </p:sldMasterIdLst>
  <p:notesMasterIdLst>
    <p:notesMasterId r:id="rId25"/>
  </p:notesMasterIdLst>
  <p:handoutMasterIdLst>
    <p:handoutMasterId r:id="rId26"/>
  </p:handoutMasterIdLst>
  <p:sldIdLst>
    <p:sldId id="321" r:id="rId4"/>
    <p:sldId id="330" r:id="rId5"/>
    <p:sldId id="290" r:id="rId6"/>
    <p:sldId id="331" r:id="rId7"/>
    <p:sldId id="294" r:id="rId8"/>
    <p:sldId id="281" r:id="rId9"/>
    <p:sldId id="2145705925" r:id="rId10"/>
    <p:sldId id="2145705951" r:id="rId11"/>
    <p:sldId id="2145705952" r:id="rId12"/>
    <p:sldId id="2145705953" r:id="rId13"/>
    <p:sldId id="315" r:id="rId14"/>
    <p:sldId id="2145705823" r:id="rId15"/>
    <p:sldId id="2145705933" r:id="rId16"/>
    <p:sldId id="2145705739" r:id="rId17"/>
    <p:sldId id="2145705913" r:id="rId18"/>
    <p:sldId id="2145705949" r:id="rId19"/>
    <p:sldId id="2145705749" r:id="rId20"/>
    <p:sldId id="2145705911" r:id="rId21"/>
    <p:sldId id="2145705934" r:id="rId22"/>
    <p:sldId id="2145705791" r:id="rId23"/>
    <p:sldId id="2145705742" r:id="rId24"/>
  </p:sldIdLst>
  <p:sldSz cx="12192000" cy="6858000"/>
  <p:notesSz cx="6858000" cy="9144000"/>
  <p:custDataLst>
    <p:tags r:id="rId2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otes" id="{22A221C9-5B71-4357-B92B-47EC9E1F1A43}">
          <p14:sldIdLst/>
        </p14:section>
        <p14:section name="Slide examples" id="{92C1AA63-312F-4789-8247-203676534D38}">
          <p14:sldIdLst>
            <p14:sldId id="321"/>
            <p14:sldId id="330"/>
            <p14:sldId id="290"/>
            <p14:sldId id="331"/>
            <p14:sldId id="294"/>
            <p14:sldId id="281"/>
            <p14:sldId id="2145705925"/>
            <p14:sldId id="2145705951"/>
            <p14:sldId id="2145705952"/>
            <p14:sldId id="2145705953"/>
            <p14:sldId id="315"/>
            <p14:sldId id="2145705823"/>
          </p14:sldIdLst>
        </p14:section>
        <p14:section name="How-to guides" id="{940A1398-85E1-49ED-8D6E-5B86E8378269}">
          <p14:sldIdLst>
            <p14:sldId id="2145705933"/>
            <p14:sldId id="2145705739"/>
            <p14:sldId id="2145705913"/>
            <p14:sldId id="2145705949"/>
            <p14:sldId id="2145705749"/>
            <p14:sldId id="2145705911"/>
          </p14:sldIdLst>
        </p14:section>
        <p14:section name="Style guide" id="{469652BB-A032-4484-908B-5AD5FE899E09}">
          <p14:sldIdLst>
            <p14:sldId id="2145705934"/>
            <p14:sldId id="2145705791"/>
            <p14:sldId id="214570574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00D6"/>
    <a:srgbClr val="9A07CB"/>
    <a:srgbClr val="00467F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1187" autoAdjust="0"/>
  </p:normalViewPr>
  <p:slideViewPr>
    <p:cSldViewPr snapToGrid="0" snapToObjects="1" showGuides="1">
      <p:cViewPr>
        <p:scale>
          <a:sx n="100" d="100"/>
          <a:sy n="100" d="100"/>
        </p:scale>
        <p:origin x="912" y="-36"/>
      </p:cViewPr>
      <p:guideLst/>
    </p:cSldViewPr>
  </p:slideViewPr>
  <p:outlineViewPr>
    <p:cViewPr>
      <p:scale>
        <a:sx n="33" d="100"/>
        <a:sy n="33" d="100"/>
      </p:scale>
      <p:origin x="0" y="-246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 snapToGrid="0" snapToObjects="1" showGuides="1">
      <p:cViewPr varScale="1">
        <p:scale>
          <a:sx n="80" d="100"/>
          <a:sy n="80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handoutMaster" Target="handoutMasters/handoutMaster1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7904110-CA28-333E-2C34-1D6898DC0F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78BA21-CD2F-EE12-5978-472132E8FF6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F5959A-AE8E-4098-8E47-081D9FE6ACD1}" type="datetimeFigureOut">
              <a:rPr lang="en-GB" smtClean="0"/>
              <a:t>05/08/2025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0F835B-6669-0F4A-D3F6-4284B75B49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16185-AADD-6E7A-A4FC-A558DFE03E0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9649B8-B442-4509-AEA1-C442A31137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135219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82F50848-CCE2-4F33-8910-F863336B6EB2}" type="datetimeFigureOut">
              <a:rPr lang="de-CH" smtClean="0"/>
              <a:pPr/>
              <a:t>05.08.2025</a:t>
            </a:fld>
            <a:endParaRPr lang="de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CH"/>
              <a:t>Click to edit Master text styles</a:t>
            </a:r>
          </a:p>
          <a:p>
            <a:pPr lvl="1"/>
            <a:r>
              <a:rPr lang="de-CH"/>
              <a:t>Second level</a:t>
            </a:r>
          </a:p>
          <a:p>
            <a:pPr lvl="2"/>
            <a:r>
              <a:rPr lang="de-CH"/>
              <a:t>Third level</a:t>
            </a:r>
          </a:p>
          <a:p>
            <a:pPr lvl="3"/>
            <a:r>
              <a:rPr lang="de-CH"/>
              <a:t>Fourth level</a:t>
            </a:r>
          </a:p>
          <a:p>
            <a:pPr lvl="4"/>
            <a:r>
              <a:rPr lang="de-CH"/>
              <a:t>Fifth level</a:t>
            </a:r>
            <a:endParaRPr lang="de-CH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6A4FF178-7F5C-4C53-AC97-DF4205D97146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55230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1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6904938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18245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3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4535643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28170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896698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737770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623483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716360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026986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10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281154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11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422447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12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783931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13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443027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14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518951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15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11847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16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951101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17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080109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18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6224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19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19798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20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954051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21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46349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.bin"/><Relationship Id="rId7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5" Type="http://schemas.openxmlformats.org/officeDocument/2006/relationships/image" Target="../media/image11.jpeg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5" Type="http://schemas.openxmlformats.org/officeDocument/2006/relationships/image" Target="../media/image11.jpeg"/><Relationship Id="rId4" Type="http://schemas.openxmlformats.org/officeDocument/2006/relationships/image" Target="../media/image1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 /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DB8E7BCA-FF9A-86C4-163D-494ED3E694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25569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DB8E7BCA-FF9A-86C4-163D-494ED3E694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F14BDA87-C9C8-CD58-C9D7-0C952C1D73C0}"/>
              </a:ext>
            </a:extLst>
          </p:cNvPr>
          <p:cNvSpPr/>
          <p:nvPr userDrawn="1"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chemeClr val="tx2"/>
          </a:solidFill>
        </p:spPr>
        <p:txBody>
          <a:bodyPr wrap="square" lIns="72000" tIns="72000" rIns="72000" bIns="72000" rtlCol="0" anchor="ctr">
            <a:noAutofit/>
          </a:bodyPr>
          <a:lstStyle/>
          <a:p>
            <a:pPr algn="ctr" rtl="0"/>
            <a:endParaRPr lang="en-GB" sz="1600" noProof="0">
              <a:solidFill>
                <a:schemeClr val="bg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2B1088E-A830-D72F-9D81-51D4D3480FB8}"/>
              </a:ext>
            </a:extLst>
          </p:cNvPr>
          <p:cNvGrpSpPr/>
          <p:nvPr userDrawn="1"/>
        </p:nvGrpSpPr>
        <p:grpSpPr>
          <a:xfrm>
            <a:off x="2424000" y="3370961"/>
            <a:ext cx="7489526" cy="1214079"/>
            <a:chOff x="2424000" y="3370961"/>
            <a:chExt cx="7489526" cy="1214079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5765E41D-34F7-E790-C1FD-DC00CEE7C5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424000" y="3370961"/>
              <a:ext cx="7489526" cy="432000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78FD31BA-980D-D11B-2EEB-4180204D34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681512" y="4351040"/>
              <a:ext cx="6828977" cy="234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74854434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25876119-2931-B4D9-CA69-9C3C8D9644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76882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25876119-2931-B4D9-CA69-9C3C8D964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EC64C37-AEAB-AB56-B60A-FA7B85FC0FAA}"/>
              </a:ext>
            </a:extLst>
          </p:cNvPr>
          <p:cNvSpPr/>
          <p:nvPr userDrawn="1"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rgbClr val="FFFFFF"/>
          </a:solidFill>
        </p:spPr>
        <p:txBody>
          <a:bodyPr wrap="square" lIns="72000" tIns="72000" rIns="72000" bIns="72000" rtlCol="0" anchor="ctr">
            <a:noAutofit/>
          </a:bodyPr>
          <a:lstStyle/>
          <a:p>
            <a:pPr algn="ctr" rtl="0"/>
            <a:endParaRPr lang="en-GB" sz="1600" noProof="0">
              <a:solidFill>
                <a:schemeClr val="bg1"/>
              </a:solidFill>
            </a:endParaRP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4A971CC8-DBCE-5991-27FA-298EE4BC6AA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12192000" cy="21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2B9AC-C49E-CA80-7854-76D1F5F342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1999" y="5868000"/>
            <a:ext cx="11331375" cy="369332"/>
          </a:xfrm>
        </p:spPr>
        <p:txBody>
          <a:bodyPr>
            <a:noAutofit/>
          </a:bodyPr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/>
              <a:t>Subtitle, 24pt,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D0822-52F9-BD4E-ADA5-49B7C76432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999" y="4246162"/>
            <a:ext cx="11331375" cy="1477328"/>
          </a:xfrm>
        </p:spPr>
        <p:txBody>
          <a:bodyPr vert="horz" anchor="b">
            <a:noAutofit/>
          </a:bodyPr>
          <a:lstStyle>
            <a:lvl1pPr algn="l" rtl="0"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Title, 48pt,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846660333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6" pos="270" userDrawn="1">
          <p15:clr>
            <a:srgbClr val="FBAE40"/>
          </p15:clr>
        </p15:guide>
        <p15:guide id="7" pos="740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custome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25876119-2931-B4D9-CA69-9C3C8D9644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38051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25876119-2931-B4D9-CA69-9C3C8D964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18B174F-64CB-F020-88E2-1F63BD8A9992}"/>
              </a:ext>
            </a:extLst>
          </p:cNvPr>
          <p:cNvSpPr/>
          <p:nvPr userDrawn="1"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rgbClr val="FFFFFF"/>
          </a:solidFill>
        </p:spPr>
        <p:txBody>
          <a:bodyPr wrap="square" lIns="72000" tIns="72000" rIns="72000" bIns="72000" rtlCol="0" anchor="ctr">
            <a:noAutofit/>
          </a:bodyPr>
          <a:lstStyle/>
          <a:p>
            <a:pPr algn="ctr" rtl="0"/>
            <a:endParaRPr lang="en-GB" sz="1600" noProof="0">
              <a:solidFill>
                <a:schemeClr val="bg1"/>
              </a:solidFill>
            </a:endParaRP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4A971CC8-DBCE-5991-27FA-298EE4BC6AA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12192000" cy="21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2B9AC-C49E-CA80-7854-76D1F5F342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1999" y="5868000"/>
            <a:ext cx="11331375" cy="369332"/>
          </a:xfrm>
        </p:spPr>
        <p:txBody>
          <a:bodyPr>
            <a:noAutofit/>
          </a:bodyPr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/>
              <a:t>Subtitle, 24pt,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D0822-52F9-BD4E-ADA5-49B7C76432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999" y="4246162"/>
            <a:ext cx="11331375" cy="1477328"/>
          </a:xfrm>
        </p:spPr>
        <p:txBody>
          <a:bodyPr vert="horz" anchor="b">
            <a:noAutofit/>
          </a:bodyPr>
          <a:lstStyle>
            <a:lvl1pPr algn="l" rtl="0"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Title, 48pt,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  <p:sp>
        <p:nvSpPr>
          <p:cNvPr id="24" name="Text Placeholder 43">
            <a:extLst>
              <a:ext uri="{FF2B5EF4-FFF2-40B4-BE49-F238E27FC236}">
                <a16:creationId xmlns:a16="http://schemas.microsoft.com/office/drawing/2014/main" id="{BDEA299F-CF48-A5F1-3781-1AB2A986B4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69200" y="1962000"/>
            <a:ext cx="2592000" cy="1296000"/>
          </a:xfrm>
          <a:solidFill>
            <a:schemeClr val="bg1"/>
          </a:solidFill>
          <a:ln>
            <a:noFill/>
          </a:ln>
        </p:spPr>
        <p:txBody>
          <a:bodyPr/>
          <a:lstStyle>
            <a:lvl1pPr marL="0" indent="0" rtl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83460534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6" pos="270" userDrawn="1">
          <p15:clr>
            <a:srgbClr val="FBAE40"/>
          </p15:clr>
        </p15:guide>
        <p15:guide id="7" pos="740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C815432-1626-BBCF-EDFF-4A58259064D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417015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C815432-1626-BBCF-EDFF-4A58259064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C9DC67D7-52EE-6ADA-F962-34E45323AA0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1098000"/>
            <a:ext cx="6096000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AA92BD0-3906-45A7-FD93-C56CA8C7C6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2000" y="1530000"/>
            <a:ext cx="5232000" cy="4896000"/>
          </a:xfrm>
        </p:spPr>
        <p:txBody>
          <a:bodyPr anchor="t"/>
          <a:lstStyle>
            <a:lvl1pPr marL="625475" indent="-625475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ct val="130000"/>
              <a:buFont typeface="+mj-lt"/>
              <a:buAutoNum type="arabicPeriod"/>
              <a:defRPr b="1">
                <a:solidFill>
                  <a:schemeClr val="tx1"/>
                </a:solidFill>
              </a:defRPr>
            </a:lvl1pPr>
            <a:lvl2pPr marL="625475" indent="0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 noProof="0"/>
              <a:t>Add agenda topic, 18 pt</a:t>
            </a:r>
          </a:p>
          <a:p>
            <a:pPr lvl="1"/>
            <a:r>
              <a:rPr lang="en-GB" noProof="0"/>
              <a:t>Subtopic, 16 pt</a:t>
            </a:r>
          </a:p>
          <a:p>
            <a:pPr lvl="1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385BAD-0861-C6A4-56E2-BF176F171A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</a:t>
            </a:r>
          </a:p>
        </p:txBody>
      </p:sp>
    </p:spTree>
    <p:extLst>
      <p:ext uri="{BB962C8B-B14F-4D97-AF65-F5344CB8AC3E}">
        <p14:creationId xmlns:p14="http://schemas.microsoft.com/office/powerpoint/2010/main" val="1140928159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8" orient="horz" pos="692" userDrawn="1">
          <p15:clr>
            <a:srgbClr val="FBAE40"/>
          </p15:clr>
        </p15:guide>
        <p15:guide id="9" pos="270" userDrawn="1">
          <p15:clr>
            <a:srgbClr val="FBAE40"/>
          </p15:clr>
        </p15:guide>
        <p15:guide id="10" pos="3839" userDrawn="1">
          <p15:clr>
            <a:srgbClr val="FBAE40"/>
          </p15:clr>
        </p15:guide>
        <p15:guide id="11" orient="horz" pos="4047" userDrawn="1">
          <p15:clr>
            <a:srgbClr val="FBAE40"/>
          </p15:clr>
        </p15:guide>
        <p15:guide id="12" orient="horz" pos="963" userDrawn="1">
          <p15:clr>
            <a:srgbClr val="FBAE40"/>
          </p15:clr>
        </p15:guide>
        <p15:guide id="13" pos="356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25876119-2931-B4D9-CA69-9C3C8D9644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55909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25876119-2931-B4D9-CA69-9C3C8D964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EC64C37-AEAB-AB56-B60A-FA7B85FC0FAA}"/>
              </a:ext>
            </a:extLst>
          </p:cNvPr>
          <p:cNvSpPr/>
          <p:nvPr userDrawn="1"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rgbClr val="FFFFFF"/>
          </a:solidFill>
        </p:spPr>
        <p:txBody>
          <a:bodyPr wrap="square" lIns="72000" tIns="72000" rIns="72000" bIns="72000" rtlCol="0" anchor="ctr">
            <a:noAutofit/>
          </a:bodyPr>
          <a:lstStyle/>
          <a:p>
            <a:pPr algn="ctr" rtl="0"/>
            <a:endParaRPr lang="en-GB" sz="1600" noProof="0">
              <a:solidFill>
                <a:schemeClr val="bg1"/>
              </a:solidFill>
            </a:endParaRP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4A971CC8-DBCE-5991-27FA-298EE4BC6AA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12192000" cy="21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2B9AC-C49E-CA80-7854-76D1F5F342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1999" y="5868000"/>
            <a:ext cx="11331375" cy="369332"/>
          </a:xfrm>
        </p:spPr>
        <p:txBody>
          <a:bodyPr>
            <a:noAutofit/>
          </a:bodyPr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/>
              <a:t>Subtitle, 24pt,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D0822-52F9-BD4E-ADA5-49B7C76432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999" y="4246162"/>
            <a:ext cx="11331375" cy="1477328"/>
          </a:xfrm>
        </p:spPr>
        <p:txBody>
          <a:bodyPr vert="horz" anchor="b">
            <a:noAutofit/>
          </a:bodyPr>
          <a:lstStyle>
            <a:lvl1pPr algn="l" rtl="0"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Chapter title, 48pt,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236310670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6" pos="270" userDrawn="1">
          <p15:clr>
            <a:srgbClr val="FBAE40"/>
          </p15:clr>
        </p15:guide>
        <p15:guide id="7" pos="740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840822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9" y="1528763"/>
            <a:ext cx="11329200" cy="4899025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 dirty="0"/>
              <a:t>First level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97E0B-784F-5DDC-C5F6-895349559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87379739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3" orient="horz" pos="963" userDrawn="1">
          <p15:clr>
            <a:srgbClr val="FBAE40"/>
          </p15:clr>
        </p15:guide>
        <p15:guide id="14" pos="270" userDrawn="1">
          <p15:clr>
            <a:srgbClr val="FBAE40"/>
          </p15:clr>
        </p15:guide>
        <p15:guide id="15" orient="horz" pos="692" userDrawn="1">
          <p15:clr>
            <a:srgbClr val="FBAE40"/>
          </p15:clr>
        </p15:guide>
        <p15:guide id="16" orient="horz" pos="4049" userDrawn="1">
          <p15:clr>
            <a:srgbClr val="FBAE40"/>
          </p15:clr>
        </p15:guide>
        <p15:guide id="17" pos="7409" userDrawn="1">
          <p15:clr>
            <a:srgbClr val="FBAE40"/>
          </p15:clr>
        </p15:guide>
        <p15:guide id="18" orient="horz" pos="135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840822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9" y="2160587"/>
            <a:ext cx="11329200" cy="4267201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999" y="1530000"/>
            <a:ext cx="113292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97E0B-784F-5DDC-C5F6-895349559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698861040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3" orient="horz" pos="963" userDrawn="1">
          <p15:clr>
            <a:srgbClr val="FBAE40"/>
          </p15:clr>
        </p15:guide>
        <p15:guide id="14" pos="270" userDrawn="1">
          <p15:clr>
            <a:srgbClr val="FBAE40"/>
          </p15:clr>
        </p15:guide>
        <p15:guide id="15" orient="horz" pos="692" userDrawn="1">
          <p15:clr>
            <a:srgbClr val="FBAE40"/>
          </p15:clr>
        </p15:guide>
        <p15:guide id="16" orient="horz" pos="4049" userDrawn="1">
          <p15:clr>
            <a:srgbClr val="FBAE40"/>
          </p15:clr>
        </p15:guide>
        <p15:guide id="17" pos="7409" userDrawn="1">
          <p15:clr>
            <a:srgbClr val="FBAE40"/>
          </p15:clr>
        </p15:guide>
        <p15:guide id="18" orient="horz" pos="135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2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0059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160587"/>
            <a:ext cx="5447999" cy="4267201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000" y="1530000"/>
            <a:ext cx="5447999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97E0B-784F-5DDC-C5F6-895349559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6F02CE17-8D55-2AB5-3A7A-2B03B0A6A3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12000" y="2160587"/>
            <a:ext cx="5449788" cy="4267201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C5A4294C-7368-31A6-E5C9-30880ECCFD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12000" y="1530000"/>
            <a:ext cx="5449788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</p:spTree>
    <p:extLst>
      <p:ext uri="{BB962C8B-B14F-4D97-AF65-F5344CB8AC3E}">
        <p14:creationId xmlns:p14="http://schemas.microsoft.com/office/powerpoint/2010/main" val="393578478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5" orient="horz" pos="963" userDrawn="1">
          <p15:clr>
            <a:srgbClr val="FBAE40"/>
          </p15:clr>
        </p15:guide>
        <p15:guide id="16" pos="270" userDrawn="1">
          <p15:clr>
            <a:srgbClr val="FBAE40"/>
          </p15:clr>
        </p15:guide>
        <p15:guide id="17" orient="horz" pos="692" userDrawn="1">
          <p15:clr>
            <a:srgbClr val="FBAE40"/>
          </p15:clr>
        </p15:guide>
        <p15:guide id="18" orient="horz" pos="4049" userDrawn="1">
          <p15:clr>
            <a:srgbClr val="FBAE40"/>
          </p15:clr>
        </p15:guide>
        <p15:guide id="19" pos="7409" userDrawn="1">
          <p15:clr>
            <a:srgbClr val="FBAE40"/>
          </p15:clr>
        </p15:guide>
        <p15:guide id="20" orient="horz" pos="1359" userDrawn="1">
          <p15:clr>
            <a:srgbClr val="FBAE40"/>
          </p15:clr>
        </p15:guide>
        <p15:guide id="21" pos="3974" userDrawn="1">
          <p15:clr>
            <a:srgbClr val="FBAE40"/>
          </p15:clr>
        </p15:guide>
        <p15:guide id="22" pos="3705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3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28247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160587"/>
            <a:ext cx="3488000" cy="4267201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999" y="1530000"/>
            <a:ext cx="34884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97E0B-784F-5DDC-C5F6-895349559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6F02CE17-8D55-2AB5-3A7A-2B03B0A6A3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52000" y="2160587"/>
            <a:ext cx="3488000" cy="4267201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C5A4294C-7368-31A6-E5C9-30880ECCFD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51600" y="1530000"/>
            <a:ext cx="34884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84BE735-54B6-3B7B-5644-995106F03F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72000" y="2160587"/>
            <a:ext cx="3488000" cy="4267201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B2CD99D5-47E6-B7D2-CB87-F8AD5F3682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72000" y="1530000"/>
            <a:ext cx="34884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</p:spTree>
    <p:extLst>
      <p:ext uri="{BB962C8B-B14F-4D97-AF65-F5344CB8AC3E}">
        <p14:creationId xmlns:p14="http://schemas.microsoft.com/office/powerpoint/2010/main" val="989789995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pos="7409" userDrawn="1">
          <p15:clr>
            <a:srgbClr val="FBAE40"/>
          </p15:clr>
        </p15:guide>
        <p15:guide id="22" orient="horz" pos="1359" userDrawn="1">
          <p15:clr>
            <a:srgbClr val="FBAE40"/>
          </p15:clr>
        </p15:guide>
        <p15:guide id="23" pos="5210" userDrawn="1">
          <p15:clr>
            <a:srgbClr val="FBAE40"/>
          </p15:clr>
        </p15:guide>
        <p15:guide id="24" pos="4940" userDrawn="1">
          <p15:clr>
            <a:srgbClr val="FBAE40"/>
          </p15:clr>
        </p15:guide>
        <p15:guide id="25" pos="2740" userDrawn="1">
          <p15:clr>
            <a:srgbClr val="FBAE40"/>
          </p15:clr>
        </p15:guide>
        <p15:guide id="26" pos="247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text with 1/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663642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1098000"/>
            <a:ext cx="6096000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160001"/>
            <a:ext cx="5232200" cy="4267788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000" y="1530000"/>
            <a:ext cx="52322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12DC60-1B20-60A5-7F1D-CE4A63B8D6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05872115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orient="horz" pos="1359" userDrawn="1">
          <p15:clr>
            <a:srgbClr val="FBAE40"/>
          </p15:clr>
        </p15:guide>
        <p15:guide id="22" pos="3568" userDrawn="1">
          <p15:clr>
            <a:srgbClr val="FBAE40"/>
          </p15:clr>
        </p15:guide>
        <p15:guide id="23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text with 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823236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27598" y="1098000"/>
            <a:ext cx="4064402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9" y="2160000"/>
            <a:ext cx="7263999" cy="4267789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999" y="1530000"/>
            <a:ext cx="7263999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D752F1-9B09-8D70-F3E1-C60862EE4A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66155744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pos="7409" userDrawn="1">
          <p15:clr>
            <a:srgbClr val="FBAE40"/>
          </p15:clr>
        </p15:guide>
        <p15:guide id="22" orient="horz" pos="1359" userDrawn="1">
          <p15:clr>
            <a:srgbClr val="FBAE40"/>
          </p15:clr>
        </p15:guide>
        <p15:guide id="23" pos="4848" userDrawn="1">
          <p15:clr>
            <a:srgbClr val="FBAE40"/>
          </p15:clr>
        </p15:guide>
        <p15:guide id="24" pos="512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text with 1/4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950394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B39D5703-BD1C-3A16-A4A7-30E0EE62B04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146400" y="1098000"/>
            <a:ext cx="3045600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9" y="2160000"/>
            <a:ext cx="8285287" cy="4267789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999" y="1530000"/>
            <a:ext cx="8286551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D752F1-9B09-8D70-F3E1-C60862EE4A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560924079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pos="7409" userDrawn="1">
          <p15:clr>
            <a:srgbClr val="FBAE40"/>
          </p15:clr>
        </p15:guide>
        <p15:guide id="22" orient="horz" pos="1359" userDrawn="1">
          <p15:clr>
            <a:srgbClr val="FBAE40"/>
          </p15:clr>
        </p15:guide>
        <p15:guide id="23" pos="5492" userDrawn="1">
          <p15:clr>
            <a:srgbClr val="FBAE40"/>
          </p15:clr>
        </p15:guide>
        <p15:guide id="24" pos="576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text with 1/3 image + white space fo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83663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27598" y="1098000"/>
            <a:ext cx="4064402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9" y="2160000"/>
            <a:ext cx="7263999" cy="4267789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999" y="1530000"/>
            <a:ext cx="7263999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157B48F4-BDD6-6F20-ED74-A0F80415BF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81425" y="5131789"/>
            <a:ext cx="3178576" cy="1296000"/>
          </a:xfrm>
          <a:solidFill>
            <a:schemeClr val="bg1"/>
          </a:solidFill>
          <a:ln>
            <a:noFill/>
          </a:ln>
        </p:spPr>
        <p:txBody>
          <a:bodyPr/>
          <a:lstStyle>
            <a:lvl1pPr marL="0" indent="0" rtl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D752F1-9B09-8D70-F3E1-C60862EE4A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438534682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pos="7409" userDrawn="1">
          <p15:clr>
            <a:srgbClr val="FBAE40"/>
          </p15:clr>
        </p15:guide>
        <p15:guide id="22" orient="horz" pos="1359" userDrawn="1">
          <p15:clr>
            <a:srgbClr val="FBAE40"/>
          </p15:clr>
        </p15:guide>
        <p15:guide id="23" pos="4848" userDrawn="1">
          <p15:clr>
            <a:srgbClr val="FBAE40"/>
          </p15:clr>
        </p15:guide>
        <p15:guide id="24" pos="512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2 texts with 1/4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821622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46400" y="1098000"/>
            <a:ext cx="3045600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8" y="2157413"/>
            <a:ext cx="3928356" cy="4270375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998" y="1530000"/>
            <a:ext cx="3928356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57C43C1D-0D5A-3546-923A-9906F731028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92355" y="2157413"/>
            <a:ext cx="3924931" cy="4270375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40" name="Text Placeholder 12">
            <a:extLst>
              <a:ext uri="{FF2B5EF4-FFF2-40B4-BE49-F238E27FC236}">
                <a16:creationId xmlns:a16="http://schemas.microsoft.com/office/drawing/2014/main" id="{25734A7E-A371-8589-95F1-486EF3BDC2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2355" y="1530000"/>
            <a:ext cx="3924931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5B0D54-9E65-6676-5BE0-B1EC73550C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31532280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9" orient="horz" pos="963" userDrawn="1">
          <p15:clr>
            <a:srgbClr val="FBAE40"/>
          </p15:clr>
        </p15:guide>
        <p15:guide id="20" pos="270" userDrawn="1">
          <p15:clr>
            <a:srgbClr val="FBAE40"/>
          </p15:clr>
        </p15:guide>
        <p15:guide id="21" orient="horz" pos="692" userDrawn="1">
          <p15:clr>
            <a:srgbClr val="FBAE40"/>
          </p15:clr>
        </p15:guide>
        <p15:guide id="22" orient="horz" pos="4049" userDrawn="1">
          <p15:clr>
            <a:srgbClr val="FBAE40"/>
          </p15:clr>
        </p15:guide>
        <p15:guide id="23" orient="horz" pos="1359" userDrawn="1">
          <p15:clr>
            <a:srgbClr val="FBAE40"/>
          </p15:clr>
        </p15:guide>
        <p15:guide id="24" pos="5490" userDrawn="1">
          <p15:clr>
            <a:srgbClr val="FBAE40"/>
          </p15:clr>
        </p15:guide>
        <p15:guide id="25" pos="5760" userDrawn="1">
          <p15:clr>
            <a:srgbClr val="FBAE40"/>
          </p15:clr>
        </p15:guide>
        <p15:guide id="26" pos="3018" userDrawn="1">
          <p15:clr>
            <a:srgbClr val="FBAE40"/>
          </p15:clr>
        </p15:guide>
        <p15:guide id="27" pos="274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imon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726307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6096000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6B8952-F9D6-8A77-2EE2-5858DB422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29187" y="1528763"/>
            <a:ext cx="5232602" cy="4896000"/>
          </a:xfrm>
        </p:spPr>
        <p:txBody>
          <a:bodyPr/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Text</a:t>
            </a:r>
          </a:p>
        </p:txBody>
      </p:sp>
      <p:sp>
        <p:nvSpPr>
          <p:cNvPr id="37" name="Text Placeholder 38">
            <a:extLst>
              <a:ext uri="{FF2B5EF4-FFF2-40B4-BE49-F238E27FC236}">
                <a16:creationId xmlns:a16="http://schemas.microsoft.com/office/drawing/2014/main" id="{6E9374FC-ECE4-7A38-5807-87AE94A088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64001" y="4365382"/>
            <a:ext cx="4798800" cy="2062406"/>
          </a:xfrm>
          <a:solidFill>
            <a:schemeClr val="tx2">
              <a:alpha val="85000"/>
            </a:schemeClr>
          </a:solidFill>
        </p:spPr>
        <p:txBody>
          <a:bodyPr lIns="288000" tIns="288000" rIns="288000" bIns="288000" anchor="b">
            <a:spAutoFit/>
          </a:bodyPr>
          <a:lstStyle>
            <a:lvl1pPr marL="0" indent="0" rtl="0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4" name="Text Placeholder 43">
            <a:extLst>
              <a:ext uri="{FF2B5EF4-FFF2-40B4-BE49-F238E27FC236}">
                <a16:creationId xmlns:a16="http://schemas.microsoft.com/office/drawing/2014/main" id="{38EE8FDF-DB06-4651-3389-787CA10E779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4001" y="4238556"/>
            <a:ext cx="288000" cy="253652"/>
          </a:xfr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>
            <a:lvl1pPr marL="0" indent="0" rtl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.</a:t>
            </a:r>
          </a:p>
        </p:txBody>
      </p:sp>
      <p:sp>
        <p:nvSpPr>
          <p:cNvPr id="77" name="Text Placeholder 43">
            <a:extLst>
              <a:ext uri="{FF2B5EF4-FFF2-40B4-BE49-F238E27FC236}">
                <a16:creationId xmlns:a16="http://schemas.microsoft.com/office/drawing/2014/main" id="{9A496C9E-D567-76DE-1404-D4A0596855D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flipH="1" flipV="1">
            <a:off x="5374801" y="6292522"/>
            <a:ext cx="288000" cy="253652"/>
          </a:xfr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>
            <a:lvl1pPr marL="0" indent="0" rtl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24988703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6" pos="3840">
          <p15:clr>
            <a:srgbClr val="FBAE40"/>
          </p15:clr>
        </p15:guide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pos="7409" userDrawn="1">
          <p15:clr>
            <a:srgbClr val="FBAE40"/>
          </p15:clr>
        </p15:guide>
        <p15:guide id="22" pos="411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text with image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94459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12192000" cy="1944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9" y="3475239"/>
            <a:ext cx="11329789" cy="2952549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EFF00CA-6EEE-1446-767F-22A63CDAED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368109393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5" orient="horz" pos="1916" userDrawn="1">
          <p15:clr>
            <a:srgbClr val="FBAE40"/>
          </p15:clr>
        </p15:guide>
        <p15:guide id="16" pos="270" userDrawn="1">
          <p15:clr>
            <a:srgbClr val="FBAE40"/>
          </p15:clr>
        </p15:guide>
        <p15:guide id="17" orient="horz" pos="692" userDrawn="1">
          <p15:clr>
            <a:srgbClr val="FBAE40"/>
          </p15:clr>
        </p15:guide>
        <p15:guide id="18" orient="horz" pos="4049" userDrawn="1">
          <p15:clr>
            <a:srgbClr val="FBAE40"/>
          </p15:clr>
        </p15:guide>
        <p15:guide id="19" pos="7409" userDrawn="1">
          <p15:clr>
            <a:srgbClr val="FBAE40"/>
          </p15:clr>
        </p15:guide>
        <p15:guide id="20" orient="horz" pos="2187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od slide / full-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86345F9D-58D8-A03C-2C14-3C466D3CBBE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696876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86345F9D-58D8-A03C-2C14-3C466D3CBB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4414B2E-C340-9140-1BD1-92410CBF7B5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4" name="Text Placeholder 38">
            <a:extLst>
              <a:ext uri="{FF2B5EF4-FFF2-40B4-BE49-F238E27FC236}">
                <a16:creationId xmlns:a16="http://schemas.microsoft.com/office/drawing/2014/main" id="{9765689A-1419-4CD4-170E-F5C60B6417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2000" y="1098000"/>
            <a:ext cx="8640000" cy="1487991"/>
          </a:xfrm>
          <a:solidFill>
            <a:schemeClr val="tx2">
              <a:alpha val="85000"/>
            </a:schemeClr>
          </a:solidFill>
        </p:spPr>
        <p:txBody>
          <a:bodyPr wrap="square" lIns="432000" tIns="432000" rIns="432000" bIns="432000" anchor="t">
            <a:spAutoFit/>
          </a:bodyPr>
          <a:lstStyle>
            <a:lvl1pPr marL="0" indent="0" rtl="0">
              <a:lnSpc>
                <a:spcPct val="100000"/>
              </a:lnSpc>
              <a:spcAft>
                <a:spcPts val="0"/>
              </a:spcAft>
              <a:buNone/>
              <a:defRPr sz="4000" b="1"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Text, 40pt</a:t>
            </a:r>
          </a:p>
        </p:txBody>
      </p:sp>
      <p:sp>
        <p:nvSpPr>
          <p:cNvPr id="15" name="Text Placeholder 43">
            <a:extLst>
              <a:ext uri="{FF2B5EF4-FFF2-40B4-BE49-F238E27FC236}">
                <a16:creationId xmlns:a16="http://schemas.microsoft.com/office/drawing/2014/main" id="{8E425FDA-ACD2-D989-043B-F820E6AB516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841432" y="172618"/>
            <a:ext cx="1350568" cy="684364"/>
          </a:xfr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/>
          <a:lstStyle>
            <a:lvl1pPr marL="0" indent="0" rtl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2567951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3" pos="270" userDrawn="1">
          <p15:clr>
            <a:srgbClr val="FBAE40"/>
          </p15:clr>
        </p15:guide>
        <p15:guide id="4" pos="5715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612975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B1008097-4228-1AEA-6834-837AEB6C765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12192000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6B8952-F9D6-8A77-2EE2-5858DB422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348137067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0" pos="270" userDrawn="1">
          <p15:clr>
            <a:srgbClr val="FBAE40"/>
          </p15:clr>
        </p15:guide>
        <p15:guide id="11" orient="horz" pos="692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cipant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51406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F1B83D0F-C30D-1DAC-90DB-D661B5AF37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61360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B90C9969-7DC5-B20D-8F4C-02AC5884CB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22980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6" name="Text Placeholder 43">
            <a:extLst>
              <a:ext uri="{FF2B5EF4-FFF2-40B4-BE49-F238E27FC236}">
                <a16:creationId xmlns:a16="http://schemas.microsoft.com/office/drawing/2014/main" id="{D33D3630-A9BD-59E4-DB03-46F3F54B0B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61360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7" name="Text Placeholder 43">
            <a:extLst>
              <a:ext uri="{FF2B5EF4-FFF2-40B4-BE49-F238E27FC236}">
                <a16:creationId xmlns:a16="http://schemas.microsoft.com/office/drawing/2014/main" id="{2A5B2A23-B287-6454-94B2-CD33371006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22980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CC2D6935-038F-D464-C92D-808B5EA87C2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832825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2" name="Picture Placeholder 3">
            <a:extLst>
              <a:ext uri="{FF2B5EF4-FFF2-40B4-BE49-F238E27FC236}">
                <a16:creationId xmlns:a16="http://schemas.microsoft.com/office/drawing/2014/main" id="{FD410EBB-3FEB-6D5F-877D-39A60AC85BE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894445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C2CF4B-8A3C-13FA-BECD-9DB01F4A6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3330464618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2" orient="horz" pos="963" userDrawn="1">
          <p15:clr>
            <a:srgbClr val="FBAE40"/>
          </p15:clr>
        </p15:guide>
        <p15:guide id="13" pos="270" userDrawn="1">
          <p15:clr>
            <a:srgbClr val="FBAE40"/>
          </p15:clr>
        </p15:guide>
        <p15:guide id="14" orient="horz" pos="692" userDrawn="1">
          <p15:clr>
            <a:srgbClr val="FBAE40"/>
          </p15:clr>
        </p15:guide>
        <p15:guide id="15" orient="horz" pos="4049" userDrawn="1">
          <p15:clr>
            <a:srgbClr val="FBAE40"/>
          </p15:clr>
        </p15:guide>
        <p15:guide id="16" pos="740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cipant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97672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575FA654-6B49-780A-BFB4-222C98774724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684211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F1B83D0F-C30D-1DAC-90DB-D661B5AF37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0535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B90C9969-7DC5-B20D-8F4C-02AC5884CB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04535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6" name="Text Placeholder 43">
            <a:extLst>
              <a:ext uri="{FF2B5EF4-FFF2-40B4-BE49-F238E27FC236}">
                <a16:creationId xmlns:a16="http://schemas.microsoft.com/office/drawing/2014/main" id="{D33D3630-A9BD-59E4-DB03-46F3F54B0B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0535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7" name="Text Placeholder 43">
            <a:extLst>
              <a:ext uri="{FF2B5EF4-FFF2-40B4-BE49-F238E27FC236}">
                <a16:creationId xmlns:a16="http://schemas.microsoft.com/office/drawing/2014/main" id="{2A5B2A23-B287-6454-94B2-CD33371006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04535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CC2D6935-038F-D464-C92D-808B5EA87C2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62000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2" name="Picture Placeholder 3">
            <a:extLst>
              <a:ext uri="{FF2B5EF4-FFF2-40B4-BE49-F238E27FC236}">
                <a16:creationId xmlns:a16="http://schemas.microsoft.com/office/drawing/2014/main" id="{FD410EBB-3FEB-6D5F-877D-39A60AC85BE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376000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3" name="Text Placeholder 43">
            <a:extLst>
              <a:ext uri="{FF2B5EF4-FFF2-40B4-BE49-F238E27FC236}">
                <a16:creationId xmlns:a16="http://schemas.microsoft.com/office/drawing/2014/main" id="{5842F8D1-C8E7-B7F7-193F-396D7F0C1FD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12746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35" name="Text Placeholder 43">
            <a:extLst>
              <a:ext uri="{FF2B5EF4-FFF2-40B4-BE49-F238E27FC236}">
                <a16:creationId xmlns:a16="http://schemas.microsoft.com/office/drawing/2014/main" id="{F7ED4793-8249-B71F-2BD9-1E188E58956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12746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C01AD36-B7B0-8DA3-E4DF-7B92563C3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187357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2" orient="horz" pos="963" userDrawn="1">
          <p15:clr>
            <a:srgbClr val="FBAE40"/>
          </p15:clr>
        </p15:guide>
        <p15:guide id="13" pos="270" userDrawn="1">
          <p15:clr>
            <a:srgbClr val="FBAE40"/>
          </p15:clr>
        </p15:guide>
        <p15:guide id="14" orient="horz" pos="692" userDrawn="1">
          <p15:clr>
            <a:srgbClr val="FBAE40"/>
          </p15:clr>
        </p15:guide>
        <p15:guide id="15" orient="horz" pos="4049" userDrawn="1">
          <p15:clr>
            <a:srgbClr val="FBAE40"/>
          </p15:clr>
        </p15:guide>
        <p15:guide id="16" pos="7409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cipant 4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771151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CC2D6935-038F-D464-C92D-808B5EA87C2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62000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2" name="Picture Placeholder 3">
            <a:extLst>
              <a:ext uri="{FF2B5EF4-FFF2-40B4-BE49-F238E27FC236}">
                <a16:creationId xmlns:a16="http://schemas.microsoft.com/office/drawing/2014/main" id="{FD410EBB-3FEB-6D5F-877D-39A60AC85BE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929690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37" name="Picture Placeholder 3">
            <a:extLst>
              <a:ext uri="{FF2B5EF4-FFF2-40B4-BE49-F238E27FC236}">
                <a16:creationId xmlns:a16="http://schemas.microsoft.com/office/drawing/2014/main" id="{D01BDA65-4A3A-8C7F-6D57-257CEA15EDA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822312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F1B83D0F-C30D-1DAC-90DB-D661B5AF37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0535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B90C9969-7DC5-B20D-8F4C-02AC5884CB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58225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6" name="Text Placeholder 43">
            <a:extLst>
              <a:ext uri="{FF2B5EF4-FFF2-40B4-BE49-F238E27FC236}">
                <a16:creationId xmlns:a16="http://schemas.microsoft.com/office/drawing/2014/main" id="{D33D3630-A9BD-59E4-DB03-46F3F54B0B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0535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7" name="Text Placeholder 43">
            <a:extLst>
              <a:ext uri="{FF2B5EF4-FFF2-40B4-BE49-F238E27FC236}">
                <a16:creationId xmlns:a16="http://schemas.microsoft.com/office/drawing/2014/main" id="{2A5B2A23-B287-6454-94B2-CD33371006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58225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35" name="Text Placeholder 43">
            <a:extLst>
              <a:ext uri="{FF2B5EF4-FFF2-40B4-BE49-F238E27FC236}">
                <a16:creationId xmlns:a16="http://schemas.microsoft.com/office/drawing/2014/main" id="{B19CB6E8-97CB-822F-3F85-A7275483C46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50847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36" name="Text Placeholder 43">
            <a:extLst>
              <a:ext uri="{FF2B5EF4-FFF2-40B4-BE49-F238E27FC236}">
                <a16:creationId xmlns:a16="http://schemas.microsoft.com/office/drawing/2014/main" id="{2EF03F68-E44D-2D1B-E3CF-23E57CD8ACB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50847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F69C67C-E89D-2384-2449-3AE3B29A56D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684211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4675A820-B82C-20ED-4FD7-8096B1F92A8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12746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13" name="Text Placeholder 43">
            <a:extLst>
              <a:ext uri="{FF2B5EF4-FFF2-40B4-BE49-F238E27FC236}">
                <a16:creationId xmlns:a16="http://schemas.microsoft.com/office/drawing/2014/main" id="{DF422E5E-8133-BB32-C099-047DCCC1623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12746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7B07921-E735-F94C-40EB-71F2AF0C4E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3091910985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2" orient="horz" pos="963" userDrawn="1">
          <p15:clr>
            <a:srgbClr val="FBAE40"/>
          </p15:clr>
        </p15:guide>
        <p15:guide id="13" pos="270" userDrawn="1">
          <p15:clr>
            <a:srgbClr val="FBAE40"/>
          </p15:clr>
        </p15:guide>
        <p15:guide id="14" orient="horz" pos="692" userDrawn="1">
          <p15:clr>
            <a:srgbClr val="FBAE40"/>
          </p15:clr>
        </p15:guide>
        <p15:guide id="15" orient="horz" pos="4049" userDrawn="1">
          <p15:clr>
            <a:srgbClr val="FBAE40"/>
          </p15:clr>
        </p15:guide>
        <p15:guide id="16" pos="7409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cipant 5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210138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Picture Placeholder 3">
            <a:extLst>
              <a:ext uri="{FF2B5EF4-FFF2-40B4-BE49-F238E27FC236}">
                <a16:creationId xmlns:a16="http://schemas.microsoft.com/office/drawing/2014/main" id="{05696C37-BDF4-2F3D-603C-E1844610595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224666" y="3812592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63" name="Picture Placeholder 3">
            <a:extLst>
              <a:ext uri="{FF2B5EF4-FFF2-40B4-BE49-F238E27FC236}">
                <a16:creationId xmlns:a16="http://schemas.microsoft.com/office/drawing/2014/main" id="{E7C418BE-D8E0-8035-E432-74FD98A897B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525966" y="3812592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9" name="Picture Placeholder 3">
            <a:extLst>
              <a:ext uri="{FF2B5EF4-FFF2-40B4-BE49-F238E27FC236}">
                <a16:creationId xmlns:a16="http://schemas.microsoft.com/office/drawing/2014/main" id="{99175D0A-6D9D-DBBC-30F3-D0FC5D29CD3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684211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0" name="Text Placeholder 43">
            <a:extLst>
              <a:ext uri="{FF2B5EF4-FFF2-40B4-BE49-F238E27FC236}">
                <a16:creationId xmlns:a16="http://schemas.microsoft.com/office/drawing/2014/main" id="{70D8A088-B7AE-9853-F92D-69BFEFB60E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0535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51" name="Text Placeholder 43">
            <a:extLst>
              <a:ext uri="{FF2B5EF4-FFF2-40B4-BE49-F238E27FC236}">
                <a16:creationId xmlns:a16="http://schemas.microsoft.com/office/drawing/2014/main" id="{101E0012-1AFC-2117-1AFF-131E7D68BC6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04535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52" name="Text Placeholder 43">
            <a:extLst>
              <a:ext uri="{FF2B5EF4-FFF2-40B4-BE49-F238E27FC236}">
                <a16:creationId xmlns:a16="http://schemas.microsoft.com/office/drawing/2014/main" id="{76B9F0EE-35D9-4F4C-DF19-6F1329686F7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0535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53" name="Text Placeholder 43">
            <a:extLst>
              <a:ext uri="{FF2B5EF4-FFF2-40B4-BE49-F238E27FC236}">
                <a16:creationId xmlns:a16="http://schemas.microsoft.com/office/drawing/2014/main" id="{290CBF69-D6CA-7FA4-2148-5B01F5233DF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04535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54" name="Picture Placeholder 3">
            <a:extLst>
              <a:ext uri="{FF2B5EF4-FFF2-40B4-BE49-F238E27FC236}">
                <a16:creationId xmlns:a16="http://schemas.microsoft.com/office/drawing/2014/main" id="{F30F8F33-E146-584B-B117-177763926F7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62000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5" name="Picture Placeholder 3">
            <a:extLst>
              <a:ext uri="{FF2B5EF4-FFF2-40B4-BE49-F238E27FC236}">
                <a16:creationId xmlns:a16="http://schemas.microsoft.com/office/drawing/2014/main" id="{93AD48AD-2E9D-CCFA-CC34-50B41218A9B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376000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6" name="Text Placeholder 43">
            <a:extLst>
              <a:ext uri="{FF2B5EF4-FFF2-40B4-BE49-F238E27FC236}">
                <a16:creationId xmlns:a16="http://schemas.microsoft.com/office/drawing/2014/main" id="{3CFFEEC3-C7DF-AE66-30A4-4911FF001F7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12746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57" name="Text Placeholder 43">
            <a:extLst>
              <a:ext uri="{FF2B5EF4-FFF2-40B4-BE49-F238E27FC236}">
                <a16:creationId xmlns:a16="http://schemas.microsoft.com/office/drawing/2014/main" id="{AF0EB9D8-DAFE-F2BB-AAEB-93E5A6FCF4E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12746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61" name="Text Placeholder 43">
            <a:extLst>
              <a:ext uri="{FF2B5EF4-FFF2-40B4-BE49-F238E27FC236}">
                <a16:creationId xmlns:a16="http://schemas.microsoft.com/office/drawing/2014/main" id="{8150DEEE-F1C8-412C-9A41-9C6A1510A4D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53201" y="5451145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62" name="Text Placeholder 43">
            <a:extLst>
              <a:ext uri="{FF2B5EF4-FFF2-40B4-BE49-F238E27FC236}">
                <a16:creationId xmlns:a16="http://schemas.microsoft.com/office/drawing/2014/main" id="{C0E9FEFA-5AB3-30A2-24C9-3AC8326327F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653201" y="5797901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64" name="Text Placeholder 43">
            <a:extLst>
              <a:ext uri="{FF2B5EF4-FFF2-40B4-BE49-F238E27FC236}">
                <a16:creationId xmlns:a16="http://schemas.microsoft.com/office/drawing/2014/main" id="{7FA20DE0-E4E7-6C95-C8AA-55B9BE2AE57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954501" y="5451145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65" name="Text Placeholder 43">
            <a:extLst>
              <a:ext uri="{FF2B5EF4-FFF2-40B4-BE49-F238E27FC236}">
                <a16:creationId xmlns:a16="http://schemas.microsoft.com/office/drawing/2014/main" id="{BC1BB4AA-BCDE-6809-1034-93EE2784F50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54501" y="5797901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BA4B36-92F3-CCD6-D942-4A1C8BE3CC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526452109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2" orient="horz" pos="963" userDrawn="1">
          <p15:clr>
            <a:srgbClr val="FBAE40"/>
          </p15:clr>
        </p15:guide>
        <p15:guide id="13" pos="270" userDrawn="1">
          <p15:clr>
            <a:srgbClr val="FBAE40"/>
          </p15:clr>
        </p15:guide>
        <p15:guide id="14" orient="horz" pos="692" userDrawn="1">
          <p15:clr>
            <a:srgbClr val="FBAE40"/>
          </p15:clr>
        </p15:guide>
        <p15:guide id="15" orient="horz" pos="4049" userDrawn="1">
          <p15:clr>
            <a:srgbClr val="FBAE40"/>
          </p15:clr>
        </p15:guide>
        <p15:guide id="16" pos="7409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953725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Picture Placeholder 3">
            <a:extLst>
              <a:ext uri="{FF2B5EF4-FFF2-40B4-BE49-F238E27FC236}">
                <a16:creationId xmlns:a16="http://schemas.microsoft.com/office/drawing/2014/main" id="{2E005BC1-0A00-6A3F-9AB9-2090FB403C5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46400" y="1098000"/>
            <a:ext cx="3045600" cy="5760000"/>
          </a:xfrm>
          <a:blipFill>
            <a:blip r:embed="rId5"/>
            <a:stretch>
              <a:fillRect/>
            </a:stretch>
          </a:blip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55998" y="2016000"/>
            <a:ext cx="5255944" cy="301878"/>
          </a:xfrm>
        </p:spPr>
        <p:txBody>
          <a:bodyPr>
            <a:noAutofit/>
          </a:bodyPr>
          <a:lstStyle>
            <a:lvl1pPr marL="0" indent="0" rtl="0">
              <a:lnSpc>
                <a:spcPct val="120000"/>
              </a:lnSpc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5998" y="1520825"/>
            <a:ext cx="5255944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4D03EDE8-139D-E4AC-B2DF-0B4ABE45D5E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000" y="1530000"/>
            <a:ext cx="2160000" cy="216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EBE14B7E-1369-C17A-8857-D645DEE0EC7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55998" y="2847527"/>
            <a:ext cx="5255944" cy="1139662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Company address on three lines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5A9030AA-2D09-D294-83F5-D911E61974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55998" y="4535936"/>
            <a:ext cx="5255944" cy="1891852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EE503F-5E60-20CF-7913-904004C1FF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547072832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pos="576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255491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Picture Placeholder 3">
            <a:extLst>
              <a:ext uri="{FF2B5EF4-FFF2-40B4-BE49-F238E27FC236}">
                <a16:creationId xmlns:a16="http://schemas.microsoft.com/office/drawing/2014/main" id="{5AC5C679-4332-8618-78DC-64B8D168617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46400" y="1098000"/>
            <a:ext cx="3045600" cy="5760000"/>
          </a:xfrm>
          <a:blipFill>
            <a:blip r:embed="rId5"/>
            <a:stretch>
              <a:fillRect/>
            </a:stretch>
          </a:blip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5A9030AA-2D09-D294-83F5-D911E619749C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34458" y="4876301"/>
            <a:ext cx="3920284" cy="1551487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52" name="Text Placeholder 10">
            <a:extLst>
              <a:ext uri="{FF2B5EF4-FFF2-40B4-BE49-F238E27FC236}">
                <a16:creationId xmlns:a16="http://schemas.microsoft.com/office/drawing/2014/main" id="{DF2A2FE6-E130-9A0B-843E-C9F6EEF7AD7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91658" y="4876301"/>
            <a:ext cx="3920284" cy="1551487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34458" y="3842876"/>
            <a:ext cx="3920284" cy="634276"/>
          </a:xfrm>
        </p:spPr>
        <p:txBody>
          <a:bodyPr>
            <a:noAutofit/>
          </a:bodyPr>
          <a:lstStyle>
            <a:lvl1pPr marL="0" indent="0" rtl="0"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 on first line; company name on second line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32000" y="3347701"/>
            <a:ext cx="3920284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4D03EDE8-139D-E4AC-B2DF-0B4ABE45D5E2}"/>
              </a:ext>
            </a:extLst>
          </p:cNvPr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432000" y="1530000"/>
            <a:ext cx="1620000" cy="16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9" name="Picture Placeholder 3">
            <a:extLst>
              <a:ext uri="{FF2B5EF4-FFF2-40B4-BE49-F238E27FC236}">
                <a16:creationId xmlns:a16="http://schemas.microsoft.com/office/drawing/2014/main" id="{AFF74F02-727B-636D-E509-15BFB0DBA67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791658" y="1530000"/>
            <a:ext cx="1620000" cy="16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400E275A-9507-FD29-6760-794ED70D2D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91658" y="3842876"/>
            <a:ext cx="3920284" cy="634276"/>
          </a:xfrm>
        </p:spPr>
        <p:txBody>
          <a:bodyPr>
            <a:noAutofit/>
          </a:bodyPr>
          <a:lstStyle>
            <a:lvl1pPr marL="0" indent="0" rtl="0"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 on first line; company name on second line</a:t>
            </a:r>
          </a:p>
        </p:txBody>
      </p:sp>
      <p:sp>
        <p:nvSpPr>
          <p:cNvPr id="51" name="Text Placeholder 12">
            <a:extLst>
              <a:ext uri="{FF2B5EF4-FFF2-40B4-BE49-F238E27FC236}">
                <a16:creationId xmlns:a16="http://schemas.microsoft.com/office/drawing/2014/main" id="{E72AEA63-EC16-F334-143C-F4F407B918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91658" y="3347701"/>
            <a:ext cx="3920284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146B3A-75B7-5620-B3DF-822D076AD0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932987225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9" orient="horz" pos="963">
          <p15:clr>
            <a:srgbClr val="FBAE40"/>
          </p15:clr>
        </p15:guide>
        <p15:guide id="10" pos="270">
          <p15:clr>
            <a:srgbClr val="FBAE40"/>
          </p15:clr>
        </p15:guide>
        <p15:guide id="11" orient="horz" pos="692">
          <p15:clr>
            <a:srgbClr val="FBAE40"/>
          </p15:clr>
        </p15:guide>
        <p15:guide id="12" orient="horz" pos="4049">
          <p15:clr>
            <a:srgbClr val="FBAE40"/>
          </p15:clr>
        </p15:guide>
        <p15:guide id="16" pos="576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830139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5A9030AA-2D09-D294-83F5-D911E619749C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36100" y="4876301"/>
            <a:ext cx="3479800" cy="1551487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52" name="Text Placeholder 10">
            <a:extLst>
              <a:ext uri="{FF2B5EF4-FFF2-40B4-BE49-F238E27FC236}">
                <a16:creationId xmlns:a16="http://schemas.microsoft.com/office/drawing/2014/main" id="{DF2A2FE6-E130-9A0B-843E-C9F6EEF7AD7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56100" y="4876301"/>
            <a:ext cx="3479800" cy="1551487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31999" y="3842876"/>
            <a:ext cx="3479800" cy="634276"/>
          </a:xfrm>
        </p:spPr>
        <p:txBody>
          <a:bodyPr>
            <a:noAutofit/>
          </a:bodyPr>
          <a:lstStyle>
            <a:lvl1pPr marL="0" indent="0" rtl="0"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 on first line; company name on second line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31999" y="3347701"/>
            <a:ext cx="34798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4D03EDE8-139D-E4AC-B2DF-0B4ABE45D5E2}"/>
              </a:ext>
            </a:extLst>
          </p:cNvPr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432000" y="1530000"/>
            <a:ext cx="1620000" cy="16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9" name="Picture Placeholder 3">
            <a:extLst>
              <a:ext uri="{FF2B5EF4-FFF2-40B4-BE49-F238E27FC236}">
                <a16:creationId xmlns:a16="http://schemas.microsoft.com/office/drawing/2014/main" id="{AFF74F02-727B-636D-E509-15BFB0DBA67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356100" y="1530000"/>
            <a:ext cx="1620000" cy="16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400E275A-9507-FD29-6760-794ED70D2D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6100" y="3842876"/>
            <a:ext cx="3479800" cy="634276"/>
          </a:xfrm>
        </p:spPr>
        <p:txBody>
          <a:bodyPr>
            <a:noAutofit/>
          </a:bodyPr>
          <a:lstStyle>
            <a:lvl1pPr marL="0" indent="0" rtl="0"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 on first line; company name on second line</a:t>
            </a:r>
          </a:p>
        </p:txBody>
      </p:sp>
      <p:sp>
        <p:nvSpPr>
          <p:cNvPr id="51" name="Text Placeholder 12">
            <a:extLst>
              <a:ext uri="{FF2B5EF4-FFF2-40B4-BE49-F238E27FC236}">
                <a16:creationId xmlns:a16="http://schemas.microsoft.com/office/drawing/2014/main" id="{E72AEA63-EC16-F334-143C-F4F407B918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56100" y="3347701"/>
            <a:ext cx="34798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FD97310F-BF77-3052-7D5F-521AE85495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78813" y="4876301"/>
            <a:ext cx="3479800" cy="1551487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0A03D3B0-D87F-65E2-20D2-2E3D4FC53E1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8813" y="1530000"/>
            <a:ext cx="1620000" cy="16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AC0C46D-924E-6086-ABF8-9C7B8618C2F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278813" y="3842876"/>
            <a:ext cx="3479800" cy="634276"/>
          </a:xfrm>
        </p:spPr>
        <p:txBody>
          <a:bodyPr>
            <a:noAutofit/>
          </a:bodyPr>
          <a:lstStyle>
            <a:lvl1pPr marL="0" indent="0" rtl="0"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 on first line; company name on second line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DE75E8A5-8070-B311-99AA-D3C4B3C392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78813" y="3347701"/>
            <a:ext cx="34798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EBE829B-D1F1-110E-2A2D-99BA9886B4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107176593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9" orient="horz" pos="963">
          <p15:clr>
            <a:srgbClr val="FBAE40"/>
          </p15:clr>
        </p15:guide>
        <p15:guide id="10" pos="270">
          <p15:clr>
            <a:srgbClr val="FBAE40"/>
          </p15:clr>
        </p15:guide>
        <p15:guide id="11" orient="horz" pos="692">
          <p15:clr>
            <a:srgbClr val="FBAE40"/>
          </p15:clr>
        </p15:guide>
        <p15:guide id="12" orient="horz" pos="4049">
          <p15:clr>
            <a:srgbClr val="FBAE40"/>
          </p15:clr>
        </p15:guide>
        <p15:guide id="19" pos="740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3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2.xml"/><Relationship Id="rId30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C075058B-0DA5-BCC2-2884-A3AA6637B8D8}"/>
              </a:ext>
            </a:extLst>
          </p:cNvPr>
          <p:cNvGraphicFramePr>
            <a:graphicFrameLocks noChangeAspect="1"/>
          </p:cNvGraphicFramePr>
          <p:nvPr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21007809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306" imgH="306" progId="TCLayout.ActiveDocument.1">
                  <p:embed/>
                </p:oleObj>
              </mc:Choice>
              <mc:Fallback>
                <p:oleObj name="think-cell Slide" r:id="rId28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C075058B-0DA5-BCC2-2884-A3AA6637B8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2B6DD6-B6DA-4A3B-AA01-32E0D7927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GB" noProof="0" dirty="0"/>
              <a:t>Title, 28pt, </a:t>
            </a:r>
            <a:br>
              <a:rPr lang="en-GB" noProof="0" dirty="0"/>
            </a:br>
            <a:r>
              <a:rPr lang="en-GB" noProof="0" dirty="0"/>
              <a:t>2 lines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E9B469-A741-AADC-88BD-759DB5D44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20824"/>
            <a:ext cx="11328000" cy="490517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/>
            <a:r>
              <a:rPr lang="en-GB" noProof="0" dirty="0"/>
              <a:t>First level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5"/>
            <a:r>
              <a:rPr lang="en-GB" noProof="0" dirty="0"/>
              <a:t>Sixth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D0CF3-0723-425A-205C-484322D633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2912" y="7100600"/>
            <a:ext cx="4114800" cy="153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rtl="0">
              <a:defRPr sz="1000">
                <a:solidFill>
                  <a:schemeClr val="bg2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331C2-6712-205D-6768-F1C229CF06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7600" y="7100600"/>
            <a:ext cx="471488" cy="153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r" rtl="0">
              <a:defRPr sz="1000">
                <a:solidFill>
                  <a:schemeClr val="bg2"/>
                </a:solidFill>
              </a:defRPr>
            </a:lvl1pPr>
          </a:lstStyle>
          <a:p>
            <a:fld id="{97B27895-1833-42C6-927E-7C9AD7EEEA97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85608BD-05B9-34D2-34A7-A5AF7917B1E7}"/>
              </a:ext>
            </a:extLst>
          </p:cNvPr>
          <p:cNvPicPr>
            <a:picLocks noChangeAspect="1"/>
          </p:cNvPicPr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1021614" y="352800"/>
            <a:ext cx="738385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376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706" r:id="rId5"/>
    <p:sldLayoutId id="2147483709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  <p:sldLayoutId id="2147483697" r:id="rId20"/>
    <p:sldLayoutId id="2147483698" r:id="rId21"/>
    <p:sldLayoutId id="2147483699" r:id="rId22"/>
    <p:sldLayoutId id="2147483700" r:id="rId23"/>
    <p:sldLayoutId id="2147483707" r:id="rId24"/>
    <p:sldLayoutId id="2147483708" r:id="rId25"/>
  </p:sldLayoutIdLst>
  <p:transition spd="slow">
    <p:push dir="u"/>
  </p:transition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40000" indent="-27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10000" indent="-27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27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50000" indent="-27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20000" indent="-27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8.xml"/><Relationship Id="rId6" Type="http://schemas.openxmlformats.org/officeDocument/2006/relationships/image" Target="../media/image13.jpg"/><Relationship Id="rId11" Type="http://schemas.openxmlformats.org/officeDocument/2006/relationships/image" Target="../media/image18.png"/><Relationship Id="rId5" Type="http://schemas.openxmlformats.org/officeDocument/2006/relationships/image" Target="../media/image1.emf"/><Relationship Id="rId10" Type="http://schemas.openxmlformats.org/officeDocument/2006/relationships/image" Target="../media/image17.svg"/><Relationship Id="rId4" Type="http://schemas.openxmlformats.org/officeDocument/2006/relationships/oleObject" Target="../embeddings/oleObject26.bin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9.xml"/><Relationship Id="rId6" Type="http://schemas.openxmlformats.org/officeDocument/2006/relationships/image" Target="../media/image20.jp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7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0.xml"/><Relationship Id="rId6" Type="http://schemas.openxmlformats.org/officeDocument/2006/relationships/image" Target="../media/image2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8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1.xml"/><Relationship Id="rId6" Type="http://schemas.openxmlformats.org/officeDocument/2006/relationships/image" Target="../media/image23.jpg"/><Relationship Id="rId5" Type="http://schemas.openxmlformats.org/officeDocument/2006/relationships/image" Target="../media/image22.emf"/><Relationship Id="rId4" Type="http://schemas.openxmlformats.org/officeDocument/2006/relationships/oleObject" Target="../embeddings/oleObject29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32.xml"/><Relationship Id="rId6" Type="http://schemas.openxmlformats.org/officeDocument/2006/relationships/image" Target="../media/image27.jp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0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3.xml"/><Relationship Id="rId6" Type="http://schemas.openxmlformats.org/officeDocument/2006/relationships/image" Target="../media/image29.png"/><Relationship Id="rId5" Type="http://schemas.openxmlformats.org/officeDocument/2006/relationships/image" Target="../media/image28.emf"/><Relationship Id="rId4" Type="http://schemas.openxmlformats.org/officeDocument/2006/relationships/oleObject" Target="../embeddings/oleObject31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3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4.xml"/><Relationship Id="rId6" Type="http://schemas.openxmlformats.org/officeDocument/2006/relationships/image" Target="../media/image33.png"/><Relationship Id="rId5" Type="http://schemas.openxmlformats.org/officeDocument/2006/relationships/image" Target="../media/image32.emf"/><Relationship Id="rId4" Type="http://schemas.openxmlformats.org/officeDocument/2006/relationships/oleObject" Target="../embeddings/oleObject32.bin"/><Relationship Id="rId9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notesSlide" Target="../notesSlides/notesSlide17.xml"/><Relationship Id="rId7" Type="http://schemas.openxmlformats.org/officeDocument/2006/relationships/hyperlink" Target="file:///C:\Users\Public\bbv_templates\Marketing\PPT-Bibliotheken\Bilder-Bibliothek" TargetMode="External"/><Relationship Id="rId12" Type="http://schemas.openxmlformats.org/officeDocument/2006/relationships/image" Target="../media/image44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5.xml"/><Relationship Id="rId6" Type="http://schemas.openxmlformats.org/officeDocument/2006/relationships/image" Target="../media/image13.jpg"/><Relationship Id="rId11" Type="http://schemas.openxmlformats.org/officeDocument/2006/relationships/image" Target="../media/image43.png"/><Relationship Id="rId5" Type="http://schemas.openxmlformats.org/officeDocument/2006/relationships/image" Target="../media/image39.emf"/><Relationship Id="rId15" Type="http://schemas.openxmlformats.org/officeDocument/2006/relationships/image" Target="../media/image47.png"/><Relationship Id="rId10" Type="http://schemas.openxmlformats.org/officeDocument/2006/relationships/image" Target="../media/image42.png"/><Relationship Id="rId4" Type="http://schemas.openxmlformats.org/officeDocument/2006/relationships/oleObject" Target="../embeddings/oleObject33.bin"/><Relationship Id="rId9" Type="http://schemas.openxmlformats.org/officeDocument/2006/relationships/image" Target="../media/image41.svg"/><Relationship Id="rId14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6.xml"/><Relationship Id="rId6" Type="http://schemas.openxmlformats.org/officeDocument/2006/relationships/image" Target="../media/image13.jpg"/><Relationship Id="rId11" Type="http://schemas.openxmlformats.org/officeDocument/2006/relationships/image" Target="../media/image53.png"/><Relationship Id="rId5" Type="http://schemas.openxmlformats.org/officeDocument/2006/relationships/image" Target="../media/image48.emf"/><Relationship Id="rId10" Type="http://schemas.openxmlformats.org/officeDocument/2006/relationships/image" Target="../media/image52.png"/><Relationship Id="rId4" Type="http://schemas.openxmlformats.org/officeDocument/2006/relationships/oleObject" Target="../embeddings/oleObject34.bin"/><Relationship Id="rId9" Type="http://schemas.openxmlformats.org/officeDocument/2006/relationships/image" Target="../media/image5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emf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5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7.xml"/><Relationship Id="rId6" Type="http://schemas.openxmlformats.org/officeDocument/2006/relationships/image" Target="../media/image30.png"/><Relationship Id="rId5" Type="http://schemas.openxmlformats.org/officeDocument/2006/relationships/image" Target="../media/image55.emf"/><Relationship Id="rId4" Type="http://schemas.openxmlformats.org/officeDocument/2006/relationships/oleObject" Target="../embeddings/oleObject35.bin"/><Relationship Id="rId9" Type="http://schemas.openxmlformats.org/officeDocument/2006/relationships/image" Target="../media/image5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6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8.xml"/><Relationship Id="rId6" Type="http://schemas.openxmlformats.org/officeDocument/2006/relationships/image" Target="../media/image60.png"/><Relationship Id="rId5" Type="http://schemas.openxmlformats.org/officeDocument/2006/relationships/image" Target="../media/image59.emf"/><Relationship Id="rId4" Type="http://schemas.openxmlformats.org/officeDocument/2006/relationships/oleObject" Target="../embeddings/oleObject3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13662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818451F-DE2B-B8D1-E7DA-DF54F2094E82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292" b="32292"/>
          <a:stretch>
            <a:fillRect/>
          </a:stretch>
        </p:blipFill>
        <p:spPr/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63DC8AC8-3EE6-0346-C3D1-617A95A52B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bbv Software Services AG  |  </a:t>
            </a:r>
            <a:r>
              <a:rPr lang="en-CH" dirty="0"/>
              <a:t>Date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4A268C-5455-5620-C433-3CCEA88828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 dirty="0"/>
              <a:t>Y</a:t>
            </a:r>
            <a:r>
              <a:rPr lang="en-US" dirty="0"/>
              <a:t>PP</a:t>
            </a:r>
            <a:r>
              <a:rPr lang="vi-VN" dirty="0"/>
              <a:t> 4</a:t>
            </a:r>
            <a:r>
              <a:rPr lang="en-US" dirty="0" err="1"/>
              <a:t>th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55709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2BBE1C08-AA88-72BB-AF71-C57753F3F38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221886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2BBE1C08-AA88-72BB-AF71-C57753F3F3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3B458723-F8F0-9DEE-EB70-04F588D700D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6"/>
          <a:srcRect t="26389" b="26389"/>
          <a:stretch/>
        </p:blipFill>
        <p:spPr/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A02ED5A7-572B-82DF-E867-D87AF7CFD7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noProof="0" dirty="0"/>
              <a:t>bbv Software Services AG  |  </a:t>
            </a:r>
            <a:r>
              <a:rPr lang="en-CH" noProof="0" dirty="0"/>
              <a:t>Date</a:t>
            </a:r>
            <a:r>
              <a:rPr lang="en-US" noProof="0" dirty="0"/>
              <a:t>: 08/05/2025</a:t>
            </a:r>
            <a:endParaRPr lang="en-GB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A50645-4898-AAC6-F648-5D00E1663E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CH" noProof="0" dirty="0"/>
              <a:t>Presentation on Trello Functionalities</a:t>
            </a:r>
            <a:endParaRPr lang="en-GB" noProof="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76990F-B249-6611-0800-1DA433F97A5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CH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EC3FBF0-6FE4-4ED5-97F7-BC43A1D2912A}"/>
              </a:ext>
            </a:extLst>
          </p:cNvPr>
          <p:cNvGrpSpPr/>
          <p:nvPr/>
        </p:nvGrpSpPr>
        <p:grpSpPr>
          <a:xfrm>
            <a:off x="9595831" y="2346866"/>
            <a:ext cx="1736339" cy="526268"/>
            <a:chOff x="8343600" y="2412129"/>
            <a:chExt cx="2315118" cy="701691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0A1A25B-D699-C973-F9E8-41E61746C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343600" y="2412129"/>
              <a:ext cx="1954171" cy="360000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80F7C00-B899-BC79-5218-8DD951C055F2}"/>
                </a:ext>
              </a:extLst>
            </p:cNvPr>
            <p:cNvGrpSpPr/>
            <p:nvPr/>
          </p:nvGrpSpPr>
          <p:grpSpPr>
            <a:xfrm>
              <a:off x="8343600" y="2915820"/>
              <a:ext cx="2315118" cy="198000"/>
              <a:chOff x="8343600" y="2903749"/>
              <a:chExt cx="2315118" cy="198000"/>
            </a:xfrm>
          </p:grpSpPr>
          <p:pic>
            <p:nvPicPr>
              <p:cNvPr id="16" name="Graphic 15">
                <a:extLst>
                  <a:ext uri="{FF2B5EF4-FFF2-40B4-BE49-F238E27FC236}">
                    <a16:creationId xmlns:a16="http://schemas.microsoft.com/office/drawing/2014/main" id="{88E55AF8-2654-F41B-C4A1-D490B9B589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screen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9124668" y="2914533"/>
                <a:ext cx="1534050" cy="180000"/>
              </a:xfrm>
              <a:prstGeom prst="rect">
                <a:avLst/>
              </a:prstGeom>
            </p:spPr>
          </p:pic>
          <p:pic>
            <p:nvPicPr>
              <p:cNvPr id="17" name="Graphic 16">
                <a:extLst>
                  <a:ext uri="{FF2B5EF4-FFF2-40B4-BE49-F238E27FC236}">
                    <a16:creationId xmlns:a16="http://schemas.microsoft.com/office/drawing/2014/main" id="{57BBDFB2-E80D-449C-2D7B-F4BAB3531D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screen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8343600" y="2903749"/>
                <a:ext cx="565068" cy="1980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1857132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561E403-33F7-B94A-DE82-295AC6F21A5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25" r="15853"/>
          <a:stretch/>
        </p:blipFill>
        <p:spPr>
          <a:xfrm>
            <a:off x="6096000" y="1098000"/>
            <a:ext cx="6096000" cy="5760000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E50F8-6089-8B05-8B3F-8F26994E48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  <a:p>
            <a:r>
              <a:rPr lang="vi-VN" dirty="0"/>
              <a:t>Key </a:t>
            </a:r>
            <a:r>
              <a:rPr lang="en-US" dirty="0"/>
              <a:t>Functionalities</a:t>
            </a:r>
            <a:endParaRPr lang="vi-VN" dirty="0"/>
          </a:p>
          <a:p>
            <a:r>
              <a:rPr lang="vi-VN" dirty="0"/>
              <a:t>Screens in Trello</a:t>
            </a:r>
            <a:endParaRPr lang="en-US" dirty="0"/>
          </a:p>
          <a:p>
            <a:r>
              <a:rPr lang="en-US" dirty="0"/>
              <a:t>Q&amp;A</a:t>
            </a:r>
            <a:endParaRPr lang="en-GB" dirty="0"/>
          </a:p>
          <a:p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2823D42-BBCC-FF67-3367-1A97BAB84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8598104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9B0D693-42D5-3C0F-5ED4-40522D2C12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774289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9B0D693-42D5-3C0F-5ED4-40522D2C1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EF648B22-9BC3-A38D-EECF-81EDB4845C6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059" b="42247"/>
          <a:stretch/>
        </p:blipFill>
        <p:spPr>
          <a:xfrm>
            <a:off x="0" y="1098000"/>
            <a:ext cx="12192000" cy="2160000"/>
          </a:xfr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1F6CD6B-1F52-35AC-8E87-6337B4A107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What is Trello?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CCE0C7-F39C-A9B7-EFD4-CECED4307F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vi-VN" dirty="0"/>
              <a:t>INTRODUCTION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25899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692DB2C1-905C-17B8-72EB-04AFFCFBA36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692DB2C1-905C-17B8-72EB-04AFFCFBA3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D35A2419-6612-6932-3D9B-20E686342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vi-VN" dirty="0"/>
              <a:t>INTRODUCTION</a:t>
            </a:r>
            <a:endParaRPr lang="en-GB" dirty="0"/>
          </a:p>
        </p:txBody>
      </p:sp>
      <p:sp>
        <p:nvSpPr>
          <p:cNvPr id="23" name="Inhaltsplatzhalter 1">
            <a:extLst>
              <a:ext uri="{FF2B5EF4-FFF2-40B4-BE49-F238E27FC236}">
                <a16:creationId xmlns:a16="http://schemas.microsoft.com/office/drawing/2014/main" id="{14A6571E-0587-1E10-CAAE-907648CA4E6D}"/>
              </a:ext>
            </a:extLst>
          </p:cNvPr>
          <p:cNvSpPr txBox="1">
            <a:spLocks/>
          </p:cNvSpPr>
          <p:nvPr/>
        </p:nvSpPr>
        <p:spPr>
          <a:xfrm>
            <a:off x="431998" y="1527719"/>
            <a:ext cx="5232201" cy="26648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just" rtl="0" eaLnBrk="1" fontAlgn="base" hangingPunct="1">
              <a:spcBef>
                <a:spcPts val="667"/>
              </a:spcBef>
              <a:spcAft>
                <a:spcPct val="0"/>
              </a:spcAft>
              <a:buClr>
                <a:schemeClr val="bg2"/>
              </a:buClr>
              <a:buFontTx/>
              <a:buNone/>
              <a:defRPr sz="1800" baseline="0">
                <a:solidFill>
                  <a:schemeClr val="bg2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0" indent="0" algn="just" rtl="0" eaLnBrk="1" fontAlgn="base" hangingPunct="1">
              <a:spcBef>
                <a:spcPts val="667"/>
              </a:spcBef>
              <a:spcAft>
                <a:spcPct val="0"/>
              </a:spcAft>
              <a:buClr>
                <a:schemeClr val="bg2"/>
              </a:buClr>
              <a:buFont typeface="Symbol" panose="05050102010706020507" pitchFamily="18" charset="2"/>
              <a:buNone/>
              <a:defRPr sz="1800">
                <a:solidFill>
                  <a:schemeClr val="bg2"/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359991" indent="0" algn="just" rtl="0" eaLnBrk="1" fontAlgn="base" hangingPunct="1">
              <a:spcBef>
                <a:spcPts val="667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800">
                <a:solidFill>
                  <a:schemeClr val="bg2"/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719982" indent="0" algn="just" rtl="0" eaLnBrk="1" fontAlgn="base" hangingPunct="1">
              <a:spcBef>
                <a:spcPts val="333"/>
              </a:spcBef>
              <a:spcAft>
                <a:spcPct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None/>
              <a:defRPr sz="1400" baseline="0">
                <a:solidFill>
                  <a:schemeClr val="bg2"/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0" indent="-359991" algn="just" rtl="0" eaLnBrk="1" fontAlgn="base" hangingPunct="1">
              <a:spcBef>
                <a:spcPts val="667"/>
              </a:spcBef>
              <a:spcAft>
                <a:spcPct val="0"/>
              </a:spcAft>
              <a:buClr>
                <a:schemeClr val="bg2"/>
              </a:buClr>
              <a:buFont typeface="+mj-lt"/>
              <a:buAutoNum type="arabicPeriod"/>
              <a:defRPr sz="1800">
                <a:solidFill>
                  <a:schemeClr val="bg2"/>
                </a:solidFill>
                <a:latin typeface="+mj-lt"/>
                <a:ea typeface="+mn-ea"/>
                <a:cs typeface="Arial" panose="020B0604020202020204" pitchFamily="34" charset="0"/>
              </a:defRPr>
            </a:lvl5pPr>
            <a:lvl6pPr marL="719982" indent="-359991" algn="l" rtl="0" eaLnBrk="1" fontAlgn="base" hangingPunct="1">
              <a:spcBef>
                <a:spcPts val="667"/>
              </a:spcBef>
              <a:spcAft>
                <a:spcPct val="0"/>
              </a:spcAft>
              <a:buClr>
                <a:schemeClr val="bg2"/>
              </a:buClr>
              <a:buFont typeface="+mj-lt"/>
              <a:buAutoNum type="arabicPeriod"/>
              <a:defRPr sz="1800">
                <a:solidFill>
                  <a:schemeClr val="bg2"/>
                </a:solidFill>
                <a:latin typeface="+mj-lt"/>
                <a:ea typeface="+mn-ea"/>
                <a:cs typeface="Arial" panose="020B0604020202020204" pitchFamily="34" charset="0"/>
              </a:defRPr>
            </a:lvl6pPr>
            <a:lvl7pPr marL="1079973" indent="-359991" algn="l" rtl="0" eaLnBrk="1" fontAlgn="base" hangingPunct="1">
              <a:spcBef>
                <a:spcPts val="333"/>
              </a:spcBef>
              <a:spcAft>
                <a:spcPct val="0"/>
              </a:spcAft>
              <a:buClr>
                <a:schemeClr val="bg2"/>
              </a:buClr>
              <a:buFont typeface="+mj-lt"/>
              <a:buAutoNum type="arabicPeriod"/>
              <a:defRPr sz="1400" baseline="0">
                <a:solidFill>
                  <a:schemeClr val="bg2"/>
                </a:solidFill>
                <a:latin typeface="+mj-lt"/>
                <a:ea typeface="+mn-ea"/>
                <a:cs typeface="Arial" panose="020B0604020202020204" pitchFamily="34" charset="0"/>
              </a:defRPr>
            </a:lvl7pPr>
            <a:lvl8pPr marL="0" indent="0" algn="l" rtl="0" eaLnBrk="1" fontAlgn="base" hangingPunct="1">
              <a:spcBef>
                <a:spcPts val="667"/>
              </a:spcBef>
              <a:spcAft>
                <a:spcPct val="0"/>
              </a:spcAft>
              <a:buClr>
                <a:srgbClr val="C00000"/>
              </a:buClr>
              <a:buFont typeface="+mj-lt"/>
              <a:buNone/>
              <a:tabLst>
                <a:tab pos="958827" algn="l"/>
              </a:tabLst>
              <a:defRPr sz="1800" baseline="0">
                <a:solidFill>
                  <a:schemeClr val="bg2"/>
                </a:solidFill>
                <a:latin typeface="+mj-lt"/>
                <a:ea typeface="+mn-ea"/>
              </a:defRPr>
            </a:lvl8pPr>
            <a:lvl9pPr marL="0" indent="0" algn="l" rtl="0" eaLnBrk="1" fontAlgn="base" hangingPunct="1">
              <a:spcBef>
                <a:spcPts val="667"/>
              </a:spcBef>
              <a:spcAft>
                <a:spcPct val="0"/>
              </a:spcAft>
              <a:defRPr sz="1800">
                <a:solidFill>
                  <a:schemeClr val="bg2"/>
                </a:solidFill>
                <a:latin typeface="+mj-lt"/>
                <a:ea typeface="+mn-ea"/>
                <a:cs typeface="Arial" pitchFamily="34" charset="0"/>
              </a:defRPr>
            </a:lvl9pPr>
          </a:lstStyle>
          <a:p>
            <a:pPr marL="285750" indent="-285750" algn="l" defTabSz="914400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chemeClr val="tx1"/>
                </a:solidFill>
                <a:latin typeface="+mn-lt"/>
              </a:rPr>
              <a:t>Trello is a visual project management tool </a:t>
            </a:r>
          </a:p>
          <a:p>
            <a:pPr marL="285750" indent="-285750" algn="l" defTabSz="914400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chemeClr val="tx1"/>
                </a:solidFill>
                <a:latin typeface="+mn-lt"/>
              </a:rPr>
              <a:t>Workspace → Board → </a:t>
            </a:r>
            <a:r>
              <a:rPr lang="vi-VN" kern="0" dirty="0">
                <a:solidFill>
                  <a:schemeClr val="tx1"/>
                </a:solidFill>
                <a:latin typeface="+mn-lt"/>
              </a:rPr>
              <a:t>Stage</a:t>
            </a:r>
            <a:r>
              <a:rPr lang="en-US" kern="0" dirty="0">
                <a:solidFill>
                  <a:schemeClr val="tx1"/>
                </a:solidFill>
                <a:latin typeface="+mn-lt"/>
              </a:rPr>
              <a:t> → Card to organize tasks </a:t>
            </a:r>
          </a:p>
          <a:p>
            <a:pPr marL="285750" indent="-285750" algn="l" defTabSz="914400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chemeClr val="tx1"/>
                </a:solidFill>
                <a:latin typeface="+mn-lt"/>
              </a:rPr>
              <a:t>Collaborate with teams.</a:t>
            </a:r>
            <a:endParaRPr lang="vi-VN" kern="0" dirty="0">
              <a:solidFill>
                <a:schemeClr val="tx1"/>
              </a:solidFill>
              <a:latin typeface="+mn-lt"/>
            </a:endParaRPr>
          </a:p>
          <a:p>
            <a:pPr marL="645741" lvl="2" indent="-285750" algn="l">
              <a:buFont typeface="Courier New" panose="02070309020205020404" pitchFamily="49" charset="0"/>
              <a:buChar char="o"/>
            </a:pPr>
            <a:r>
              <a:rPr lang="en-US" kern="0" dirty="0">
                <a:solidFill>
                  <a:schemeClr val="tx1"/>
                </a:solidFill>
                <a:latin typeface="+mn-lt"/>
              </a:rPr>
              <a:t>Intuitive drag-and-drop interface</a:t>
            </a:r>
            <a:endParaRPr lang="vi-VN" kern="0" dirty="0">
              <a:solidFill>
                <a:schemeClr val="tx1"/>
              </a:solidFill>
              <a:latin typeface="+mn-lt"/>
            </a:endParaRPr>
          </a:p>
          <a:p>
            <a:pPr marL="645741" lvl="2" indent="-285750" algn="l">
              <a:buFont typeface="Courier New" panose="02070309020205020404" pitchFamily="49" charset="0"/>
              <a:buChar char="o"/>
            </a:pPr>
            <a:r>
              <a:rPr lang="en-US" kern="0" dirty="0">
                <a:solidFill>
                  <a:schemeClr val="tx1"/>
                </a:solidFill>
                <a:latin typeface="+mn-lt"/>
              </a:rPr>
              <a:t>Ideal for task management, kanban boards, and collaboration</a:t>
            </a:r>
            <a:endParaRPr lang="vi-VN" kern="0" dirty="0">
              <a:solidFill>
                <a:schemeClr val="tx1"/>
              </a:solidFill>
              <a:latin typeface="+mn-lt"/>
            </a:endParaRPr>
          </a:p>
          <a:p>
            <a:pPr marL="645741" lvl="2" indent="-285750" algn="l">
              <a:buFont typeface="Courier New" panose="02070309020205020404" pitchFamily="49" charset="0"/>
              <a:buChar char="o"/>
            </a:pPr>
            <a:r>
              <a:rPr lang="en-US" kern="0" dirty="0">
                <a:solidFill>
                  <a:schemeClr val="tx1"/>
                </a:solidFill>
                <a:latin typeface="+mn-lt"/>
              </a:rPr>
              <a:t>Works for teams of any size</a:t>
            </a:r>
            <a:endParaRPr lang="en-GB" kern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C5FBC1A-5B7B-90D9-1A98-E76DFB0AF1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E0B9D4-9D96-7B2F-32F9-7C6DCF60C6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098551"/>
            <a:ext cx="6096000" cy="4723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3841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CD18B968-C584-8DAD-AD19-51B0EF32223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1029739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97CEAA93-EF5B-6E0E-C86D-8320414DF7B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292" b="32292"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C2C5989-BC54-3BBD-8A51-0597FC8808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US" dirty="0"/>
              <a:t>Key Functionalities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50682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61690EDE-5337-827C-9C9E-0876DAA84AE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E26A09-3641-218F-541F-9F1988FFAD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000" y="1544801"/>
            <a:ext cx="5232200" cy="426778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Create Workspaces and Boards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Create Stages within Boards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Create Cards (task items) inside Stages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Add custom fields to Cards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Assign Members to Cards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Add Labels, Due Dates, Checklists, and Attachments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Comment and track Activity on Cards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Manage Permissions and Sharing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Use Templates for quick project setup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CA6541B-91AB-DFDC-80FD-456C4EF32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Functionalities of Trello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B2C80F-52B9-B47F-62BE-ACC59AA3B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98550"/>
            <a:ext cx="8087854" cy="595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8092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7CE72A3F-53CC-457B-F289-536E4CDA2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834" y="1098000"/>
            <a:ext cx="12192000" cy="693137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2B74CDE-9E85-DB83-B2F5-E1DB31341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Screen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A55CFC-D8AC-C138-B21A-597995F083E1}"/>
              </a:ext>
            </a:extLst>
          </p:cNvPr>
          <p:cNvSpPr/>
          <p:nvPr/>
        </p:nvSpPr>
        <p:spPr>
          <a:xfrm>
            <a:off x="3968821" y="2079626"/>
            <a:ext cx="3104669" cy="894323"/>
          </a:xfrm>
          <a:prstGeom prst="rect">
            <a:avLst/>
          </a:prstGeom>
          <a:noFill/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8402DB1-AED1-596E-7E92-B36235F6F680}"/>
              </a:ext>
            </a:extLst>
          </p:cNvPr>
          <p:cNvCxnSpPr>
            <a:cxnSpLocks/>
            <a:endCxn id="35" idx="1"/>
          </p:cNvCxnSpPr>
          <p:nvPr/>
        </p:nvCxnSpPr>
        <p:spPr>
          <a:xfrm flipV="1">
            <a:off x="7073490" y="1720439"/>
            <a:ext cx="987246" cy="359187"/>
          </a:xfrm>
          <a:prstGeom prst="straightConnector1">
            <a:avLst/>
          </a:prstGeom>
          <a:ln w="9525" cap="flat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4555BE0-3F0D-0571-271F-EEF03058177D}"/>
              </a:ext>
            </a:extLst>
          </p:cNvPr>
          <p:cNvSpPr/>
          <p:nvPr/>
        </p:nvSpPr>
        <p:spPr>
          <a:xfrm>
            <a:off x="8060736" y="1562361"/>
            <a:ext cx="847725" cy="31615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</a:rPr>
              <a:t>Board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B71CCFE-03A3-DADE-0A67-5F6F66DD1AEA}"/>
              </a:ext>
            </a:extLst>
          </p:cNvPr>
          <p:cNvSpPr/>
          <p:nvPr/>
        </p:nvSpPr>
        <p:spPr>
          <a:xfrm>
            <a:off x="3959586" y="3221410"/>
            <a:ext cx="1198418" cy="266452"/>
          </a:xfrm>
          <a:prstGeom prst="rect">
            <a:avLst/>
          </a:prstGeom>
          <a:noFill/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AAADD70-56EC-908F-7806-B7781AE0E1DC}"/>
              </a:ext>
            </a:extLst>
          </p:cNvPr>
          <p:cNvCxnSpPr>
            <a:cxnSpLocks/>
            <a:stCxn id="36" idx="3"/>
            <a:endCxn id="49" idx="1"/>
          </p:cNvCxnSpPr>
          <p:nvPr/>
        </p:nvCxnSpPr>
        <p:spPr>
          <a:xfrm flipV="1">
            <a:off x="5158004" y="3350084"/>
            <a:ext cx="569440" cy="4552"/>
          </a:xfrm>
          <a:prstGeom prst="straightConnector1">
            <a:avLst/>
          </a:prstGeom>
          <a:ln w="9525" cap="flat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4CC69DF-F21D-D7D3-AACE-D12A606F3A40}"/>
              </a:ext>
            </a:extLst>
          </p:cNvPr>
          <p:cNvSpPr/>
          <p:nvPr/>
        </p:nvSpPr>
        <p:spPr>
          <a:xfrm>
            <a:off x="5727444" y="3192006"/>
            <a:ext cx="1346046" cy="31615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chemeClr val="tx2">
                    <a:lumMod val="75000"/>
                  </a:schemeClr>
                </a:solidFill>
              </a:rPr>
              <a:t>UserViewHistory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5A107FE-E5C5-33F9-EFA7-EE1203158CAA}"/>
              </a:ext>
            </a:extLst>
          </p:cNvPr>
          <p:cNvSpPr/>
          <p:nvPr/>
        </p:nvSpPr>
        <p:spPr>
          <a:xfrm>
            <a:off x="3959586" y="1785938"/>
            <a:ext cx="1198418" cy="210058"/>
          </a:xfrm>
          <a:prstGeom prst="rect">
            <a:avLst/>
          </a:prstGeom>
          <a:noFill/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4BF586A-4128-3F6F-BCFA-E7B37776FF15}"/>
              </a:ext>
            </a:extLst>
          </p:cNvPr>
          <p:cNvCxnSpPr>
            <a:cxnSpLocks/>
            <a:stCxn id="60" idx="3"/>
            <a:endCxn id="62" idx="1"/>
          </p:cNvCxnSpPr>
          <p:nvPr/>
        </p:nvCxnSpPr>
        <p:spPr>
          <a:xfrm flipV="1">
            <a:off x="5158004" y="1858218"/>
            <a:ext cx="391896" cy="32749"/>
          </a:xfrm>
          <a:prstGeom prst="straightConnector1">
            <a:avLst/>
          </a:prstGeom>
          <a:ln w="9525" cap="flat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AB4E8DE4-C889-CCD1-D005-3F5A8C9A7F18}"/>
              </a:ext>
            </a:extLst>
          </p:cNvPr>
          <p:cNvSpPr/>
          <p:nvPr/>
        </p:nvSpPr>
        <p:spPr>
          <a:xfrm>
            <a:off x="5549900" y="1700140"/>
            <a:ext cx="1523590" cy="31615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chemeClr val="tx2">
                    <a:lumMod val="75000"/>
                  </a:schemeClr>
                </a:solidFill>
              </a:rPr>
              <a:t>UserStarredBoard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F88F2CC-1E62-135E-2D70-50B3945AE8B1}"/>
              </a:ext>
            </a:extLst>
          </p:cNvPr>
          <p:cNvSpPr/>
          <p:nvPr/>
        </p:nvSpPr>
        <p:spPr>
          <a:xfrm>
            <a:off x="5603875" y="2154074"/>
            <a:ext cx="1397794" cy="464361"/>
          </a:xfrm>
          <a:prstGeom prst="rect">
            <a:avLst/>
          </a:prstGeom>
          <a:noFill/>
          <a:ln w="1270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A959EDE-5C0C-3402-69C6-AD6B2FAB8723}"/>
              </a:ext>
            </a:extLst>
          </p:cNvPr>
          <p:cNvCxnSpPr>
            <a:cxnSpLocks/>
            <a:stCxn id="68" idx="3"/>
            <a:endCxn id="70" idx="1"/>
          </p:cNvCxnSpPr>
          <p:nvPr/>
        </p:nvCxnSpPr>
        <p:spPr>
          <a:xfrm flipV="1">
            <a:off x="7001669" y="2371548"/>
            <a:ext cx="1059066" cy="14707"/>
          </a:xfrm>
          <a:prstGeom prst="straightConnector1">
            <a:avLst/>
          </a:prstGeom>
          <a:ln w="9525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F075D6AF-3DC6-EBA5-B417-E825DFE1EA76}"/>
              </a:ext>
            </a:extLst>
          </p:cNvPr>
          <p:cNvSpPr/>
          <p:nvPr/>
        </p:nvSpPr>
        <p:spPr>
          <a:xfrm>
            <a:off x="8060735" y="2230940"/>
            <a:ext cx="1153115" cy="281216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vi-VN" sz="1200" dirty="0">
                <a:solidFill>
                  <a:srgbClr val="005D39"/>
                </a:solidFill>
              </a:rPr>
              <a:t>BackgroudUrl</a:t>
            </a:r>
            <a:endParaRPr lang="en-US" sz="1200" dirty="0">
              <a:solidFill>
                <a:srgbClr val="005D39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86F44FE-1FD0-7C32-1517-6932F3F70F16}"/>
              </a:ext>
            </a:extLst>
          </p:cNvPr>
          <p:cNvSpPr/>
          <p:nvPr/>
        </p:nvSpPr>
        <p:spPr>
          <a:xfrm>
            <a:off x="5603875" y="2719388"/>
            <a:ext cx="740569" cy="136712"/>
          </a:xfrm>
          <a:prstGeom prst="rect">
            <a:avLst/>
          </a:prstGeom>
          <a:noFill/>
          <a:ln w="1270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46ABB82D-F011-6276-80EE-0619C382D3A0}"/>
              </a:ext>
            </a:extLst>
          </p:cNvPr>
          <p:cNvCxnSpPr>
            <a:cxnSpLocks/>
            <a:stCxn id="75" idx="3"/>
            <a:endCxn id="77" idx="1"/>
          </p:cNvCxnSpPr>
          <p:nvPr/>
        </p:nvCxnSpPr>
        <p:spPr>
          <a:xfrm>
            <a:off x="6344444" y="2787744"/>
            <a:ext cx="1716292" cy="17470"/>
          </a:xfrm>
          <a:prstGeom prst="straightConnector1">
            <a:avLst/>
          </a:prstGeom>
          <a:ln w="9525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6531CE30-10BF-DB1B-5694-FDB5280CC94F}"/>
              </a:ext>
            </a:extLst>
          </p:cNvPr>
          <p:cNvSpPr/>
          <p:nvPr/>
        </p:nvSpPr>
        <p:spPr>
          <a:xfrm>
            <a:off x="8060736" y="2664606"/>
            <a:ext cx="1032557" cy="281215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D39"/>
                </a:solidFill>
              </a:rPr>
              <a:t>Board</a:t>
            </a:r>
            <a:r>
              <a:rPr lang="vi-VN" sz="1200" dirty="0">
                <a:solidFill>
                  <a:srgbClr val="005D39"/>
                </a:solidFill>
              </a:rPr>
              <a:t>Name</a:t>
            </a:r>
            <a:endParaRPr lang="en-US" sz="1200" dirty="0">
              <a:solidFill>
                <a:srgbClr val="005D39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90EE8260-6C0F-BE9D-F51B-439CAF22FD7F}"/>
              </a:ext>
            </a:extLst>
          </p:cNvPr>
          <p:cNvSpPr/>
          <p:nvPr/>
        </p:nvSpPr>
        <p:spPr>
          <a:xfrm>
            <a:off x="6499225" y="3893620"/>
            <a:ext cx="502444" cy="161650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C8DAD82D-C533-E430-463A-69FC29242514}"/>
              </a:ext>
            </a:extLst>
          </p:cNvPr>
          <p:cNvCxnSpPr>
            <a:cxnSpLocks/>
            <a:stCxn id="85" idx="3"/>
            <a:endCxn id="87" idx="1"/>
          </p:cNvCxnSpPr>
          <p:nvPr/>
        </p:nvCxnSpPr>
        <p:spPr>
          <a:xfrm flipV="1">
            <a:off x="7001669" y="3228998"/>
            <a:ext cx="1059065" cy="745447"/>
          </a:xfrm>
          <a:prstGeom prst="straightConnector1">
            <a:avLst/>
          </a:prstGeom>
          <a:ln w="9525" cap="flat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0D10C8D8-E40C-C056-2A9E-30C17605785E}"/>
              </a:ext>
            </a:extLst>
          </p:cNvPr>
          <p:cNvSpPr/>
          <p:nvPr/>
        </p:nvSpPr>
        <p:spPr>
          <a:xfrm>
            <a:off x="8060734" y="3090549"/>
            <a:ext cx="1065486" cy="276898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BoardStatus</a:t>
            </a:r>
            <a:endParaRPr lang="en-US" sz="1200" dirty="0">
              <a:solidFill>
                <a:srgbClr val="005D39"/>
              </a:solidFill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BBA65316-5DC8-8EFA-0395-B6439A290DBF}"/>
              </a:ext>
            </a:extLst>
          </p:cNvPr>
          <p:cNvSpPr/>
          <p:nvPr/>
        </p:nvSpPr>
        <p:spPr>
          <a:xfrm>
            <a:off x="1825986" y="3003550"/>
            <a:ext cx="1882414" cy="1231900"/>
          </a:xfrm>
          <a:prstGeom prst="rect">
            <a:avLst/>
          </a:prstGeom>
          <a:noFill/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BD6DF8DF-70C1-C889-C6F3-974F0FDA8E71}"/>
              </a:ext>
            </a:extLst>
          </p:cNvPr>
          <p:cNvCxnSpPr>
            <a:cxnSpLocks/>
            <a:stCxn id="96" idx="1"/>
            <a:endCxn id="98" idx="3"/>
          </p:cNvCxnSpPr>
          <p:nvPr/>
        </p:nvCxnSpPr>
        <p:spPr>
          <a:xfrm flipH="1" flipV="1">
            <a:off x="1546225" y="3587078"/>
            <a:ext cx="279761" cy="32422"/>
          </a:xfrm>
          <a:prstGeom prst="straightConnector1">
            <a:avLst/>
          </a:prstGeom>
          <a:ln w="9525" cap="flat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52F1D23C-9C92-C58A-3E65-CBEA5E8DE127}"/>
              </a:ext>
            </a:extLst>
          </p:cNvPr>
          <p:cNvSpPr/>
          <p:nvPr/>
        </p:nvSpPr>
        <p:spPr>
          <a:xfrm>
            <a:off x="571356" y="3429000"/>
            <a:ext cx="974869" cy="31615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</a:rPr>
              <a:t>Workspace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5C8F251D-08FE-F430-75D9-94A2CBBDF7A5}"/>
              </a:ext>
            </a:extLst>
          </p:cNvPr>
          <p:cNvSpPr/>
          <p:nvPr/>
        </p:nvSpPr>
        <p:spPr>
          <a:xfrm>
            <a:off x="1877873" y="3931444"/>
            <a:ext cx="227946" cy="230981"/>
          </a:xfrm>
          <a:prstGeom prst="rect">
            <a:avLst/>
          </a:prstGeom>
          <a:noFill/>
          <a:ln w="1270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0AF28D77-80A7-D19A-C4E2-FF82B4188F82}"/>
              </a:ext>
            </a:extLst>
          </p:cNvPr>
          <p:cNvCxnSpPr>
            <a:cxnSpLocks/>
            <a:stCxn id="116" idx="2"/>
            <a:endCxn id="118" idx="1"/>
          </p:cNvCxnSpPr>
          <p:nvPr/>
        </p:nvCxnSpPr>
        <p:spPr>
          <a:xfrm flipH="1">
            <a:off x="571356" y="4162425"/>
            <a:ext cx="1420490" cy="713153"/>
          </a:xfrm>
          <a:prstGeom prst="straightConnector1">
            <a:avLst/>
          </a:prstGeom>
          <a:ln w="9525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0D31358C-276B-3F8E-54D0-2A69E3F649EB}"/>
              </a:ext>
            </a:extLst>
          </p:cNvPr>
          <p:cNvSpPr/>
          <p:nvPr/>
        </p:nvSpPr>
        <p:spPr>
          <a:xfrm>
            <a:off x="571356" y="4717500"/>
            <a:ext cx="749444" cy="316156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LogoUrl</a:t>
            </a:r>
            <a:endParaRPr lang="en-US" sz="1200" dirty="0">
              <a:solidFill>
                <a:srgbClr val="005D39"/>
              </a:solidFill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FAE758DC-7F3D-6A67-2099-2FD6E65F76CB}"/>
              </a:ext>
            </a:extLst>
          </p:cNvPr>
          <p:cNvSpPr/>
          <p:nvPr/>
        </p:nvSpPr>
        <p:spPr>
          <a:xfrm>
            <a:off x="2129059" y="3931444"/>
            <a:ext cx="868142" cy="230981"/>
          </a:xfrm>
          <a:prstGeom prst="rect">
            <a:avLst/>
          </a:prstGeom>
          <a:noFill/>
          <a:ln w="1270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81EFB936-9AE3-03E3-1668-C86727DE7C70}"/>
              </a:ext>
            </a:extLst>
          </p:cNvPr>
          <p:cNvCxnSpPr>
            <a:cxnSpLocks/>
            <a:stCxn id="136" idx="2"/>
            <a:endCxn id="138" idx="0"/>
          </p:cNvCxnSpPr>
          <p:nvPr/>
        </p:nvCxnSpPr>
        <p:spPr>
          <a:xfrm>
            <a:off x="2563130" y="4162425"/>
            <a:ext cx="268579" cy="555075"/>
          </a:xfrm>
          <a:prstGeom prst="straightConnector1">
            <a:avLst/>
          </a:prstGeom>
          <a:ln w="9525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35992581-1084-BF26-B66B-603A2D2B2A39}"/>
              </a:ext>
            </a:extLst>
          </p:cNvPr>
          <p:cNvSpPr/>
          <p:nvPr/>
        </p:nvSpPr>
        <p:spPr>
          <a:xfrm>
            <a:off x="2129058" y="4717500"/>
            <a:ext cx="1405302" cy="316156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WorkspaceName</a:t>
            </a:r>
            <a:endParaRPr lang="en-US" sz="1200" dirty="0">
              <a:solidFill>
                <a:srgbClr val="005D39"/>
              </a:solidFill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9F16E4DC-ECC9-AAD6-3AF4-748D99082C65}"/>
              </a:ext>
            </a:extLst>
          </p:cNvPr>
          <p:cNvSpPr/>
          <p:nvPr/>
        </p:nvSpPr>
        <p:spPr>
          <a:xfrm>
            <a:off x="7863680" y="5093494"/>
            <a:ext cx="797719" cy="276898"/>
          </a:xfrm>
          <a:prstGeom prst="rect">
            <a:avLst/>
          </a:prstGeom>
          <a:noFill/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077F9AE8-F6EA-CF4E-A8AD-3BDD56DC0985}"/>
              </a:ext>
            </a:extLst>
          </p:cNvPr>
          <p:cNvCxnSpPr>
            <a:cxnSpLocks/>
            <a:stCxn id="146" idx="0"/>
            <a:endCxn id="148" idx="2"/>
          </p:cNvCxnSpPr>
          <p:nvPr/>
        </p:nvCxnSpPr>
        <p:spPr>
          <a:xfrm flipV="1">
            <a:off x="8262540" y="4727964"/>
            <a:ext cx="243745" cy="365530"/>
          </a:xfrm>
          <a:prstGeom prst="straightConnector1">
            <a:avLst/>
          </a:prstGeom>
          <a:ln w="9525" cap="flat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B68020EF-A90E-23F3-8C0B-8F9B9655A7F6}"/>
              </a:ext>
            </a:extLst>
          </p:cNvPr>
          <p:cNvSpPr/>
          <p:nvPr/>
        </p:nvSpPr>
        <p:spPr>
          <a:xfrm>
            <a:off x="8058291" y="4399413"/>
            <a:ext cx="895987" cy="32855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</a:rPr>
              <a:t>Member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75C814B6-005E-02D2-C05E-C8F3B5DE8D46}"/>
              </a:ext>
            </a:extLst>
          </p:cNvPr>
          <p:cNvSpPr/>
          <p:nvPr/>
        </p:nvSpPr>
        <p:spPr>
          <a:xfrm>
            <a:off x="1782655" y="2079625"/>
            <a:ext cx="981254" cy="230367"/>
          </a:xfrm>
          <a:prstGeom prst="rect">
            <a:avLst/>
          </a:prstGeom>
          <a:noFill/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8386C118-C581-78BE-89D4-F8EA1EBE7DDE}"/>
              </a:ext>
            </a:extLst>
          </p:cNvPr>
          <p:cNvCxnSpPr>
            <a:cxnSpLocks/>
            <a:stCxn id="154" idx="1"/>
            <a:endCxn id="156" idx="3"/>
          </p:cNvCxnSpPr>
          <p:nvPr/>
        </p:nvCxnSpPr>
        <p:spPr>
          <a:xfrm flipH="1" flipV="1">
            <a:off x="1509278" y="2098389"/>
            <a:ext cx="273377" cy="96420"/>
          </a:xfrm>
          <a:prstGeom prst="straightConnector1">
            <a:avLst/>
          </a:prstGeom>
          <a:ln w="9525" cap="flat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56A2BAEE-A30A-89D9-F03E-B7036701A872}"/>
              </a:ext>
            </a:extLst>
          </p:cNvPr>
          <p:cNvSpPr/>
          <p:nvPr/>
        </p:nvSpPr>
        <p:spPr>
          <a:xfrm>
            <a:off x="528025" y="1940311"/>
            <a:ext cx="981253" cy="31615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</a:rPr>
              <a:t>Template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02E47E54-7332-2209-8146-01601FBAFE96}"/>
              </a:ext>
            </a:extLst>
          </p:cNvPr>
          <p:cNvSpPr/>
          <p:nvPr/>
        </p:nvSpPr>
        <p:spPr>
          <a:xfrm>
            <a:off x="11846560" y="1169459"/>
            <a:ext cx="299474" cy="276898"/>
          </a:xfrm>
          <a:prstGeom prst="rect">
            <a:avLst/>
          </a:prstGeom>
          <a:noFill/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C1E428D4-1EB0-DE9D-725A-1459EDB2F35F}"/>
              </a:ext>
            </a:extLst>
          </p:cNvPr>
          <p:cNvCxnSpPr>
            <a:cxnSpLocks/>
            <a:stCxn id="164" idx="2"/>
            <a:endCxn id="166" idx="0"/>
          </p:cNvCxnSpPr>
          <p:nvPr/>
        </p:nvCxnSpPr>
        <p:spPr>
          <a:xfrm flipH="1">
            <a:off x="11725677" y="1446357"/>
            <a:ext cx="270620" cy="1775053"/>
          </a:xfrm>
          <a:prstGeom prst="straightConnector1">
            <a:avLst/>
          </a:prstGeom>
          <a:ln w="9525" cap="flat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165C9CF7-616D-E48D-11A0-3FD18E765120}"/>
              </a:ext>
            </a:extLst>
          </p:cNvPr>
          <p:cNvSpPr/>
          <p:nvPr/>
        </p:nvSpPr>
        <p:spPr>
          <a:xfrm>
            <a:off x="11427460" y="3221410"/>
            <a:ext cx="596433" cy="32855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</a:rPr>
              <a:t>User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A03A4EB1-AEA0-E194-C1DA-4CC2CEEE08F0}"/>
              </a:ext>
            </a:extLst>
          </p:cNvPr>
          <p:cNvSpPr/>
          <p:nvPr/>
        </p:nvSpPr>
        <p:spPr>
          <a:xfrm>
            <a:off x="11364118" y="1207294"/>
            <a:ext cx="161925" cy="161926"/>
          </a:xfrm>
          <a:prstGeom prst="rect">
            <a:avLst/>
          </a:prstGeom>
          <a:noFill/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5E259895-5D03-D82F-6BD8-4754835A4034}"/>
              </a:ext>
            </a:extLst>
          </p:cNvPr>
          <p:cNvCxnSpPr>
            <a:cxnSpLocks/>
            <a:stCxn id="177" idx="2"/>
            <a:endCxn id="179" idx="0"/>
          </p:cNvCxnSpPr>
          <p:nvPr/>
        </p:nvCxnSpPr>
        <p:spPr>
          <a:xfrm flipH="1">
            <a:off x="10809585" y="1369220"/>
            <a:ext cx="635496" cy="1852191"/>
          </a:xfrm>
          <a:prstGeom prst="straightConnector1">
            <a:avLst/>
          </a:prstGeom>
          <a:ln w="9525" cap="flat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2BD20915-2ABE-90D9-0135-AB9B6E63F7EE}"/>
              </a:ext>
            </a:extLst>
          </p:cNvPr>
          <p:cNvSpPr/>
          <p:nvPr/>
        </p:nvSpPr>
        <p:spPr>
          <a:xfrm>
            <a:off x="10315214" y="3221411"/>
            <a:ext cx="988741" cy="32855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</a:rPr>
              <a:t>Notification</a:t>
            </a: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12FCB8B4-21DA-8C11-21E7-50EA45D815AF}"/>
              </a:ext>
            </a:extLst>
          </p:cNvPr>
          <p:cNvSpPr/>
          <p:nvPr/>
        </p:nvSpPr>
        <p:spPr>
          <a:xfrm>
            <a:off x="8694434" y="5094288"/>
            <a:ext cx="744842" cy="276898"/>
          </a:xfrm>
          <a:prstGeom prst="rect">
            <a:avLst/>
          </a:prstGeom>
          <a:noFill/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8ACBEA2E-204D-B68B-D2EC-DAB0CE3AE6EF}"/>
              </a:ext>
            </a:extLst>
          </p:cNvPr>
          <p:cNvCxnSpPr>
            <a:cxnSpLocks/>
            <a:stCxn id="193" idx="0"/>
            <a:endCxn id="195" idx="2"/>
          </p:cNvCxnSpPr>
          <p:nvPr/>
        </p:nvCxnSpPr>
        <p:spPr>
          <a:xfrm flipV="1">
            <a:off x="9066855" y="4728758"/>
            <a:ext cx="529872" cy="365530"/>
          </a:xfrm>
          <a:prstGeom prst="straightConnector1">
            <a:avLst/>
          </a:prstGeom>
          <a:ln w="9525" cap="flat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Rectangle: Rounded Corners 194">
            <a:extLst>
              <a:ext uri="{FF2B5EF4-FFF2-40B4-BE49-F238E27FC236}">
                <a16:creationId xmlns:a16="http://schemas.microsoft.com/office/drawing/2014/main" id="{5089106E-848E-D991-A0E8-8061FE2D0269}"/>
              </a:ext>
            </a:extLst>
          </p:cNvPr>
          <p:cNvSpPr/>
          <p:nvPr/>
        </p:nvSpPr>
        <p:spPr>
          <a:xfrm>
            <a:off x="9066855" y="4400207"/>
            <a:ext cx="1059744" cy="32855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chemeClr val="tx2">
                    <a:lumMod val="75000"/>
                  </a:schemeClr>
                </a:solidFill>
              </a:rPr>
              <a:t>SettingKey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4E577B21-3844-3B09-ADF9-37AF317F875D}"/>
              </a:ext>
            </a:extLst>
          </p:cNvPr>
          <p:cNvSpPr/>
          <p:nvPr/>
        </p:nvSpPr>
        <p:spPr>
          <a:xfrm>
            <a:off x="5201865" y="5524500"/>
            <a:ext cx="227385" cy="227188"/>
          </a:xfrm>
          <a:prstGeom prst="rect">
            <a:avLst/>
          </a:prstGeom>
          <a:noFill/>
          <a:ln w="12700">
            <a:solidFill>
              <a:srgbClr val="F5AD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148DEE3F-9C0A-96A6-343E-34061F8B41F5}"/>
              </a:ext>
            </a:extLst>
          </p:cNvPr>
          <p:cNvCxnSpPr>
            <a:cxnSpLocks/>
            <a:stCxn id="199" idx="0"/>
          </p:cNvCxnSpPr>
          <p:nvPr/>
        </p:nvCxnSpPr>
        <p:spPr>
          <a:xfrm flipV="1">
            <a:off x="5315558" y="5109260"/>
            <a:ext cx="199976" cy="415240"/>
          </a:xfrm>
          <a:prstGeom prst="straightConnector1">
            <a:avLst/>
          </a:prstGeom>
          <a:ln w="9525" cap="flat">
            <a:solidFill>
              <a:srgbClr val="F5AD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Rectangle: Rounded Corners 200">
            <a:extLst>
              <a:ext uri="{FF2B5EF4-FFF2-40B4-BE49-F238E27FC236}">
                <a16:creationId xmlns:a16="http://schemas.microsoft.com/office/drawing/2014/main" id="{C00F60E2-95EC-E02C-6B79-2311D9B029E7}"/>
              </a:ext>
            </a:extLst>
          </p:cNvPr>
          <p:cNvSpPr/>
          <p:nvPr/>
        </p:nvSpPr>
        <p:spPr>
          <a:xfrm>
            <a:off x="5396476" y="4780709"/>
            <a:ext cx="1475812" cy="328551"/>
          </a:xfrm>
          <a:prstGeom prst="roundRect">
            <a:avLst/>
          </a:prstGeom>
          <a:solidFill>
            <a:srgbClr val="FAD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F39800"/>
                </a:solidFill>
              </a:rPr>
              <a:t>Board was starred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856B5927-CA05-7788-2EE8-11B70A9D05B1}"/>
              </a:ext>
            </a:extLst>
          </p:cNvPr>
          <p:cNvSpPr/>
          <p:nvPr/>
        </p:nvSpPr>
        <p:spPr>
          <a:xfrm>
            <a:off x="6791630" y="5519737"/>
            <a:ext cx="227385" cy="227188"/>
          </a:xfrm>
          <a:prstGeom prst="rect">
            <a:avLst/>
          </a:prstGeom>
          <a:noFill/>
          <a:ln w="12700">
            <a:solidFill>
              <a:srgbClr val="F5AD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04AEFB53-E57E-D761-F8FE-262BA7E18298}"/>
              </a:ext>
            </a:extLst>
          </p:cNvPr>
          <p:cNvCxnSpPr>
            <a:cxnSpLocks/>
            <a:stCxn id="204" idx="0"/>
          </p:cNvCxnSpPr>
          <p:nvPr/>
        </p:nvCxnSpPr>
        <p:spPr>
          <a:xfrm flipH="1" flipV="1">
            <a:off x="6750447" y="5109260"/>
            <a:ext cx="154876" cy="410477"/>
          </a:xfrm>
          <a:prstGeom prst="straightConnector1">
            <a:avLst/>
          </a:prstGeom>
          <a:ln w="9525" cap="flat">
            <a:solidFill>
              <a:srgbClr val="F5AD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55315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A91C19-D5CD-1F70-8009-5A8B8D3F5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6048"/>
            <a:ext cx="12201529" cy="6984116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2B74CDE-9E85-DB83-B2F5-E1DB31341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Screen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B71CCFE-03A3-DADE-0A67-5F6F66DD1AEA}"/>
              </a:ext>
            </a:extLst>
          </p:cNvPr>
          <p:cNvSpPr/>
          <p:nvPr/>
        </p:nvSpPr>
        <p:spPr>
          <a:xfrm>
            <a:off x="9812594" y="1454150"/>
            <a:ext cx="2379406" cy="1407038"/>
          </a:xfrm>
          <a:prstGeom prst="rect">
            <a:avLst/>
          </a:prstGeom>
          <a:noFill/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AAADD70-56EC-908F-7806-B7781AE0E1DC}"/>
              </a:ext>
            </a:extLst>
          </p:cNvPr>
          <p:cNvCxnSpPr>
            <a:cxnSpLocks/>
            <a:endCxn id="49" idx="3"/>
          </p:cNvCxnSpPr>
          <p:nvPr/>
        </p:nvCxnSpPr>
        <p:spPr>
          <a:xfrm flipH="1">
            <a:off x="8724900" y="1587085"/>
            <a:ext cx="1087694" cy="16167"/>
          </a:xfrm>
          <a:prstGeom prst="straightConnector1">
            <a:avLst/>
          </a:prstGeom>
          <a:ln w="9525" cap="flat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4CC69DF-F21D-D7D3-AACE-D12A606F3A40}"/>
              </a:ext>
            </a:extLst>
          </p:cNvPr>
          <p:cNvSpPr/>
          <p:nvPr/>
        </p:nvSpPr>
        <p:spPr>
          <a:xfrm>
            <a:off x="8141110" y="1492799"/>
            <a:ext cx="583790" cy="22090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</a:rPr>
              <a:t>User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C8DAD82D-C533-E430-463A-69FC29242514}"/>
              </a:ext>
            </a:extLst>
          </p:cNvPr>
          <p:cNvCxnSpPr>
            <a:cxnSpLocks/>
            <a:stCxn id="72" idx="2"/>
            <a:endCxn id="87" idx="3"/>
          </p:cNvCxnSpPr>
          <p:nvPr/>
        </p:nvCxnSpPr>
        <p:spPr>
          <a:xfrm flipH="1">
            <a:off x="9096851" y="2062301"/>
            <a:ext cx="868680" cy="258122"/>
          </a:xfrm>
          <a:prstGeom prst="straightConnector1">
            <a:avLst/>
          </a:prstGeom>
          <a:ln w="9525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0D10C8D8-E40C-C056-2A9E-30C17605785E}"/>
              </a:ext>
            </a:extLst>
          </p:cNvPr>
          <p:cNvSpPr/>
          <p:nvPr/>
        </p:nvSpPr>
        <p:spPr>
          <a:xfrm>
            <a:off x="8141110" y="2209969"/>
            <a:ext cx="955741" cy="220907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PictureUrl</a:t>
            </a:r>
            <a:endParaRPr lang="en-US" sz="1200" dirty="0">
              <a:solidFill>
                <a:srgbClr val="005D39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52E905B-58E4-5FD5-2A3D-4F28EC77E7BF}"/>
              </a:ext>
            </a:extLst>
          </p:cNvPr>
          <p:cNvSpPr/>
          <p:nvPr/>
        </p:nvSpPr>
        <p:spPr>
          <a:xfrm>
            <a:off x="10342485" y="1931194"/>
            <a:ext cx="693598" cy="138252"/>
          </a:xfrm>
          <a:prstGeom prst="rect">
            <a:avLst/>
          </a:prstGeom>
          <a:noFill/>
          <a:ln w="1270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AD268540-A134-6CB2-B85F-764771CABEB6}"/>
              </a:ext>
            </a:extLst>
          </p:cNvPr>
          <p:cNvSpPr/>
          <p:nvPr/>
        </p:nvSpPr>
        <p:spPr>
          <a:xfrm>
            <a:off x="9965531" y="1893370"/>
            <a:ext cx="354808" cy="337861"/>
          </a:xfrm>
          <a:prstGeom prst="ellipse">
            <a:avLst/>
          </a:prstGeom>
          <a:noFill/>
          <a:ln w="1270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2101E092-6666-8DB3-DCCE-19C3F4995FE2}"/>
              </a:ext>
            </a:extLst>
          </p:cNvPr>
          <p:cNvSpPr/>
          <p:nvPr/>
        </p:nvSpPr>
        <p:spPr>
          <a:xfrm>
            <a:off x="8141110" y="1851416"/>
            <a:ext cx="955741" cy="220907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rgbClr val="005D39"/>
                </a:solidFill>
              </a:rPr>
              <a:t>FullName</a:t>
            </a:r>
            <a:endParaRPr lang="en-US" sz="1200" dirty="0">
              <a:solidFill>
                <a:srgbClr val="005D39"/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4F4D97B-B5EE-5093-470B-4CF0FE38B592}"/>
              </a:ext>
            </a:extLst>
          </p:cNvPr>
          <p:cNvSpPr/>
          <p:nvPr/>
        </p:nvSpPr>
        <p:spPr>
          <a:xfrm>
            <a:off x="10342484" y="2092979"/>
            <a:ext cx="1132759" cy="138252"/>
          </a:xfrm>
          <a:prstGeom prst="rect">
            <a:avLst/>
          </a:prstGeom>
          <a:noFill/>
          <a:ln w="12700">
            <a:solidFill>
              <a:srgbClr val="005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11378137-E616-6CBE-D17F-A8AA6CFB92A3}"/>
              </a:ext>
            </a:extLst>
          </p:cNvPr>
          <p:cNvCxnSpPr>
            <a:cxnSpLocks/>
            <a:stCxn id="80" idx="2"/>
            <a:endCxn id="88" idx="3"/>
          </p:cNvCxnSpPr>
          <p:nvPr/>
        </p:nvCxnSpPr>
        <p:spPr>
          <a:xfrm flipH="1">
            <a:off x="9096848" y="2231231"/>
            <a:ext cx="1812016" cy="443687"/>
          </a:xfrm>
          <a:prstGeom prst="straightConnector1">
            <a:avLst/>
          </a:prstGeom>
          <a:ln w="9525" cap="flat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40A1C892-FB43-A4F6-A901-756755BAB9AB}"/>
              </a:ext>
            </a:extLst>
          </p:cNvPr>
          <p:cNvSpPr/>
          <p:nvPr/>
        </p:nvSpPr>
        <p:spPr>
          <a:xfrm>
            <a:off x="8141107" y="2564464"/>
            <a:ext cx="955741" cy="220907"/>
          </a:xfrm>
          <a:prstGeom prst="roundRect">
            <a:avLst/>
          </a:prstGeom>
          <a:solidFill>
            <a:srgbClr val="99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rgbClr val="005D39"/>
                </a:solidFill>
              </a:rPr>
              <a:t>Email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32648B45-400D-E03F-C5EA-231D9BEC9B8D}"/>
              </a:ext>
            </a:extLst>
          </p:cNvPr>
          <p:cNvSpPr/>
          <p:nvPr/>
        </p:nvSpPr>
        <p:spPr>
          <a:xfrm>
            <a:off x="9964994" y="3487558"/>
            <a:ext cx="412494" cy="209614"/>
          </a:xfrm>
          <a:prstGeom prst="rect">
            <a:avLst/>
          </a:prstGeom>
          <a:noFill/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0A1E8F89-83E9-590E-1CCA-1681B80E1FBE}"/>
              </a:ext>
            </a:extLst>
          </p:cNvPr>
          <p:cNvCxnSpPr>
            <a:cxnSpLocks/>
            <a:stCxn id="100" idx="3"/>
          </p:cNvCxnSpPr>
          <p:nvPr/>
        </p:nvCxnSpPr>
        <p:spPr>
          <a:xfrm flipV="1">
            <a:off x="10377488" y="3586719"/>
            <a:ext cx="1007681" cy="5646"/>
          </a:xfrm>
          <a:prstGeom prst="straightConnector1">
            <a:avLst/>
          </a:prstGeom>
          <a:ln w="9525" cap="flat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6404143C-3FEE-CD00-77C7-FADD0BE27F90}"/>
              </a:ext>
            </a:extLst>
          </p:cNvPr>
          <p:cNvSpPr/>
          <p:nvPr/>
        </p:nvSpPr>
        <p:spPr>
          <a:xfrm>
            <a:off x="11385169" y="3476266"/>
            <a:ext cx="707293" cy="22090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</a:rPr>
              <a:t>Activity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7CB0897B-0E0B-17CB-6A5F-9EB86067A6BF}"/>
              </a:ext>
            </a:extLst>
          </p:cNvPr>
          <p:cNvSpPr/>
          <p:nvPr/>
        </p:nvSpPr>
        <p:spPr>
          <a:xfrm>
            <a:off x="9964994" y="3774161"/>
            <a:ext cx="412494" cy="209614"/>
          </a:xfrm>
          <a:prstGeom prst="rect">
            <a:avLst/>
          </a:prstGeom>
          <a:noFill/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3B8BD88B-C188-979C-8A84-09E12D47B441}"/>
              </a:ext>
            </a:extLst>
          </p:cNvPr>
          <p:cNvCxnSpPr>
            <a:cxnSpLocks/>
            <a:stCxn id="110" idx="3"/>
          </p:cNvCxnSpPr>
          <p:nvPr/>
        </p:nvCxnSpPr>
        <p:spPr>
          <a:xfrm flipV="1">
            <a:off x="10377488" y="3873322"/>
            <a:ext cx="1007681" cy="5646"/>
          </a:xfrm>
          <a:prstGeom prst="straightConnector1">
            <a:avLst/>
          </a:prstGeom>
          <a:ln w="9525" cap="flat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F6B0B40B-E3FF-280B-9B19-A48738FA64EC}"/>
              </a:ext>
            </a:extLst>
          </p:cNvPr>
          <p:cNvSpPr/>
          <p:nvPr/>
        </p:nvSpPr>
        <p:spPr>
          <a:xfrm>
            <a:off x="11385169" y="3762869"/>
            <a:ext cx="707293" cy="22090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</a:rPr>
              <a:t>Card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4E8D0A32-16DB-945E-F8A6-6B3B2FDBB28E}"/>
              </a:ext>
            </a:extLst>
          </p:cNvPr>
          <p:cNvSpPr/>
          <p:nvPr/>
        </p:nvSpPr>
        <p:spPr>
          <a:xfrm>
            <a:off x="9964994" y="4053367"/>
            <a:ext cx="412494" cy="209614"/>
          </a:xfrm>
          <a:prstGeom prst="rect">
            <a:avLst/>
          </a:prstGeom>
          <a:noFill/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5EABD976-8548-A679-391B-89B7CA09023B}"/>
              </a:ext>
            </a:extLst>
          </p:cNvPr>
          <p:cNvCxnSpPr>
            <a:cxnSpLocks/>
            <a:stCxn id="113" idx="3"/>
            <a:endCxn id="115" idx="1"/>
          </p:cNvCxnSpPr>
          <p:nvPr/>
        </p:nvCxnSpPr>
        <p:spPr>
          <a:xfrm flipV="1">
            <a:off x="10377488" y="4152528"/>
            <a:ext cx="759233" cy="5646"/>
          </a:xfrm>
          <a:prstGeom prst="straightConnector1">
            <a:avLst/>
          </a:prstGeom>
          <a:ln w="9525" cap="flat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B9EB3A54-1C07-C73E-93C4-C696550EEAEE}"/>
              </a:ext>
            </a:extLst>
          </p:cNvPr>
          <p:cNvSpPr/>
          <p:nvPr/>
        </p:nvSpPr>
        <p:spPr>
          <a:xfrm>
            <a:off x="11136721" y="4042075"/>
            <a:ext cx="955741" cy="22090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Aft>
                <a:spcPts val="600"/>
              </a:spcAft>
            </a:pPr>
            <a:r>
              <a:rPr lang="en-US" sz="1200" dirty="0" err="1">
                <a:solidFill>
                  <a:schemeClr val="tx2">
                    <a:lumMod val="75000"/>
                  </a:schemeClr>
                </a:solidFill>
              </a:rPr>
              <a:t>SettingKey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127" name="Connector: Curved 126">
            <a:extLst>
              <a:ext uri="{FF2B5EF4-FFF2-40B4-BE49-F238E27FC236}">
                <a16:creationId xmlns:a16="http://schemas.microsoft.com/office/drawing/2014/main" id="{E94216F4-0935-4143-B3DF-E1C5E0AD5361}"/>
              </a:ext>
            </a:extLst>
          </p:cNvPr>
          <p:cNvCxnSpPr>
            <a:stCxn id="25" idx="0"/>
          </p:cNvCxnSpPr>
          <p:nvPr/>
        </p:nvCxnSpPr>
        <p:spPr>
          <a:xfrm rot="16200000" flipV="1">
            <a:off x="9840372" y="1082281"/>
            <a:ext cx="105392" cy="1592433"/>
          </a:xfrm>
          <a:prstGeom prst="curvedConnector2">
            <a:avLst/>
          </a:prstGeom>
          <a:ln w="9525">
            <a:solidFill>
              <a:srgbClr val="005D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05971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5E052DC5-8AEF-4B7F-34D2-716E4153D1B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5E052DC5-8AEF-4B7F-34D2-716E4153D1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EF29FAE8-E1AD-FA22-A7BD-00CDD1CE948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6"/>
          <a:srcRect t="2760" b="2760"/>
          <a:stretch/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DFB63B3-A8AC-8683-C803-22C28B45E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vi-VN" dirty="0"/>
              <a:t>Q&amp;A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513318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64653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D83385-DD69-B7BD-E2B6-0A242990CC3A}"/>
              </a:ext>
            </a:extLst>
          </p:cNvPr>
          <p:cNvSpPr/>
          <p:nvPr/>
        </p:nvSpPr>
        <p:spPr>
          <a:xfrm>
            <a:off x="431998" y="1098550"/>
            <a:ext cx="11329789" cy="532923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GB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CC62CD-ACBD-AFB8-0A0A-39B03DAA3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bbv template EN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E9EDA6E7-CE36-4AD9-EDBC-9B63C56CC212}"/>
              </a:ext>
            </a:extLst>
          </p:cNvPr>
          <p:cNvSpPr txBox="1">
            <a:spLocks/>
          </p:cNvSpPr>
          <p:nvPr/>
        </p:nvSpPr>
        <p:spPr>
          <a:xfrm>
            <a:off x="864000" y="4246162"/>
            <a:ext cx="10468800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800">
                <a:solidFill>
                  <a:schemeClr val="tx1"/>
                </a:solidFill>
              </a:rPr>
              <a:t>How-to guides</a:t>
            </a:r>
          </a:p>
        </p:txBody>
      </p:sp>
    </p:spTree>
    <p:extLst>
      <p:ext uri="{BB962C8B-B14F-4D97-AF65-F5344CB8AC3E}">
        <p14:creationId xmlns:p14="http://schemas.microsoft.com/office/powerpoint/2010/main" val="27695803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841D12F-B135-4159-C169-DE452BDD33E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3980554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841D12F-B135-4159-C169-DE452BDD33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" name="Group 37">
            <a:extLst>
              <a:ext uri="{FF2B5EF4-FFF2-40B4-BE49-F238E27FC236}">
                <a16:creationId xmlns:a16="http://schemas.microsoft.com/office/drawing/2014/main" id="{E140A25A-DF6B-4204-A597-8B53E195249D}"/>
              </a:ext>
            </a:extLst>
          </p:cNvPr>
          <p:cNvGrpSpPr/>
          <p:nvPr/>
        </p:nvGrpSpPr>
        <p:grpSpPr>
          <a:xfrm>
            <a:off x="3929620" y="1744763"/>
            <a:ext cx="4932000" cy="4680000"/>
            <a:chOff x="3166213" y="1744763"/>
            <a:chExt cx="4932000" cy="4680000"/>
          </a:xfrm>
        </p:grpSpPr>
        <p:sp>
          <p:nvSpPr>
            <p:cNvPr id="60" name="Rechteck 11">
              <a:extLst>
                <a:ext uri="{FF2B5EF4-FFF2-40B4-BE49-F238E27FC236}">
                  <a16:creationId xmlns:a16="http://schemas.microsoft.com/office/drawing/2014/main" id="{66BFFB58-8FD5-7D03-C728-2693A7416F77}"/>
                </a:ext>
              </a:extLst>
            </p:cNvPr>
            <p:cNvSpPr/>
            <p:nvPr/>
          </p:nvSpPr>
          <p:spPr>
            <a:xfrm>
              <a:off x="3166213" y="1744763"/>
              <a:ext cx="4932000" cy="4680000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  <a:effectLst>
              <a:outerShdw blurRad="226714" sx="101000" sy="101000" algn="ctr" rotWithShape="0">
                <a:prstClr val="black">
                  <a:alpha val="1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000" tIns="96000" rIns="96000" bIns="96000" rtlCol="0" anchor="t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67" b="0" i="0" u="none" strike="noStrike" kern="6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6D78C778-0E33-31FE-6EFA-63365FFCE0B0}"/>
                </a:ext>
              </a:extLst>
            </p:cNvPr>
            <p:cNvSpPr/>
            <p:nvPr/>
          </p:nvSpPr>
          <p:spPr>
            <a:xfrm>
              <a:off x="3262983" y="1845121"/>
              <a:ext cx="4738461" cy="4479284"/>
            </a:xfrm>
            <a:prstGeom prst="rect">
              <a:avLst/>
            </a:prstGeom>
            <a:solidFill>
              <a:srgbClr val="ECEC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rtl="0">
                <a:spcAft>
                  <a:spcPts val="600"/>
                </a:spcAft>
              </a:pPr>
              <a:endParaRPr lang="en-GB">
                <a:solidFill>
                  <a:schemeClr val="bg1"/>
                </a:solidFill>
              </a:endParaRP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305709E5-1E8C-E8CE-BA52-63EA88683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83979" y="1960763"/>
              <a:ext cx="4496469" cy="4248000"/>
            </a:xfrm>
            <a:prstGeom prst="rect">
              <a:avLst/>
            </a:prstGeom>
          </p:spPr>
        </p:pic>
      </p:grpSp>
      <p:sp>
        <p:nvSpPr>
          <p:cNvPr id="8" name="Title 7">
            <a:extLst>
              <a:ext uri="{FF2B5EF4-FFF2-40B4-BE49-F238E27FC236}">
                <a16:creationId xmlns:a16="http://schemas.microsoft.com/office/drawing/2014/main" id="{FD0790F1-7C15-85DF-E10C-820E24E9A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bbv Master layouts &amp; slide library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E07A0ADF-C71F-7A34-664B-C9837DE80F58}"/>
              </a:ext>
            </a:extLst>
          </p:cNvPr>
          <p:cNvSpPr txBox="1">
            <a:spLocks/>
          </p:cNvSpPr>
          <p:nvPr/>
        </p:nvSpPr>
        <p:spPr>
          <a:xfrm>
            <a:off x="428626" y="1530000"/>
            <a:ext cx="1692000" cy="4897788"/>
          </a:xfrm>
          <a:prstGeom prst="rect">
            <a:avLst/>
          </a:prstGeom>
          <a:solidFill>
            <a:schemeClr val="tx2"/>
          </a:solidFill>
        </p:spPr>
        <p:txBody>
          <a:bodyPr vert="horz" wrap="square" lIns="144000" tIns="144000" rIns="96000" bIns="192000" rtlCol="0" anchor="t" anchorCtr="0">
            <a:noAutofit/>
          </a:bodyPr>
          <a:lstStyle>
            <a:lvl1pPr marL="269081" indent="-26908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Font typeface="Arial" panose="020B0604020202020204" pitchFamily="34" charset="0"/>
              <a:buChar char="&gt;"/>
              <a:defRPr sz="1050" kern="600" spc="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972" indent="-26789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&gt;"/>
              <a:defRPr sz="1050" kern="600" spc="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0272" indent="-270272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ct val="150000"/>
              <a:buFontTx/>
              <a:buBlip>
                <a:blip r:embed="rId7"/>
              </a:buBlip>
              <a:defRPr sz="1050" kern="600" spc="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050" kern="600" spc="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050" b="1" kern="600" cap="none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050" kern="600" spc="30" baseline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 defTabSz="914377">
              <a:spcAft>
                <a:spcPts val="1600"/>
              </a:spcAft>
            </a:pPr>
            <a:r>
              <a:rPr lang="en-GB" sz="2100" b="1" kern="1200" spc="40">
                <a:solidFill>
                  <a:schemeClr val="bg1"/>
                </a:solidFill>
                <a:cs typeface="Arial" panose="020B0604020202020204" pitchFamily="34" charset="0"/>
              </a:rPr>
              <a:t>Insert new slide</a:t>
            </a:r>
          </a:p>
        </p:txBody>
      </p:sp>
      <p:sp>
        <p:nvSpPr>
          <p:cNvPr id="4" name="Rechteck 13">
            <a:extLst>
              <a:ext uri="{FF2B5EF4-FFF2-40B4-BE49-F238E27FC236}">
                <a16:creationId xmlns:a16="http://schemas.microsoft.com/office/drawing/2014/main" id="{3B89209E-4589-13C1-1A01-2A27C42F2E8B}"/>
              </a:ext>
            </a:extLst>
          </p:cNvPr>
          <p:cNvSpPr/>
          <p:nvPr/>
        </p:nvSpPr>
        <p:spPr>
          <a:xfrm>
            <a:off x="9313788" y="1744763"/>
            <a:ext cx="2448000" cy="900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396000" rIns="144000" bIns="0" rtlCol="0" anchor="t"/>
          <a:lstStyle/>
          <a:p>
            <a:pPr algn="ctr" defTabSz="914354">
              <a:lnSpc>
                <a:spcPct val="120000"/>
              </a:lnSpc>
              <a:spcAft>
                <a:spcPts val="1200"/>
              </a:spcAft>
            </a:pPr>
            <a:r>
              <a:rPr lang="en-GB" sz="1400" b="1">
                <a:solidFill>
                  <a:schemeClr val="tx1"/>
                </a:solidFill>
                <a:cs typeface="Arial" panose="020B0604020202020204" pitchFamily="34" charset="0"/>
              </a:rPr>
              <a:t>Click on «New Slide»</a:t>
            </a:r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7FA896A9-75E3-CF28-5EFA-F860576C746A}"/>
              </a:ext>
            </a:extLst>
          </p:cNvPr>
          <p:cNvSpPr txBox="1">
            <a:spLocks noChangeAspect="1"/>
          </p:cNvSpPr>
          <p:nvPr/>
        </p:nvSpPr>
        <p:spPr>
          <a:xfrm>
            <a:off x="10321788" y="1528763"/>
            <a:ext cx="432000" cy="4320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</a:ln>
        </p:spPr>
        <p:txBody>
          <a:bodyPr vert="horz" lIns="192000" tIns="192000" rIns="192000" bIns="192000" rtlCol="0" anchor="ctr" anchorCtr="0">
            <a:noAutofit/>
          </a:bodyPr>
          <a:lstStyle>
            <a:defPPr>
              <a:defRPr lang="de-DE"/>
            </a:defPPr>
            <a:lvl1pPr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90000"/>
              </a:lnSpc>
              <a:spcBef>
                <a:spcPts val="900"/>
              </a:spcBef>
              <a:buFontTx/>
              <a:buNone/>
              <a:defRPr sz="2000">
                <a:solidFill>
                  <a:schemeClr val="tx2"/>
                </a:solidFill>
              </a:defRPr>
            </a:lvl2pPr>
            <a:lvl3pPr marL="216000" indent="-2160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396000" indent="-18000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576000" indent="-1440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0" indent="0">
              <a:lnSpc>
                <a:spcPct val="90000"/>
              </a:lnSpc>
              <a:spcBef>
                <a:spcPts val="600"/>
              </a:spcBef>
              <a:buFontTx/>
              <a:buNone/>
              <a:defRPr sz="1400" b="1">
                <a:solidFill>
                  <a:schemeClr val="tx2"/>
                </a:solidFill>
              </a:defRPr>
            </a:lvl6pPr>
            <a:lvl7pPr marL="0" indent="0">
              <a:lnSpc>
                <a:spcPct val="90000"/>
              </a:lnSpc>
              <a:spcBef>
                <a:spcPts val="300"/>
              </a:spcBef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80000" indent="-180000">
              <a:lnSpc>
                <a:spcPct val="9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360000" indent="-18000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defTabSz="1219170">
              <a:spcBef>
                <a:spcPts val="1600"/>
              </a:spcBef>
              <a:defRPr/>
            </a:pPr>
            <a:r>
              <a:rPr lang="en-GB" sz="1800">
                <a:solidFill>
                  <a:prstClr val="white"/>
                </a:solidFill>
                <a:latin typeface="+mn-lt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7" name="Rechteck 13">
            <a:extLst>
              <a:ext uri="{FF2B5EF4-FFF2-40B4-BE49-F238E27FC236}">
                <a16:creationId xmlns:a16="http://schemas.microsoft.com/office/drawing/2014/main" id="{EBC95599-CBA1-4453-B6BD-FE23F06D949A}"/>
              </a:ext>
            </a:extLst>
          </p:cNvPr>
          <p:cNvSpPr/>
          <p:nvPr/>
        </p:nvSpPr>
        <p:spPr>
          <a:xfrm>
            <a:off x="9313788" y="3037087"/>
            <a:ext cx="2448000" cy="172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396000" rIns="144000" bIns="0" rtlCol="0" anchor="t"/>
          <a:lstStyle/>
          <a:p>
            <a:pPr algn="ctr" defTabSz="914354">
              <a:lnSpc>
                <a:spcPct val="120000"/>
              </a:lnSpc>
              <a:spcAft>
                <a:spcPts val="1200"/>
              </a:spcAft>
            </a:pPr>
            <a:r>
              <a:rPr lang="en-GB" sz="1400" b="1">
                <a:solidFill>
                  <a:schemeClr val="tx1"/>
                </a:solidFill>
                <a:cs typeface="Arial" panose="020B0604020202020204" pitchFamily="34" charset="0"/>
              </a:rPr>
              <a:t>Select layout</a:t>
            </a:r>
          </a:p>
          <a:p>
            <a:pPr algn="ctr" defTabSz="914354">
              <a:lnSpc>
                <a:spcPct val="12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  <a:cs typeface="Arial" panose="020B0604020202020204" pitchFamily="34" charset="0"/>
              </a:rPr>
              <a:t>Choose the desired layout from the pre-programmed master layouts.</a:t>
            </a:r>
          </a:p>
        </p:txBody>
      </p:sp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72304DA0-924A-DB02-67DE-E6FB6B6A18B7}"/>
              </a:ext>
            </a:extLst>
          </p:cNvPr>
          <p:cNvSpPr txBox="1">
            <a:spLocks noChangeAspect="1"/>
          </p:cNvSpPr>
          <p:nvPr/>
        </p:nvSpPr>
        <p:spPr>
          <a:xfrm>
            <a:off x="10321788" y="2821087"/>
            <a:ext cx="432000" cy="4320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</a:ln>
        </p:spPr>
        <p:txBody>
          <a:bodyPr vert="horz" lIns="192000" tIns="192000" rIns="192000" bIns="192000" rtlCol="0" anchor="ctr" anchorCtr="0">
            <a:noAutofit/>
          </a:bodyPr>
          <a:lstStyle>
            <a:defPPr>
              <a:defRPr lang="de-DE"/>
            </a:defPPr>
            <a:lvl1pPr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90000"/>
              </a:lnSpc>
              <a:spcBef>
                <a:spcPts val="900"/>
              </a:spcBef>
              <a:buFontTx/>
              <a:buNone/>
              <a:defRPr sz="2000">
                <a:solidFill>
                  <a:schemeClr val="tx2"/>
                </a:solidFill>
              </a:defRPr>
            </a:lvl2pPr>
            <a:lvl3pPr marL="216000" indent="-2160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396000" indent="-18000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576000" indent="-1440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0" indent="0">
              <a:lnSpc>
                <a:spcPct val="90000"/>
              </a:lnSpc>
              <a:spcBef>
                <a:spcPts val="600"/>
              </a:spcBef>
              <a:buFontTx/>
              <a:buNone/>
              <a:defRPr sz="1400" b="1">
                <a:solidFill>
                  <a:schemeClr val="tx2"/>
                </a:solidFill>
              </a:defRPr>
            </a:lvl6pPr>
            <a:lvl7pPr marL="0" indent="0">
              <a:lnSpc>
                <a:spcPct val="90000"/>
              </a:lnSpc>
              <a:spcBef>
                <a:spcPts val="300"/>
              </a:spcBef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80000" indent="-180000">
              <a:lnSpc>
                <a:spcPct val="9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360000" indent="-18000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defTabSz="1219170">
              <a:spcBef>
                <a:spcPts val="1600"/>
              </a:spcBef>
              <a:defRPr/>
            </a:pPr>
            <a:r>
              <a:rPr lang="en-GB" sz="1800">
                <a:solidFill>
                  <a:prstClr val="white"/>
                </a:solidFill>
                <a:latin typeface="+mn-lt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0" name="Rechteck 13">
            <a:extLst>
              <a:ext uri="{FF2B5EF4-FFF2-40B4-BE49-F238E27FC236}">
                <a16:creationId xmlns:a16="http://schemas.microsoft.com/office/drawing/2014/main" id="{FF2255DC-5F79-8DC2-B761-1D7099A50917}"/>
              </a:ext>
            </a:extLst>
          </p:cNvPr>
          <p:cNvSpPr/>
          <p:nvPr/>
        </p:nvSpPr>
        <p:spPr>
          <a:xfrm>
            <a:off x="9313788" y="5163295"/>
            <a:ext cx="2448000" cy="126449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396000" rIns="144000" bIns="0" rtlCol="0" anchor="t"/>
          <a:lstStyle/>
          <a:p>
            <a:pPr algn="ctr" defTabSz="914354">
              <a:lnSpc>
                <a:spcPct val="120000"/>
              </a:lnSpc>
              <a:spcAft>
                <a:spcPts val="1200"/>
              </a:spcAft>
            </a:pPr>
            <a:r>
              <a:rPr lang="en-GB" sz="1400" b="1">
                <a:solidFill>
                  <a:schemeClr val="tx1"/>
                </a:solidFill>
                <a:cs typeface="Arial" panose="020B0604020202020204" pitchFamily="34" charset="0"/>
              </a:rPr>
              <a:t>Or select layout from slide library</a:t>
            </a:r>
          </a:p>
        </p:txBody>
      </p:sp>
      <p:sp>
        <p:nvSpPr>
          <p:cNvPr id="21" name="Textplatzhalter 2">
            <a:extLst>
              <a:ext uri="{FF2B5EF4-FFF2-40B4-BE49-F238E27FC236}">
                <a16:creationId xmlns:a16="http://schemas.microsoft.com/office/drawing/2014/main" id="{A612A30E-E4D4-7DA6-B1CD-62C76EA1BBDE}"/>
              </a:ext>
            </a:extLst>
          </p:cNvPr>
          <p:cNvSpPr txBox="1">
            <a:spLocks noChangeAspect="1"/>
          </p:cNvSpPr>
          <p:nvPr/>
        </p:nvSpPr>
        <p:spPr>
          <a:xfrm>
            <a:off x="10321788" y="4947295"/>
            <a:ext cx="432000" cy="432000"/>
          </a:xfrm>
          <a:prstGeom prst="ellipse">
            <a:avLst/>
          </a:prstGeom>
          <a:solidFill>
            <a:srgbClr val="F5AD33"/>
          </a:solidFill>
          <a:ln w="38100">
            <a:solidFill>
              <a:schemeClr val="bg1"/>
            </a:solidFill>
          </a:ln>
        </p:spPr>
        <p:txBody>
          <a:bodyPr vert="horz" lIns="192000" tIns="192000" rIns="192000" bIns="192000" rtlCol="0" anchor="ctr" anchorCtr="0">
            <a:noAutofit/>
          </a:bodyPr>
          <a:lstStyle>
            <a:defPPr>
              <a:defRPr lang="de-DE"/>
            </a:defPPr>
            <a:lvl1pPr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90000"/>
              </a:lnSpc>
              <a:spcBef>
                <a:spcPts val="900"/>
              </a:spcBef>
              <a:buFontTx/>
              <a:buNone/>
              <a:defRPr sz="2000">
                <a:solidFill>
                  <a:schemeClr val="tx2"/>
                </a:solidFill>
              </a:defRPr>
            </a:lvl2pPr>
            <a:lvl3pPr marL="216000" indent="-2160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396000" indent="-18000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576000" indent="-1440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0" indent="0">
              <a:lnSpc>
                <a:spcPct val="90000"/>
              </a:lnSpc>
              <a:spcBef>
                <a:spcPts val="600"/>
              </a:spcBef>
              <a:buFontTx/>
              <a:buNone/>
              <a:defRPr sz="1400" b="1">
                <a:solidFill>
                  <a:schemeClr val="tx2"/>
                </a:solidFill>
              </a:defRPr>
            </a:lvl6pPr>
            <a:lvl7pPr marL="0" indent="0">
              <a:lnSpc>
                <a:spcPct val="90000"/>
              </a:lnSpc>
              <a:spcBef>
                <a:spcPts val="300"/>
              </a:spcBef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80000" indent="-180000">
              <a:lnSpc>
                <a:spcPct val="9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360000" indent="-18000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defTabSz="1219170">
              <a:spcBef>
                <a:spcPts val="1600"/>
              </a:spcBef>
              <a:defRPr/>
            </a:pPr>
            <a:r>
              <a:rPr lang="en-GB" sz="1800">
                <a:solidFill>
                  <a:prstClr val="white"/>
                </a:solidFill>
                <a:latin typeface="+mn-lt"/>
                <a:cs typeface="Arial" panose="020B0604020202020204" pitchFamily="34" charset="0"/>
                <a:sym typeface="Wingdings" pitchFamily="2" charset="2"/>
              </a:rPr>
              <a:t></a:t>
            </a:r>
            <a:endParaRPr lang="en-GB" sz="1800">
              <a:solidFill>
                <a:prstClr val="white"/>
              </a:solidFill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23" name="Gerade Verbindung mit Pfeil 94">
            <a:extLst>
              <a:ext uri="{FF2B5EF4-FFF2-40B4-BE49-F238E27FC236}">
                <a16:creationId xmlns:a16="http://schemas.microsoft.com/office/drawing/2014/main" id="{600C8158-7970-68D0-E564-9286CE57AF73}"/>
              </a:ext>
            </a:extLst>
          </p:cNvPr>
          <p:cNvCxnSpPr>
            <a:cxnSpLocks/>
          </p:cNvCxnSpPr>
          <p:nvPr/>
        </p:nvCxnSpPr>
        <p:spPr bwMode="auto">
          <a:xfrm flipH="1">
            <a:off x="3025123" y="4015522"/>
            <a:ext cx="828000" cy="0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94">
            <a:extLst>
              <a:ext uri="{FF2B5EF4-FFF2-40B4-BE49-F238E27FC236}">
                <a16:creationId xmlns:a16="http://schemas.microsoft.com/office/drawing/2014/main" id="{399D6B8C-70D2-0771-4A64-11C150251EB3}"/>
              </a:ext>
            </a:extLst>
          </p:cNvPr>
          <p:cNvCxnSpPr>
            <a:cxnSpLocks/>
          </p:cNvCxnSpPr>
          <p:nvPr/>
        </p:nvCxnSpPr>
        <p:spPr bwMode="auto">
          <a:xfrm flipV="1">
            <a:off x="3025123" y="3612089"/>
            <a:ext cx="0" cy="806866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4A6FAE0-CE55-558F-3770-DADDC918E9DC}"/>
              </a:ext>
            </a:extLst>
          </p:cNvPr>
          <p:cNvGrpSpPr/>
          <p:nvPr/>
        </p:nvGrpSpPr>
        <p:grpSpPr>
          <a:xfrm>
            <a:off x="2284793" y="2235503"/>
            <a:ext cx="1480660" cy="1376586"/>
            <a:chOff x="3710656" y="1233493"/>
            <a:chExt cx="1480660" cy="1376586"/>
          </a:xfrm>
        </p:grpSpPr>
        <p:sp>
          <p:nvSpPr>
            <p:cNvPr id="3" name="Rechteck 11">
              <a:extLst>
                <a:ext uri="{FF2B5EF4-FFF2-40B4-BE49-F238E27FC236}">
                  <a16:creationId xmlns:a16="http://schemas.microsoft.com/office/drawing/2014/main" id="{25C695CD-F4D3-B5D6-CC21-4947CEDC371D}"/>
                </a:ext>
              </a:extLst>
            </p:cNvPr>
            <p:cNvSpPr/>
            <p:nvPr/>
          </p:nvSpPr>
          <p:spPr>
            <a:xfrm>
              <a:off x="3710656" y="1233493"/>
              <a:ext cx="1480660" cy="1376586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  <a:effectLst>
              <a:outerShdw blurRad="226714" sx="101000" sy="101000" algn="ctr" rotWithShape="0">
                <a:prstClr val="black">
                  <a:alpha val="1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000" tIns="96000" rIns="96000" bIns="96000" rtlCol="0" anchor="t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67" b="0" i="0" u="none" strike="noStrike" kern="6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D01EDA7-3A65-7418-833F-DDAC448B0812}"/>
                </a:ext>
              </a:extLst>
            </p:cNvPr>
            <p:cNvGrpSpPr/>
            <p:nvPr/>
          </p:nvGrpSpPr>
          <p:grpSpPr>
            <a:xfrm>
              <a:off x="3806711" y="1327786"/>
              <a:ext cx="1282285" cy="1188000"/>
              <a:chOff x="2276093" y="1317468"/>
              <a:chExt cx="1282285" cy="118800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0433C84E-3670-660D-0B6D-67F1811E6F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76093" y="1317468"/>
                <a:ext cx="1282285" cy="1188000"/>
              </a:xfrm>
              <a:prstGeom prst="rect">
                <a:avLst/>
              </a:prstGeom>
            </p:spPr>
          </p:pic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4145823-376A-9FB6-2137-BC07CEAFD637}"/>
                  </a:ext>
                </a:extLst>
              </p:cNvPr>
              <p:cNvSpPr/>
              <p:nvPr/>
            </p:nvSpPr>
            <p:spPr>
              <a:xfrm>
                <a:off x="2295919" y="1628800"/>
                <a:ext cx="468000" cy="720000"/>
              </a:xfrm>
              <a:prstGeom prst="rect">
                <a:avLst/>
              </a:prstGeom>
              <a:solidFill>
                <a:srgbClr val="F8C166">
                  <a:alpha val="18793"/>
                </a:srgbClr>
              </a:solidFill>
              <a:ln w="28575">
                <a:solidFill>
                  <a:srgbClr val="F398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Arial" panose="020B0604020202020204" pitchFamily="34" charset="0"/>
                </a:endParaRPr>
              </a:p>
            </p:txBody>
          </p:sp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5064DA42-DF09-BBE6-6A77-D2D92C100BA7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2720799" y="1841269"/>
                <a:ext cx="295062" cy="295062"/>
              </a:xfrm>
              <a:prstGeom prst="ellipse">
                <a:avLst/>
              </a:prstGeom>
              <a:solidFill>
                <a:schemeClr val="tx2"/>
              </a:solidFill>
              <a:ln w="38100">
                <a:solidFill>
                  <a:schemeClr val="bg1"/>
                </a:solidFill>
              </a:ln>
            </p:spPr>
            <p:txBody>
              <a:bodyPr vert="horz" lIns="0" tIns="0" rIns="0" bIns="0" rtlCol="0" anchor="ctr" anchorCtr="0">
                <a:noAutofit/>
              </a:bodyPr>
              <a:lstStyle>
                <a:defPPr>
                  <a:defRPr lang="de-DE"/>
                </a:defPPr>
                <a:lvl1pPr indent="0" algn="ctr">
                  <a:lnSpc>
                    <a:spcPct val="90000"/>
                  </a:lnSpc>
                  <a:spcBef>
                    <a:spcPts val="1200"/>
                  </a:spcBef>
                  <a:spcAft>
                    <a:spcPts val="0"/>
                  </a:spcAft>
                  <a:buFontTx/>
                  <a:buNone/>
                  <a:defRPr sz="2000" b="1">
                    <a:solidFill>
                      <a:schemeClr val="bg1"/>
                    </a:solidFill>
                    <a:latin typeface="+mj-lt"/>
                  </a:defRPr>
                </a:lvl1pPr>
                <a:lvl2pPr marL="0" indent="0">
                  <a:lnSpc>
                    <a:spcPct val="90000"/>
                  </a:lnSpc>
                  <a:spcBef>
                    <a:spcPts val="900"/>
                  </a:spcBef>
                  <a:buFontTx/>
                  <a:buNone/>
                  <a:defRPr sz="2000">
                    <a:solidFill>
                      <a:schemeClr val="tx2"/>
                    </a:solidFill>
                  </a:defRPr>
                </a:lvl2pPr>
                <a:lvl3pPr marL="216000" indent="-216000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3pPr>
                <a:lvl4pPr marL="396000" indent="-180000">
                  <a:lnSpc>
                    <a:spcPct val="90000"/>
                  </a:lnSpc>
                  <a:spcBef>
                    <a:spcPts val="300"/>
                  </a:spcBef>
                  <a:buFont typeface="Arial" panose="020B0604020202020204" pitchFamily="34" charset="0"/>
                  <a:buChar char="•"/>
                  <a:defRPr sz="16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4pPr>
                <a:lvl5pPr marL="576000" indent="-144000">
                  <a:lnSpc>
                    <a:spcPct val="90000"/>
                  </a:lnSpc>
                  <a:spcBef>
                    <a:spcPts val="100"/>
                  </a:spcBef>
                  <a:buFont typeface="Arial" panose="020B0604020202020204" pitchFamily="34" charset="0"/>
                  <a:buChar char="•"/>
                  <a:defRPr sz="16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5pPr>
                <a:lvl6pPr marL="0" indent="0">
                  <a:lnSpc>
                    <a:spcPct val="90000"/>
                  </a:lnSpc>
                  <a:spcBef>
                    <a:spcPts val="600"/>
                  </a:spcBef>
                  <a:buFontTx/>
                  <a:buNone/>
                  <a:defRPr sz="1400" b="1">
                    <a:solidFill>
                      <a:schemeClr val="tx2"/>
                    </a:solidFill>
                  </a:defRPr>
                </a:lvl6pPr>
                <a:lvl7pPr marL="0" indent="0">
                  <a:lnSpc>
                    <a:spcPct val="90000"/>
                  </a:lnSpc>
                  <a:spcBef>
                    <a:spcPts val="300"/>
                  </a:spcBef>
                  <a:buFontTx/>
                  <a:buNone/>
                  <a:defRPr sz="14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7pPr>
                <a:lvl8pPr marL="180000" indent="-180000">
                  <a:lnSpc>
                    <a:spcPct val="90000"/>
                  </a:lnSpc>
                  <a:spcBef>
                    <a:spcPts val="200"/>
                  </a:spcBef>
                  <a:buFont typeface="Arial" panose="020B0604020202020204" pitchFamily="34" charset="0"/>
                  <a:buChar char="•"/>
                  <a:defRPr sz="14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8pPr>
                <a:lvl9pPr marL="360000" indent="-180000">
                  <a:lnSpc>
                    <a:spcPct val="9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12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9pPr>
              </a:lstStyle>
              <a:p>
                <a:pPr defTabSz="1219170">
                  <a:spcBef>
                    <a:spcPts val="1600"/>
                  </a:spcBef>
                  <a:defRPr/>
                </a:pPr>
                <a:r>
                  <a:rPr lang="en-GB" sz="1200">
                    <a:solidFill>
                      <a:prstClr val="white"/>
                    </a:solidFill>
                    <a:latin typeface="+mn-lt"/>
                    <a:cs typeface="Arial" panose="020B0604020202020204" pitchFamily="34" charset="0"/>
                  </a:rPr>
                  <a:t>1</a:t>
                </a:r>
              </a:p>
            </p:txBody>
          </p:sp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1E9E50D-7719-B2AE-6C2F-6F05036464CC}"/>
              </a:ext>
            </a:extLst>
          </p:cNvPr>
          <p:cNvGrpSpPr/>
          <p:nvPr/>
        </p:nvGrpSpPr>
        <p:grpSpPr>
          <a:xfrm>
            <a:off x="2284793" y="4418955"/>
            <a:ext cx="1480660" cy="1376586"/>
            <a:chOff x="5496573" y="1233493"/>
            <a:chExt cx="1480660" cy="1376586"/>
          </a:xfrm>
        </p:grpSpPr>
        <p:sp>
          <p:nvSpPr>
            <p:cNvPr id="25" name="Rechteck 11">
              <a:extLst>
                <a:ext uri="{FF2B5EF4-FFF2-40B4-BE49-F238E27FC236}">
                  <a16:creationId xmlns:a16="http://schemas.microsoft.com/office/drawing/2014/main" id="{55704649-5C21-96CF-504B-48F20679D37B}"/>
                </a:ext>
              </a:extLst>
            </p:cNvPr>
            <p:cNvSpPr/>
            <p:nvPr/>
          </p:nvSpPr>
          <p:spPr>
            <a:xfrm>
              <a:off x="5496573" y="1233493"/>
              <a:ext cx="1480660" cy="1376586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  <a:effectLst>
              <a:outerShdw blurRad="226714" sx="101000" sy="101000" algn="ctr" rotWithShape="0">
                <a:prstClr val="black">
                  <a:alpha val="1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000" tIns="96000" rIns="96000" bIns="96000" rtlCol="0" anchor="t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67" b="0" i="0" u="none" strike="noStrike" kern="6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A817715-965A-F94A-2E07-67B11E6E2927}"/>
                </a:ext>
              </a:extLst>
            </p:cNvPr>
            <p:cNvGrpSpPr/>
            <p:nvPr/>
          </p:nvGrpSpPr>
          <p:grpSpPr>
            <a:xfrm>
              <a:off x="5592628" y="1327786"/>
              <a:ext cx="1282285" cy="1188000"/>
              <a:chOff x="5592628" y="1327786"/>
              <a:chExt cx="1282285" cy="1188000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22C3C041-DAE2-78DD-E7BF-C0D86E5D5A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592628" y="1327786"/>
                <a:ext cx="1282285" cy="1188000"/>
              </a:xfrm>
              <a:prstGeom prst="rect">
                <a:avLst/>
              </a:prstGeom>
            </p:spPr>
          </p:pic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481AE7A-6640-B3C7-115A-E468ECA62952}"/>
                  </a:ext>
                </a:extLst>
              </p:cNvPr>
              <p:cNvSpPr/>
              <p:nvPr/>
            </p:nvSpPr>
            <p:spPr>
              <a:xfrm>
                <a:off x="6037334" y="1628189"/>
                <a:ext cx="744012" cy="240684"/>
              </a:xfrm>
              <a:prstGeom prst="rect">
                <a:avLst/>
              </a:prstGeom>
              <a:solidFill>
                <a:srgbClr val="F8C166">
                  <a:alpha val="18793"/>
                </a:srgbClr>
              </a:solidFill>
              <a:ln w="28575">
                <a:solidFill>
                  <a:srgbClr val="F398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Arial" panose="020B0604020202020204" pitchFamily="34" charset="0"/>
                </a:endParaRPr>
              </a:p>
            </p:txBody>
          </p:sp>
          <p:sp>
            <p:nvSpPr>
              <p:cNvPr id="30" name="Textplatzhalter 2">
                <a:extLst>
                  <a:ext uri="{FF2B5EF4-FFF2-40B4-BE49-F238E27FC236}">
                    <a16:creationId xmlns:a16="http://schemas.microsoft.com/office/drawing/2014/main" id="{0A95A5DF-67E4-0D20-273A-BB428179FB2E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6447503" y="1840316"/>
                <a:ext cx="295062" cy="295062"/>
              </a:xfrm>
              <a:prstGeom prst="ellipse">
                <a:avLst/>
              </a:prstGeom>
              <a:solidFill>
                <a:schemeClr val="tx2"/>
              </a:solidFill>
              <a:ln w="38100">
                <a:solidFill>
                  <a:schemeClr val="bg1"/>
                </a:solidFill>
              </a:ln>
            </p:spPr>
            <p:txBody>
              <a:bodyPr vert="horz" lIns="0" tIns="0" rIns="0" bIns="0" rtlCol="0" anchor="ctr" anchorCtr="0">
                <a:noAutofit/>
              </a:bodyPr>
              <a:lstStyle>
                <a:defPPr>
                  <a:defRPr lang="de-DE"/>
                </a:defPPr>
                <a:lvl1pPr indent="0" algn="ctr">
                  <a:lnSpc>
                    <a:spcPct val="90000"/>
                  </a:lnSpc>
                  <a:spcBef>
                    <a:spcPts val="1200"/>
                  </a:spcBef>
                  <a:spcAft>
                    <a:spcPts val="0"/>
                  </a:spcAft>
                  <a:buFontTx/>
                  <a:buNone/>
                  <a:defRPr sz="2000" b="1">
                    <a:solidFill>
                      <a:schemeClr val="bg1"/>
                    </a:solidFill>
                    <a:latin typeface="+mj-lt"/>
                  </a:defRPr>
                </a:lvl1pPr>
                <a:lvl2pPr marL="0" indent="0">
                  <a:lnSpc>
                    <a:spcPct val="90000"/>
                  </a:lnSpc>
                  <a:spcBef>
                    <a:spcPts val="900"/>
                  </a:spcBef>
                  <a:buFontTx/>
                  <a:buNone/>
                  <a:defRPr sz="2000">
                    <a:solidFill>
                      <a:schemeClr val="tx2"/>
                    </a:solidFill>
                  </a:defRPr>
                </a:lvl2pPr>
                <a:lvl3pPr marL="216000" indent="-216000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3pPr>
                <a:lvl4pPr marL="396000" indent="-180000">
                  <a:lnSpc>
                    <a:spcPct val="90000"/>
                  </a:lnSpc>
                  <a:spcBef>
                    <a:spcPts val="300"/>
                  </a:spcBef>
                  <a:buFont typeface="Arial" panose="020B0604020202020204" pitchFamily="34" charset="0"/>
                  <a:buChar char="•"/>
                  <a:defRPr sz="16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4pPr>
                <a:lvl5pPr marL="576000" indent="-144000">
                  <a:lnSpc>
                    <a:spcPct val="90000"/>
                  </a:lnSpc>
                  <a:spcBef>
                    <a:spcPts val="100"/>
                  </a:spcBef>
                  <a:buFont typeface="Arial" panose="020B0604020202020204" pitchFamily="34" charset="0"/>
                  <a:buChar char="•"/>
                  <a:defRPr sz="16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5pPr>
                <a:lvl6pPr marL="0" indent="0">
                  <a:lnSpc>
                    <a:spcPct val="90000"/>
                  </a:lnSpc>
                  <a:spcBef>
                    <a:spcPts val="600"/>
                  </a:spcBef>
                  <a:buFontTx/>
                  <a:buNone/>
                  <a:defRPr sz="1400" b="1">
                    <a:solidFill>
                      <a:schemeClr val="tx2"/>
                    </a:solidFill>
                  </a:defRPr>
                </a:lvl6pPr>
                <a:lvl7pPr marL="0" indent="0">
                  <a:lnSpc>
                    <a:spcPct val="90000"/>
                  </a:lnSpc>
                  <a:spcBef>
                    <a:spcPts val="300"/>
                  </a:spcBef>
                  <a:buFontTx/>
                  <a:buNone/>
                  <a:defRPr sz="14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7pPr>
                <a:lvl8pPr marL="180000" indent="-180000">
                  <a:lnSpc>
                    <a:spcPct val="90000"/>
                  </a:lnSpc>
                  <a:spcBef>
                    <a:spcPts val="200"/>
                  </a:spcBef>
                  <a:buFont typeface="Arial" panose="020B0604020202020204" pitchFamily="34" charset="0"/>
                  <a:buChar char="•"/>
                  <a:defRPr sz="14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8pPr>
                <a:lvl9pPr marL="360000" indent="-180000">
                  <a:lnSpc>
                    <a:spcPct val="9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12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9pPr>
              </a:lstStyle>
              <a:p>
                <a:pPr defTabSz="1219170">
                  <a:spcBef>
                    <a:spcPts val="1600"/>
                  </a:spcBef>
                  <a:defRPr/>
                </a:pPr>
                <a:r>
                  <a:rPr lang="en-GB" sz="1200">
                    <a:solidFill>
                      <a:prstClr val="white"/>
                    </a:solidFill>
                    <a:latin typeface="+mn-lt"/>
                    <a:cs typeface="Arial" panose="020B0604020202020204" pitchFamily="34" charset="0"/>
                  </a:rPr>
                  <a:t>2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095280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6CFD4542-45ED-720C-8ACF-AD962074A42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361412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6CFD4542-45ED-720C-8ACF-AD962074A4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eck 13">
            <a:extLst>
              <a:ext uri="{FF2B5EF4-FFF2-40B4-BE49-F238E27FC236}">
                <a16:creationId xmlns:a16="http://schemas.microsoft.com/office/drawing/2014/main" id="{6F12B9C0-DE97-B8F1-9BD1-CDC1F881498C}"/>
              </a:ext>
            </a:extLst>
          </p:cNvPr>
          <p:cNvSpPr/>
          <p:nvPr/>
        </p:nvSpPr>
        <p:spPr>
          <a:xfrm>
            <a:off x="431999" y="1744763"/>
            <a:ext cx="2556000" cy="46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396000" rIns="144000" bIns="0" rtlCol="0" anchor="t"/>
          <a:lstStyle/>
          <a:p>
            <a:pPr algn="ctr" defTabSz="914354">
              <a:lnSpc>
                <a:spcPct val="120000"/>
              </a:lnSpc>
              <a:spcAft>
                <a:spcPts val="1200"/>
              </a:spcAft>
            </a:pPr>
            <a:r>
              <a:rPr lang="en-GB" sz="1400" b="1">
                <a:solidFill>
                  <a:schemeClr val="tx1"/>
                </a:solidFill>
                <a:cs typeface="Arial" panose="020B0604020202020204" pitchFamily="34" charset="0"/>
              </a:rPr>
              <a:t>Insert original slide</a:t>
            </a:r>
          </a:p>
          <a:p>
            <a:pPr marL="216000" indent="-216000" defTabSz="914354">
              <a:lnSpc>
                <a:spcPct val="12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GB" sz="1400">
                <a:solidFill>
                  <a:schemeClr val="tx1"/>
                </a:solidFill>
                <a:cs typeface="Arial" panose="020B0604020202020204" pitchFamily="34" charset="0"/>
              </a:rPr>
              <a:t>Copy slide in original presentation with Ctrl+C.</a:t>
            </a:r>
          </a:p>
          <a:p>
            <a:pPr marL="216000" indent="-216000" defTabSz="914354">
              <a:lnSpc>
                <a:spcPct val="12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GB" sz="1400">
                <a:solidFill>
                  <a:schemeClr val="tx1"/>
                </a:solidFill>
                <a:cs typeface="Arial" panose="020B0604020202020204" pitchFamily="34" charset="0"/>
              </a:rPr>
              <a:t>In the target presentation, select the slide after which the original slide is to be inserted.</a:t>
            </a:r>
          </a:p>
          <a:p>
            <a:pPr marL="216000" indent="-216000" defTabSz="914354">
              <a:lnSpc>
                <a:spcPct val="12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GB" sz="1400">
                <a:solidFill>
                  <a:schemeClr val="tx1"/>
                </a:solidFill>
                <a:cs typeface="Arial" panose="020B0604020202020204" pitchFamily="34" charset="0"/>
              </a:rPr>
              <a:t>Select in the tab «Home / Paste / Use Destination Theme».</a:t>
            </a:r>
          </a:p>
        </p:txBody>
      </p:sp>
      <p:sp>
        <p:nvSpPr>
          <p:cNvPr id="57" name="Rechteck 13">
            <a:extLst>
              <a:ext uri="{FF2B5EF4-FFF2-40B4-BE49-F238E27FC236}">
                <a16:creationId xmlns:a16="http://schemas.microsoft.com/office/drawing/2014/main" id="{413AE714-D606-F5FC-7C9C-CAB2AADE0305}"/>
              </a:ext>
            </a:extLst>
          </p:cNvPr>
          <p:cNvSpPr/>
          <p:nvPr/>
        </p:nvSpPr>
        <p:spPr>
          <a:xfrm>
            <a:off x="3355376" y="1744763"/>
            <a:ext cx="2556000" cy="46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396000" rIns="144000" bIns="0" rtlCol="0" anchor="t"/>
          <a:lstStyle/>
          <a:p>
            <a:pPr algn="ctr" defTabSz="914354">
              <a:lnSpc>
                <a:spcPct val="120000"/>
              </a:lnSpc>
              <a:spcAft>
                <a:spcPts val="1200"/>
              </a:spcAft>
            </a:pPr>
            <a:r>
              <a:rPr lang="en-GB" sz="1400" b="1">
                <a:solidFill>
                  <a:schemeClr val="tx1"/>
                </a:solidFill>
                <a:cs typeface="Arial" panose="020B0604020202020204" pitchFamily="34" charset="0"/>
              </a:rPr>
              <a:t>Assign slide layout</a:t>
            </a:r>
          </a:p>
          <a:p>
            <a:pPr marL="216000" indent="-216000" defTabSz="914354">
              <a:lnSpc>
                <a:spcPct val="12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GB" sz="1400">
                <a:solidFill>
                  <a:schemeClr val="tx1"/>
                </a:solidFill>
                <a:cs typeface="Arial" panose="020B0604020202020204" pitchFamily="34" charset="0"/>
              </a:rPr>
              <a:t>Select the inserted slide</a:t>
            </a:r>
          </a:p>
          <a:p>
            <a:pPr marL="216000" indent="-216000" defTabSz="914354">
              <a:lnSpc>
                <a:spcPct val="12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GB" sz="1400">
                <a:solidFill>
                  <a:schemeClr val="tx1"/>
                </a:solidFill>
                <a:cs typeface="Arial" panose="020B0604020202020204" pitchFamily="34" charset="0"/>
              </a:rPr>
              <a:t>Select the desired layout in the tab «Home / Layout».</a:t>
            </a:r>
          </a:p>
        </p:txBody>
      </p:sp>
      <p:sp>
        <p:nvSpPr>
          <p:cNvPr id="58" name="Rechteck 13">
            <a:extLst>
              <a:ext uri="{FF2B5EF4-FFF2-40B4-BE49-F238E27FC236}">
                <a16:creationId xmlns:a16="http://schemas.microsoft.com/office/drawing/2014/main" id="{09437636-12D5-9F3F-EBAD-EFFE9239E6A3}"/>
              </a:ext>
            </a:extLst>
          </p:cNvPr>
          <p:cNvSpPr/>
          <p:nvPr/>
        </p:nvSpPr>
        <p:spPr>
          <a:xfrm>
            <a:off x="6278753" y="1744763"/>
            <a:ext cx="2556000" cy="46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396000" rIns="144000" bIns="0" rtlCol="0" anchor="t"/>
          <a:lstStyle/>
          <a:p>
            <a:pPr algn="ctr" defTabSz="914354">
              <a:lnSpc>
                <a:spcPct val="120000"/>
              </a:lnSpc>
              <a:spcAft>
                <a:spcPts val="1200"/>
              </a:spcAft>
            </a:pPr>
            <a:r>
              <a:rPr lang="en-GB" sz="1400" b="1">
                <a:solidFill>
                  <a:schemeClr val="tx1"/>
                </a:solidFill>
                <a:cs typeface="Arial" panose="020B0604020202020204" pitchFamily="34" charset="0"/>
              </a:rPr>
              <a:t>Adjust slide manually</a:t>
            </a:r>
          </a:p>
          <a:p>
            <a:pPr marL="216000" indent="-216000" defTabSz="914354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400">
                <a:solidFill>
                  <a:schemeClr val="tx1"/>
                </a:solidFill>
                <a:cs typeface="Arial" panose="020B0604020202020204" pitchFamily="34" charset="0"/>
              </a:rPr>
              <a:t>Check all slide contents such as text blocks, images, etc. for position and size and manually adjust them to the new layout grid.</a:t>
            </a:r>
          </a:p>
        </p:txBody>
      </p:sp>
      <p:sp>
        <p:nvSpPr>
          <p:cNvPr id="59" name="Rechteck 13">
            <a:extLst>
              <a:ext uri="{FF2B5EF4-FFF2-40B4-BE49-F238E27FC236}">
                <a16:creationId xmlns:a16="http://schemas.microsoft.com/office/drawing/2014/main" id="{AA38C107-AE0F-D797-3F89-D09E50D2266F}"/>
              </a:ext>
            </a:extLst>
          </p:cNvPr>
          <p:cNvSpPr/>
          <p:nvPr/>
        </p:nvSpPr>
        <p:spPr>
          <a:xfrm>
            <a:off x="9202130" y="1744763"/>
            <a:ext cx="2556000" cy="46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396000" rIns="144000" bIns="0" rtlCol="0" anchor="t"/>
          <a:lstStyle/>
          <a:p>
            <a:pPr algn="ctr" defTabSz="914354">
              <a:lnSpc>
                <a:spcPct val="120000"/>
              </a:lnSpc>
              <a:spcAft>
                <a:spcPts val="1200"/>
              </a:spcAft>
            </a:pPr>
            <a:r>
              <a:rPr lang="en-GB" sz="1400" b="1">
                <a:solidFill>
                  <a:schemeClr val="tx1"/>
                </a:solidFill>
                <a:cs typeface="Arial" panose="020B0604020202020204" pitchFamily="34" charset="0"/>
              </a:rPr>
              <a:t>Check design</a:t>
            </a:r>
          </a:p>
          <a:p>
            <a:pPr defTabSz="914354">
              <a:lnSpc>
                <a:spcPct val="12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  <a:cs typeface="Arial" panose="020B0604020202020204" pitchFamily="34" charset="0"/>
              </a:rPr>
              <a:t>Independently check:</a:t>
            </a:r>
          </a:p>
          <a:p>
            <a:pPr marL="216000" indent="-216000" defTabSz="914354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400">
                <a:solidFill>
                  <a:schemeClr val="tx1"/>
                </a:solidFill>
                <a:cs typeface="Arial" panose="020B0604020202020204" pitchFamily="34" charset="0"/>
              </a:rPr>
              <a:t>Font type, sizes and font colours</a:t>
            </a:r>
          </a:p>
          <a:p>
            <a:pPr marL="216000" indent="-216000" defTabSz="914354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400">
                <a:solidFill>
                  <a:schemeClr val="tx1"/>
                </a:solidFill>
                <a:cs typeface="Arial" panose="020B0604020202020204" pitchFamily="34" charset="0"/>
              </a:rPr>
              <a:t>Colours of graphic elements</a:t>
            </a:r>
          </a:p>
          <a:p>
            <a:pPr marL="216000" indent="-216000" defTabSz="914354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400">
                <a:solidFill>
                  <a:schemeClr val="tx1"/>
                </a:solidFill>
                <a:cs typeface="Arial" panose="020B0604020202020204" pitchFamily="34" charset="0"/>
              </a:rPr>
              <a:t>Text alignment</a:t>
            </a:r>
          </a:p>
          <a:p>
            <a:pPr marL="216000" indent="-216000" defTabSz="914354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400">
                <a:solidFill>
                  <a:schemeClr val="tx1"/>
                </a:solidFill>
                <a:cs typeface="Arial" panose="020B0604020202020204" pitchFamily="34" charset="0"/>
              </a:rPr>
              <a:t>Coherence of the overall picture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8F6977D-70CC-5A99-A04C-A6FF969B6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0"/>
            <a:ext cx="10461288" cy="1098000"/>
          </a:xfrm>
        </p:spPr>
        <p:txBody>
          <a:bodyPr vert="horz"/>
          <a:lstStyle/>
          <a:p>
            <a:r>
              <a:rPr lang="en-GB">
                <a:cs typeface="Arial" panose="020B0604020202020204" pitchFamily="34" charset="0"/>
              </a:rPr>
              <a:t>Transfer of existing slides into the new Master</a:t>
            </a:r>
          </a:p>
        </p:txBody>
      </p:sp>
      <p:sp>
        <p:nvSpPr>
          <p:cNvPr id="26" name="Textplatzhalter 2">
            <a:extLst>
              <a:ext uri="{FF2B5EF4-FFF2-40B4-BE49-F238E27FC236}">
                <a16:creationId xmlns:a16="http://schemas.microsoft.com/office/drawing/2014/main" id="{B44F42DF-D404-5AAD-039D-CFD21374E730}"/>
              </a:ext>
            </a:extLst>
          </p:cNvPr>
          <p:cNvSpPr txBox="1">
            <a:spLocks noChangeAspect="1"/>
          </p:cNvSpPr>
          <p:nvPr/>
        </p:nvSpPr>
        <p:spPr>
          <a:xfrm>
            <a:off x="1493999" y="1528763"/>
            <a:ext cx="432000" cy="4320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</a:ln>
        </p:spPr>
        <p:txBody>
          <a:bodyPr vert="horz" lIns="192000" tIns="192000" rIns="192000" bIns="192000" rtlCol="0" anchor="ctr" anchorCtr="0">
            <a:noAutofit/>
          </a:bodyPr>
          <a:lstStyle>
            <a:defPPr>
              <a:defRPr lang="de-DE"/>
            </a:defPPr>
            <a:lvl1pPr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90000"/>
              </a:lnSpc>
              <a:spcBef>
                <a:spcPts val="900"/>
              </a:spcBef>
              <a:buFontTx/>
              <a:buNone/>
              <a:defRPr sz="2000">
                <a:solidFill>
                  <a:schemeClr val="tx2"/>
                </a:solidFill>
              </a:defRPr>
            </a:lvl2pPr>
            <a:lvl3pPr marL="216000" indent="-2160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396000" indent="-18000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576000" indent="-1440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0" indent="0">
              <a:lnSpc>
                <a:spcPct val="90000"/>
              </a:lnSpc>
              <a:spcBef>
                <a:spcPts val="600"/>
              </a:spcBef>
              <a:buFontTx/>
              <a:buNone/>
              <a:defRPr sz="1400" b="1">
                <a:solidFill>
                  <a:schemeClr val="tx2"/>
                </a:solidFill>
              </a:defRPr>
            </a:lvl6pPr>
            <a:lvl7pPr marL="0" indent="0">
              <a:lnSpc>
                <a:spcPct val="90000"/>
              </a:lnSpc>
              <a:spcBef>
                <a:spcPts val="300"/>
              </a:spcBef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80000" indent="-180000">
              <a:lnSpc>
                <a:spcPct val="9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360000" indent="-18000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defTabSz="1219170">
              <a:spcBef>
                <a:spcPts val="1600"/>
              </a:spcBef>
              <a:defRPr/>
            </a:pPr>
            <a:r>
              <a:rPr lang="en-GB" sz="1800">
                <a:solidFill>
                  <a:prstClr val="white"/>
                </a:solidFill>
                <a:latin typeface="+mn-lt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7" name="Textplatzhalter 2">
            <a:extLst>
              <a:ext uri="{FF2B5EF4-FFF2-40B4-BE49-F238E27FC236}">
                <a16:creationId xmlns:a16="http://schemas.microsoft.com/office/drawing/2014/main" id="{EF392E57-185E-3B94-453A-FB974D183063}"/>
              </a:ext>
            </a:extLst>
          </p:cNvPr>
          <p:cNvSpPr txBox="1">
            <a:spLocks noChangeAspect="1"/>
          </p:cNvSpPr>
          <p:nvPr/>
        </p:nvSpPr>
        <p:spPr>
          <a:xfrm>
            <a:off x="4417376" y="1528763"/>
            <a:ext cx="432000" cy="4320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</a:ln>
        </p:spPr>
        <p:txBody>
          <a:bodyPr vert="horz" lIns="192000" tIns="192000" rIns="192000" bIns="192000" rtlCol="0" anchor="ctr" anchorCtr="0">
            <a:noAutofit/>
          </a:bodyPr>
          <a:lstStyle>
            <a:defPPr>
              <a:defRPr lang="de-DE"/>
            </a:defPPr>
            <a:lvl1pPr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90000"/>
              </a:lnSpc>
              <a:spcBef>
                <a:spcPts val="900"/>
              </a:spcBef>
              <a:buFontTx/>
              <a:buNone/>
              <a:defRPr sz="2000">
                <a:solidFill>
                  <a:schemeClr val="tx2"/>
                </a:solidFill>
              </a:defRPr>
            </a:lvl2pPr>
            <a:lvl3pPr marL="216000" indent="-2160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396000" indent="-18000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576000" indent="-1440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0" indent="0">
              <a:lnSpc>
                <a:spcPct val="90000"/>
              </a:lnSpc>
              <a:spcBef>
                <a:spcPts val="600"/>
              </a:spcBef>
              <a:buFontTx/>
              <a:buNone/>
              <a:defRPr sz="1400" b="1">
                <a:solidFill>
                  <a:schemeClr val="tx2"/>
                </a:solidFill>
              </a:defRPr>
            </a:lvl6pPr>
            <a:lvl7pPr marL="0" indent="0">
              <a:lnSpc>
                <a:spcPct val="90000"/>
              </a:lnSpc>
              <a:spcBef>
                <a:spcPts val="300"/>
              </a:spcBef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80000" indent="-180000">
              <a:lnSpc>
                <a:spcPct val="9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360000" indent="-18000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defTabSz="1219170">
              <a:spcBef>
                <a:spcPts val="1600"/>
              </a:spcBef>
              <a:defRPr/>
            </a:pPr>
            <a:r>
              <a:rPr lang="en-GB" sz="1800">
                <a:solidFill>
                  <a:prstClr val="white"/>
                </a:solidFill>
                <a:latin typeface="+mn-lt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20477EC5-FF6C-7C83-A777-56643796CF4B}"/>
              </a:ext>
            </a:extLst>
          </p:cNvPr>
          <p:cNvSpPr txBox="1">
            <a:spLocks noChangeAspect="1"/>
          </p:cNvSpPr>
          <p:nvPr/>
        </p:nvSpPr>
        <p:spPr>
          <a:xfrm>
            <a:off x="7340753" y="1528763"/>
            <a:ext cx="432000" cy="4320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</a:ln>
        </p:spPr>
        <p:txBody>
          <a:bodyPr vert="horz" lIns="192000" tIns="192000" rIns="192000" bIns="192000" rtlCol="0" anchor="ctr" anchorCtr="0">
            <a:noAutofit/>
          </a:bodyPr>
          <a:lstStyle>
            <a:defPPr>
              <a:defRPr lang="de-DE"/>
            </a:defPPr>
            <a:lvl1pPr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90000"/>
              </a:lnSpc>
              <a:spcBef>
                <a:spcPts val="900"/>
              </a:spcBef>
              <a:buFontTx/>
              <a:buNone/>
              <a:defRPr sz="2000">
                <a:solidFill>
                  <a:schemeClr val="tx2"/>
                </a:solidFill>
              </a:defRPr>
            </a:lvl2pPr>
            <a:lvl3pPr marL="216000" indent="-2160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396000" indent="-18000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576000" indent="-1440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0" indent="0">
              <a:lnSpc>
                <a:spcPct val="90000"/>
              </a:lnSpc>
              <a:spcBef>
                <a:spcPts val="600"/>
              </a:spcBef>
              <a:buFontTx/>
              <a:buNone/>
              <a:defRPr sz="1400" b="1">
                <a:solidFill>
                  <a:schemeClr val="tx2"/>
                </a:solidFill>
              </a:defRPr>
            </a:lvl6pPr>
            <a:lvl7pPr marL="0" indent="0">
              <a:lnSpc>
                <a:spcPct val="90000"/>
              </a:lnSpc>
              <a:spcBef>
                <a:spcPts val="300"/>
              </a:spcBef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80000" indent="-180000">
              <a:lnSpc>
                <a:spcPct val="9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360000" indent="-18000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defTabSz="1219170">
              <a:spcBef>
                <a:spcPts val="1600"/>
              </a:spcBef>
              <a:defRPr/>
            </a:pPr>
            <a:r>
              <a:rPr lang="en-GB" sz="1800">
                <a:solidFill>
                  <a:prstClr val="white"/>
                </a:solidFill>
                <a:latin typeface="+mn-lt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9" name="Textplatzhalter 2">
            <a:extLst>
              <a:ext uri="{FF2B5EF4-FFF2-40B4-BE49-F238E27FC236}">
                <a16:creationId xmlns:a16="http://schemas.microsoft.com/office/drawing/2014/main" id="{62567B12-E59D-A63D-3499-E0DB4A2F9EC3}"/>
              </a:ext>
            </a:extLst>
          </p:cNvPr>
          <p:cNvSpPr txBox="1">
            <a:spLocks noChangeAspect="1"/>
          </p:cNvSpPr>
          <p:nvPr/>
        </p:nvSpPr>
        <p:spPr>
          <a:xfrm>
            <a:off x="10264130" y="1528763"/>
            <a:ext cx="432000" cy="4320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</a:ln>
        </p:spPr>
        <p:txBody>
          <a:bodyPr vert="horz" lIns="192000" tIns="192000" rIns="192000" bIns="192000" rtlCol="0" anchor="ctr" anchorCtr="0">
            <a:noAutofit/>
          </a:bodyPr>
          <a:lstStyle>
            <a:defPPr>
              <a:defRPr lang="de-DE"/>
            </a:defPPr>
            <a:lvl1pPr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90000"/>
              </a:lnSpc>
              <a:spcBef>
                <a:spcPts val="900"/>
              </a:spcBef>
              <a:buFontTx/>
              <a:buNone/>
              <a:defRPr sz="2000">
                <a:solidFill>
                  <a:schemeClr val="tx2"/>
                </a:solidFill>
              </a:defRPr>
            </a:lvl2pPr>
            <a:lvl3pPr marL="216000" indent="-2160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396000" indent="-18000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576000" indent="-1440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0" indent="0">
              <a:lnSpc>
                <a:spcPct val="90000"/>
              </a:lnSpc>
              <a:spcBef>
                <a:spcPts val="600"/>
              </a:spcBef>
              <a:buFontTx/>
              <a:buNone/>
              <a:defRPr sz="1400" b="1">
                <a:solidFill>
                  <a:schemeClr val="tx2"/>
                </a:solidFill>
              </a:defRPr>
            </a:lvl6pPr>
            <a:lvl7pPr marL="0" indent="0">
              <a:lnSpc>
                <a:spcPct val="90000"/>
              </a:lnSpc>
              <a:spcBef>
                <a:spcPts val="300"/>
              </a:spcBef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80000" indent="-180000">
              <a:lnSpc>
                <a:spcPct val="9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360000" indent="-18000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defTabSz="1219170">
              <a:spcBef>
                <a:spcPts val="1600"/>
              </a:spcBef>
              <a:defRPr/>
            </a:pPr>
            <a:r>
              <a:rPr lang="en-GB" sz="1800">
                <a:solidFill>
                  <a:prstClr val="white"/>
                </a:solidFill>
                <a:latin typeface="+mn-lt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BB7D4B34-98C7-094B-C2B0-C92D00376F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2400" y="4230000"/>
            <a:ext cx="1598065" cy="900000"/>
          </a:xfrm>
          <a:prstGeom prst="rect">
            <a:avLst/>
          </a:prstGeom>
          <a:effectLst>
            <a:outerShdw blurRad="127000" dist="127000" dir="2700000" algn="tl" rotWithShape="0">
              <a:prstClr val="black">
                <a:alpha val="18000"/>
              </a:prstClr>
            </a:outerShdw>
          </a:effectLst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E60B5F9D-4396-18A6-2404-1D3B8694D21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1200" y="5400000"/>
            <a:ext cx="1608771" cy="900000"/>
          </a:xfrm>
          <a:prstGeom prst="rect">
            <a:avLst/>
          </a:prstGeom>
          <a:effectLst>
            <a:outerShdw blurRad="127000" dist="127000" dir="2700000" algn="tl" rotWithShape="0">
              <a:prstClr val="black">
                <a:alpha val="18000"/>
              </a:prstClr>
            </a:outerShdw>
          </a:effectLst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DAB675E2-ACA1-1243-028D-65C37B4CB32A}"/>
              </a:ext>
            </a:extLst>
          </p:cNvPr>
          <p:cNvGrpSpPr/>
          <p:nvPr/>
        </p:nvGrpSpPr>
        <p:grpSpPr>
          <a:xfrm>
            <a:off x="6713823" y="5249979"/>
            <a:ext cx="282196" cy="641123"/>
            <a:chOff x="1199222" y="4392591"/>
            <a:chExt cx="1140370" cy="622662"/>
          </a:xfrm>
        </p:grpSpPr>
        <p:cxnSp>
          <p:nvCxnSpPr>
            <p:cNvPr id="64" name="Gerade Verbindung mit Pfeil 94">
              <a:extLst>
                <a:ext uri="{FF2B5EF4-FFF2-40B4-BE49-F238E27FC236}">
                  <a16:creationId xmlns:a16="http://schemas.microsoft.com/office/drawing/2014/main" id="{D9C64834-3692-F4E5-1C86-3CF07C10B95A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199222" y="5015253"/>
              <a:ext cx="1140370" cy="0"/>
            </a:xfrm>
            <a:prstGeom prst="straightConnector1">
              <a:avLst/>
            </a:prstGeom>
            <a:ln w="6350">
              <a:solidFill>
                <a:schemeClr val="tx1"/>
              </a:solidFill>
              <a:prstDash val="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 Verbindung mit Pfeil 94">
              <a:extLst>
                <a:ext uri="{FF2B5EF4-FFF2-40B4-BE49-F238E27FC236}">
                  <a16:creationId xmlns:a16="http://schemas.microsoft.com/office/drawing/2014/main" id="{6B9B53DD-B453-72D6-B93C-1BB1B797327B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199222" y="4392591"/>
              <a:ext cx="0" cy="622662"/>
            </a:xfrm>
            <a:prstGeom prst="straightConnector1">
              <a:avLst/>
            </a:prstGeom>
            <a:ln w="6350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Shape 161">
            <a:extLst>
              <a:ext uri="{FF2B5EF4-FFF2-40B4-BE49-F238E27FC236}">
                <a16:creationId xmlns:a16="http://schemas.microsoft.com/office/drawing/2014/main" id="{ED119C18-4B87-185E-9384-69A9CEB4482B}"/>
              </a:ext>
            </a:extLst>
          </p:cNvPr>
          <p:cNvSpPr/>
          <p:nvPr/>
        </p:nvSpPr>
        <p:spPr>
          <a:xfrm flipH="1">
            <a:off x="9346130" y="5238000"/>
            <a:ext cx="2268000" cy="1044865"/>
          </a:xfrm>
          <a:prstGeom prst="rect">
            <a:avLst/>
          </a:prstGeom>
          <a:solidFill>
            <a:srgbClr val="F39800"/>
          </a:solidFill>
          <a:ln w="38100">
            <a:noFill/>
            <a:prstDash val="solid"/>
          </a:ln>
          <a:effectLst/>
        </p:spPr>
        <p:txBody>
          <a:bodyPr wrap="square" lIns="144000" tIns="144000" rIns="144000" bIns="144000" anchor="ctr" anchorCtr="0">
            <a:spAutoFit/>
          </a:bodyPr>
          <a:lstStyle/>
          <a:p>
            <a:pPr algn="ctr" defTabSz="609555">
              <a:spcBef>
                <a:spcPts val="600"/>
              </a:spcBef>
              <a:buClr>
                <a:srgbClr val="FFFFFF"/>
              </a:buClr>
              <a:buSzPct val="100000"/>
              <a:defRPr/>
            </a:pPr>
            <a:r>
              <a:rPr lang="en-GB" sz="1100" b="1">
                <a:ea typeface="Calibri"/>
                <a:cs typeface="Arial" panose="020B0604020202020204" pitchFamily="34" charset="0"/>
                <a:sym typeface="Arial" panose="020B0604020202020204" pitchFamily="34" charset="0"/>
              </a:rPr>
              <a:t>Important:</a:t>
            </a:r>
          </a:p>
          <a:p>
            <a:pPr defTabSz="609555">
              <a:spcBef>
                <a:spcPts val="600"/>
              </a:spcBef>
              <a:buClr>
                <a:srgbClr val="FFFFFF"/>
              </a:buClr>
              <a:buSzPct val="100000"/>
              <a:defRPr/>
            </a:pPr>
            <a:r>
              <a:rPr lang="en-GB" sz="1100">
                <a:ea typeface="Calibri"/>
                <a:cs typeface="Arial" panose="020B0604020202020204" pitchFamily="34" charset="0"/>
                <a:sym typeface="Arial" panose="020B0604020202020204" pitchFamily="34" charset="0"/>
              </a:rPr>
              <a:t>When transferring existing slides, always carry out all four steps.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D913DA6-BDCB-D3A3-44D9-43B66D64C9FB}"/>
              </a:ext>
            </a:extLst>
          </p:cNvPr>
          <p:cNvGrpSpPr/>
          <p:nvPr/>
        </p:nvGrpSpPr>
        <p:grpSpPr>
          <a:xfrm>
            <a:off x="3606866" y="3925238"/>
            <a:ext cx="2053020" cy="972000"/>
            <a:chOff x="3513767" y="4341476"/>
            <a:chExt cx="2053020" cy="972000"/>
          </a:xfrm>
        </p:grpSpPr>
        <p:sp>
          <p:nvSpPr>
            <p:cNvPr id="9" name="Rechteck 11">
              <a:extLst>
                <a:ext uri="{FF2B5EF4-FFF2-40B4-BE49-F238E27FC236}">
                  <a16:creationId xmlns:a16="http://schemas.microsoft.com/office/drawing/2014/main" id="{2786B73F-B8C5-6D9A-5242-076CBC2CDC86}"/>
                </a:ext>
              </a:extLst>
            </p:cNvPr>
            <p:cNvSpPr/>
            <p:nvPr/>
          </p:nvSpPr>
          <p:spPr>
            <a:xfrm>
              <a:off x="3513767" y="4341476"/>
              <a:ext cx="2053020" cy="972000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  <a:effectLst>
              <a:outerShdw blurRad="226714" sx="101000" sy="101000" algn="ctr" rotWithShape="0">
                <a:prstClr val="black">
                  <a:alpha val="1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000" tIns="96000" rIns="96000" bIns="96000" rtlCol="0" anchor="t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67" b="0" i="0" u="none" strike="noStrike" kern="6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ABA93B92-6A2E-D4FF-5C92-8D154DBDA25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594278" y="4431476"/>
              <a:ext cx="1891999" cy="792000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0A83831-119F-D496-C3A7-D6D87FC21A56}"/>
                </a:ext>
              </a:extLst>
            </p:cNvPr>
            <p:cNvSpPr/>
            <p:nvPr/>
          </p:nvSpPr>
          <p:spPr>
            <a:xfrm>
              <a:off x="3921135" y="4430489"/>
              <a:ext cx="454277" cy="233829"/>
            </a:xfrm>
            <a:prstGeom prst="rect">
              <a:avLst/>
            </a:prstGeom>
            <a:solidFill>
              <a:srgbClr val="F8C166">
                <a:alpha val="18793"/>
              </a:srgbClr>
            </a:solidFill>
            <a:ln w="28575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E75FD5E-4E97-F443-9705-1D724BDDA8CA}"/>
                </a:ext>
              </a:extLst>
            </p:cNvPr>
            <p:cNvSpPr/>
            <p:nvPr/>
          </p:nvSpPr>
          <p:spPr>
            <a:xfrm>
              <a:off x="4903596" y="4608719"/>
              <a:ext cx="555845" cy="216000"/>
            </a:xfrm>
            <a:prstGeom prst="rect">
              <a:avLst/>
            </a:prstGeom>
            <a:solidFill>
              <a:srgbClr val="F8C166">
                <a:alpha val="18793"/>
              </a:srgbClr>
            </a:solidFill>
            <a:ln w="28575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D25C27C-65CA-2D1C-4D05-9F62A4390A8A}"/>
              </a:ext>
            </a:extLst>
          </p:cNvPr>
          <p:cNvGrpSpPr/>
          <p:nvPr/>
        </p:nvGrpSpPr>
        <p:grpSpPr>
          <a:xfrm>
            <a:off x="873232" y="5143424"/>
            <a:ext cx="1673535" cy="1143411"/>
            <a:chOff x="873232" y="5143424"/>
            <a:chExt cx="1673535" cy="1143411"/>
          </a:xfrm>
        </p:grpSpPr>
        <p:sp>
          <p:nvSpPr>
            <p:cNvPr id="24" name="Rechteck 11">
              <a:extLst>
                <a:ext uri="{FF2B5EF4-FFF2-40B4-BE49-F238E27FC236}">
                  <a16:creationId xmlns:a16="http://schemas.microsoft.com/office/drawing/2014/main" id="{53732B19-7779-46D6-05DC-60D449D6CD5B}"/>
                </a:ext>
              </a:extLst>
            </p:cNvPr>
            <p:cNvSpPr/>
            <p:nvPr/>
          </p:nvSpPr>
          <p:spPr>
            <a:xfrm>
              <a:off x="873232" y="5143424"/>
              <a:ext cx="1673535" cy="1143411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  <a:effectLst>
              <a:outerShdw blurRad="226714" sx="101000" sy="101000" algn="ctr" rotWithShape="0">
                <a:prstClr val="black">
                  <a:alpha val="1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000" tIns="96000" rIns="96000" bIns="96000" rtlCol="0" anchor="t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67" b="0" i="0" u="none" strike="noStrike" kern="6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DB1F94D9-2754-8E35-D7A2-EF3BEE5FBB1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r="4695"/>
            <a:stretch/>
          </p:blipFill>
          <p:spPr>
            <a:xfrm>
              <a:off x="953725" y="5229129"/>
              <a:ext cx="1512548" cy="972000"/>
            </a:xfrm>
            <a:prstGeom prst="rect">
              <a:avLst/>
            </a:prstGeom>
          </p:spPr>
        </p:pic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8BFEB46-9CBE-7920-EE9D-A816C91F6324}"/>
                </a:ext>
              </a:extLst>
            </p:cNvPr>
            <p:cNvSpPr/>
            <p:nvPr/>
          </p:nvSpPr>
          <p:spPr>
            <a:xfrm>
              <a:off x="1293425" y="5223267"/>
              <a:ext cx="280170" cy="212572"/>
            </a:xfrm>
            <a:prstGeom prst="rect">
              <a:avLst/>
            </a:prstGeom>
            <a:solidFill>
              <a:srgbClr val="F8C166">
                <a:alpha val="18793"/>
              </a:srgbClr>
            </a:solidFill>
            <a:ln w="28575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C2C9070-4AA8-A941-42F4-40B4B0DD0616}"/>
                </a:ext>
              </a:extLst>
            </p:cNvPr>
            <p:cNvSpPr/>
            <p:nvPr/>
          </p:nvSpPr>
          <p:spPr>
            <a:xfrm>
              <a:off x="988399" y="5396588"/>
              <a:ext cx="252000" cy="432000"/>
            </a:xfrm>
            <a:prstGeom prst="rect">
              <a:avLst/>
            </a:prstGeom>
            <a:solidFill>
              <a:srgbClr val="F8C166">
                <a:alpha val="18793"/>
              </a:srgbClr>
            </a:solidFill>
            <a:ln w="28575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17A6D1A-1C77-31FE-616D-A7F91DAD90A5}"/>
                </a:ext>
              </a:extLst>
            </p:cNvPr>
            <p:cNvSpPr/>
            <p:nvPr/>
          </p:nvSpPr>
          <p:spPr>
            <a:xfrm>
              <a:off x="990967" y="5952963"/>
              <a:ext cx="216000" cy="216000"/>
            </a:xfrm>
            <a:prstGeom prst="rect">
              <a:avLst/>
            </a:prstGeom>
            <a:solidFill>
              <a:srgbClr val="F8C166">
                <a:alpha val="18793"/>
              </a:srgbClr>
            </a:solidFill>
            <a:ln w="28575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969362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901EC3D-F2BF-F4E4-68D3-1A1D4A5523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Approach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0FC9526-F6CE-66B7-D827-0F2D2573D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Change icon colour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E2075C-0C32-910D-C79B-D0AF1EB517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/>
              <a:t>Notes</a:t>
            </a:r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802A78FC-D33B-240F-7A98-909975BB87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000" y="2160585"/>
            <a:ext cx="5447999" cy="4267201"/>
          </a:xfrm>
          <a:solidFill>
            <a:schemeClr val="accent6"/>
          </a:solidFill>
        </p:spPr>
        <p:txBody>
          <a:bodyPr lIns="216000" tIns="180000" rIns="216000"/>
          <a:lstStyle/>
          <a:p>
            <a:pPr marL="342900" indent="-342900">
              <a:buFont typeface="+mj-lt"/>
              <a:buAutoNum type="arabicPeriod"/>
            </a:pPr>
            <a:r>
              <a:rPr lang="en-GB"/>
              <a:t>Select icon</a:t>
            </a:r>
          </a:p>
          <a:p>
            <a:pPr marL="342900" indent="-342900">
              <a:buFont typeface="+mj-lt"/>
              <a:buAutoNum type="arabicPeriod"/>
            </a:pPr>
            <a:r>
              <a:rPr lang="en-GB"/>
              <a:t>In the tab «Graphics Format» under «Graphics Styles», use </a:t>
            </a:r>
            <a:r>
              <a:rPr lang="en-GB" b="1"/>
              <a:t>«Graphics Fill»</a:t>
            </a:r>
            <a:r>
              <a:rPr lang="en-GB"/>
              <a:t> to change the colour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AE39F739-CCD2-DE8C-EAAA-EB623CE052B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12000" y="2160587"/>
            <a:ext cx="5449788" cy="4267201"/>
          </a:xfrm>
          <a:solidFill>
            <a:schemeClr val="accent6"/>
          </a:solidFill>
        </p:spPr>
        <p:txBody>
          <a:bodyPr lIns="216000" tIns="180000" rIns="216000"/>
          <a:lstStyle/>
          <a:p>
            <a:r>
              <a:rPr lang="en-GB"/>
              <a:t>For some icons, the colour </a:t>
            </a:r>
            <a:br>
              <a:rPr lang="en-GB"/>
            </a:br>
            <a:r>
              <a:rPr lang="en-GB"/>
              <a:t>can be changed by using </a:t>
            </a:r>
            <a:br>
              <a:rPr lang="en-GB"/>
            </a:br>
            <a:r>
              <a:rPr lang="en-GB" b="1"/>
              <a:t>«Graphics Outline»</a:t>
            </a:r>
            <a:r>
              <a:rPr lang="en-GB"/>
              <a:t> instead </a:t>
            </a:r>
            <a:br>
              <a:rPr lang="en-GB"/>
            </a:br>
            <a:r>
              <a:rPr lang="en-GB"/>
              <a:t>of «Graphics Fill».</a:t>
            </a:r>
          </a:p>
          <a:p>
            <a:r>
              <a:rPr lang="en-GB"/>
              <a:t>The colour cannot be changed </a:t>
            </a:r>
            <a:br>
              <a:rPr lang="en-GB"/>
            </a:br>
            <a:r>
              <a:rPr lang="en-GB"/>
              <a:t>if an icon is inserted as a picture. </a:t>
            </a:r>
            <a:br>
              <a:rPr lang="en-GB"/>
            </a:br>
            <a:r>
              <a:rPr lang="en-GB"/>
              <a:t>In this case, after selecting the </a:t>
            </a:r>
            <a:br>
              <a:rPr lang="en-GB"/>
            </a:br>
            <a:r>
              <a:rPr lang="en-GB"/>
              <a:t>icon, the tab </a:t>
            </a:r>
            <a:r>
              <a:rPr lang="en-GB" b="1"/>
              <a:t>«Picture Format»</a:t>
            </a:r>
            <a:r>
              <a:rPr lang="en-GB"/>
              <a:t> </a:t>
            </a:r>
            <a:br>
              <a:rPr lang="en-GB"/>
            </a:br>
            <a:r>
              <a:rPr lang="en-GB"/>
              <a:t>appears instead of «Graphics Format».</a:t>
            </a:r>
          </a:p>
          <a:p>
            <a:r>
              <a:rPr lang="en-GB"/>
              <a:t>Best vector file format for icons: *.svg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9897B76-0E98-2339-FE2E-504C7E2F6207}"/>
              </a:ext>
            </a:extLst>
          </p:cNvPr>
          <p:cNvGrpSpPr/>
          <p:nvPr/>
        </p:nvGrpSpPr>
        <p:grpSpPr>
          <a:xfrm>
            <a:off x="743340" y="3919114"/>
            <a:ext cx="4825319" cy="1656000"/>
            <a:chOff x="743340" y="3919114"/>
            <a:chExt cx="4825319" cy="1656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98D7727-1FFC-8D99-661F-EA5AB9D74809}"/>
                </a:ext>
              </a:extLst>
            </p:cNvPr>
            <p:cNvSpPr/>
            <p:nvPr/>
          </p:nvSpPr>
          <p:spPr>
            <a:xfrm>
              <a:off x="743340" y="3919114"/>
              <a:ext cx="4825319" cy="165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rtl="0">
                <a:spcAft>
                  <a:spcPts val="600"/>
                </a:spcAft>
              </a:pPr>
              <a:endParaRPr lang="en-GB">
                <a:solidFill>
                  <a:schemeClr val="bg1"/>
                </a:solidFill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E9E39E3-D0E7-62EB-6915-BC6FAFEA03F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004" r="47551"/>
            <a:stretch/>
          </p:blipFill>
          <p:spPr>
            <a:xfrm>
              <a:off x="855478" y="4027114"/>
              <a:ext cx="3171297" cy="1440000"/>
            </a:xfrm>
            <a:prstGeom prst="rect">
              <a:avLst/>
            </a:prstGeom>
          </p:spPr>
        </p:pic>
        <p:sp>
          <p:nvSpPr>
            <p:cNvPr id="25" name="Ellipse 25">
              <a:extLst>
                <a:ext uri="{FF2B5EF4-FFF2-40B4-BE49-F238E27FC236}">
                  <a16:creationId xmlns:a16="http://schemas.microsoft.com/office/drawing/2014/main" id="{FF6D0699-C766-BC4F-05D6-A92A5407EAD4}"/>
                </a:ext>
              </a:extLst>
            </p:cNvPr>
            <p:cNvSpPr/>
            <p:nvPr/>
          </p:nvSpPr>
          <p:spPr>
            <a:xfrm>
              <a:off x="2790304" y="4327889"/>
              <a:ext cx="1044000" cy="278607"/>
            </a:xfrm>
            <a:prstGeom prst="rect">
              <a:avLst/>
            </a:prstGeom>
            <a:solidFill>
              <a:schemeClr val="tx2">
                <a:alpha val="15000"/>
              </a:schemeClr>
            </a:solidFill>
            <a:ln w="28575" cap="rnd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914377">
                <a:defRPr/>
              </a:pPr>
              <a:endParaRPr lang="en-GB" sz="1467">
                <a:solidFill>
                  <a:srgbClr val="6DB7C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0197D776-54A7-AD7E-F90F-3B5F0A03BD4E}"/>
                </a:ext>
              </a:extLst>
            </p:cNvPr>
            <p:cNvSpPr/>
            <p:nvPr/>
          </p:nvSpPr>
          <p:spPr>
            <a:xfrm>
              <a:off x="879477" y="5088468"/>
              <a:ext cx="914400" cy="216000"/>
            </a:xfrm>
            <a:prstGeom prst="rect">
              <a:avLst/>
            </a:prstGeom>
            <a:solidFill>
              <a:srgbClr val="F39800">
                <a:alpha val="15000"/>
              </a:srgbClr>
            </a:solidFill>
            <a:ln w="28575" cap="rnd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914377">
                <a:defRPr/>
              </a:pPr>
              <a:endParaRPr lang="en-GB" sz="1467">
                <a:solidFill>
                  <a:srgbClr val="6DB7C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FD86877-F017-144F-CB0E-56CFF4A109D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78710"/>
            <a:stretch/>
          </p:blipFill>
          <p:spPr>
            <a:xfrm>
              <a:off x="4142949" y="4027114"/>
              <a:ext cx="1312413" cy="1440000"/>
            </a:xfrm>
            <a:prstGeom prst="rect">
              <a:avLst/>
            </a:prstGeom>
          </p:spPr>
        </p:pic>
        <p:sp>
          <p:nvSpPr>
            <p:cNvPr id="32" name="Ellipse 25">
              <a:extLst>
                <a:ext uri="{FF2B5EF4-FFF2-40B4-BE49-F238E27FC236}">
                  <a16:creationId xmlns:a16="http://schemas.microsoft.com/office/drawing/2014/main" id="{8E23C852-01D4-FF3C-7C96-04D4B291C836}"/>
                </a:ext>
              </a:extLst>
            </p:cNvPr>
            <p:cNvSpPr/>
            <p:nvPr/>
          </p:nvSpPr>
          <p:spPr>
            <a:xfrm>
              <a:off x="4218062" y="4060782"/>
              <a:ext cx="1162593" cy="299036"/>
            </a:xfrm>
            <a:prstGeom prst="rect">
              <a:avLst/>
            </a:prstGeom>
            <a:solidFill>
              <a:srgbClr val="F39800">
                <a:alpha val="15000"/>
              </a:srgbClr>
            </a:solidFill>
            <a:ln w="28575" cap="rnd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914377">
                <a:defRPr/>
              </a:pPr>
              <a:endParaRPr lang="en-GB" sz="1467">
                <a:solidFill>
                  <a:srgbClr val="6DB7C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0E31800-4D32-D6E4-6368-C730A562DE29}"/>
              </a:ext>
            </a:extLst>
          </p:cNvPr>
          <p:cNvGrpSpPr/>
          <p:nvPr/>
        </p:nvGrpSpPr>
        <p:grpSpPr>
          <a:xfrm>
            <a:off x="10008660" y="2468488"/>
            <a:ext cx="1440000" cy="792000"/>
            <a:chOff x="9935570" y="2429999"/>
            <a:chExt cx="1440000" cy="792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880E2EB-4CFD-D5A8-6E1C-B13588345FA0}"/>
                </a:ext>
              </a:extLst>
            </p:cNvPr>
            <p:cNvSpPr/>
            <p:nvPr/>
          </p:nvSpPr>
          <p:spPr>
            <a:xfrm>
              <a:off x="9935570" y="2429999"/>
              <a:ext cx="1440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rtl="0">
                <a:spcAft>
                  <a:spcPts val="600"/>
                </a:spcAft>
              </a:pPr>
              <a:endParaRPr lang="en-GB">
                <a:solidFill>
                  <a:schemeClr val="bg1"/>
                </a:solidFill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8580E33-6148-7528-9E8C-89E58397D6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2045" t="20073" r="46617" b="36910"/>
            <a:stretch/>
          </p:blipFill>
          <p:spPr>
            <a:xfrm>
              <a:off x="10043570" y="2537800"/>
              <a:ext cx="1224000" cy="576398"/>
            </a:xfrm>
            <a:prstGeom prst="rect">
              <a:avLst/>
            </a:prstGeom>
          </p:spPr>
        </p:pic>
        <p:sp>
          <p:nvSpPr>
            <p:cNvPr id="38" name="Ellipse 25">
              <a:extLst>
                <a:ext uri="{FF2B5EF4-FFF2-40B4-BE49-F238E27FC236}">
                  <a16:creationId xmlns:a16="http://schemas.microsoft.com/office/drawing/2014/main" id="{23882F23-5786-DCF9-3099-F38F3F63018A}"/>
                </a:ext>
              </a:extLst>
            </p:cNvPr>
            <p:cNvSpPr/>
            <p:nvPr/>
          </p:nvSpPr>
          <p:spPr>
            <a:xfrm>
              <a:off x="10056358" y="2750912"/>
              <a:ext cx="1188000" cy="252000"/>
            </a:xfrm>
            <a:prstGeom prst="rect">
              <a:avLst/>
            </a:prstGeom>
            <a:solidFill>
              <a:srgbClr val="F39800">
                <a:alpha val="15000"/>
              </a:srgbClr>
            </a:solidFill>
            <a:ln w="28575" cap="rnd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914377">
                <a:defRPr/>
              </a:pPr>
              <a:endParaRPr lang="en-GB" sz="1467">
                <a:solidFill>
                  <a:srgbClr val="6DB7C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10B5466-D6DA-68EF-9AC0-A98CBE1DCD43}"/>
              </a:ext>
            </a:extLst>
          </p:cNvPr>
          <p:cNvGrpSpPr/>
          <p:nvPr/>
        </p:nvGrpSpPr>
        <p:grpSpPr>
          <a:xfrm>
            <a:off x="10224660" y="4120516"/>
            <a:ext cx="1224000" cy="540000"/>
            <a:chOff x="10224660" y="4130348"/>
            <a:chExt cx="1224000" cy="540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08EB9D1-3663-A72F-18BB-E836415D159A}"/>
                </a:ext>
              </a:extLst>
            </p:cNvPr>
            <p:cNvSpPr/>
            <p:nvPr/>
          </p:nvSpPr>
          <p:spPr>
            <a:xfrm>
              <a:off x="10224660" y="4130348"/>
              <a:ext cx="1224000" cy="54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rtl="0">
                <a:spcAft>
                  <a:spcPts val="600"/>
                </a:spcAft>
              </a:pPr>
              <a:endParaRPr lang="en-GB">
                <a:solidFill>
                  <a:schemeClr val="bg1"/>
                </a:solidFill>
              </a:endParaRP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7C644038-51A6-DCEC-1F09-5CA82C6F44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32660" y="4238348"/>
              <a:ext cx="1008000" cy="324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519500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B4C674D-869D-8F0F-0AD9-DFE4BF1E1BF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B4C674D-869D-8F0F-0AD9-DFE4BF1E1B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8">
            <a:extLst>
              <a:ext uri="{FF2B5EF4-FFF2-40B4-BE49-F238E27FC236}">
                <a16:creationId xmlns:a16="http://schemas.microsoft.com/office/drawing/2014/main" id="{05A8A77E-9148-3872-0E0C-963DC02F6E44}"/>
              </a:ext>
            </a:extLst>
          </p:cNvPr>
          <p:cNvSpPr/>
          <p:nvPr/>
        </p:nvSpPr>
        <p:spPr>
          <a:xfrm>
            <a:off x="431999" y="3921125"/>
            <a:ext cx="5968799" cy="25066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40977D7-62B4-D1CD-1F9C-CBEE938CDDF8}"/>
              </a:ext>
            </a:extLst>
          </p:cNvPr>
          <p:cNvGrpSpPr/>
          <p:nvPr/>
        </p:nvGrpSpPr>
        <p:grpSpPr>
          <a:xfrm>
            <a:off x="3525621" y="4914289"/>
            <a:ext cx="2160433" cy="1319022"/>
            <a:chOff x="2111317" y="4657623"/>
            <a:chExt cx="2160433" cy="1329497"/>
          </a:xfrm>
        </p:grpSpPr>
        <p:pic>
          <p:nvPicPr>
            <p:cNvPr id="62" name="Picture Placeholder 7">
              <a:extLst>
                <a:ext uri="{FF2B5EF4-FFF2-40B4-BE49-F238E27FC236}">
                  <a16:creationId xmlns:a16="http://schemas.microsoft.com/office/drawing/2014/main" id="{B2AEB8FB-8D76-8D04-D830-3C4B5C77A3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29896" t="5647" r="14925" b="3337"/>
            <a:stretch/>
          </p:blipFill>
          <p:spPr>
            <a:xfrm>
              <a:off x="2111319" y="4657623"/>
              <a:ext cx="2160431" cy="1329496"/>
            </a:xfrm>
            <a:prstGeom prst="rect">
              <a:avLst/>
            </a:prstGeom>
            <a:ln w="19050">
              <a:noFill/>
            </a:ln>
            <a:effectLst>
              <a:outerShdw blurRad="177800" dist="101600" dir="2700000" algn="tl" rotWithShape="0">
                <a:prstClr val="black">
                  <a:alpha val="22000"/>
                </a:prstClr>
              </a:outerShdw>
            </a:effectLst>
          </p:spPr>
        </p:pic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BE9A67F6-0B55-59CD-054D-D1F517A33F0D}"/>
                </a:ext>
              </a:extLst>
            </p:cNvPr>
            <p:cNvSpPr/>
            <p:nvPr/>
          </p:nvSpPr>
          <p:spPr>
            <a:xfrm>
              <a:off x="2111317" y="5866536"/>
              <a:ext cx="2160431" cy="120584"/>
            </a:xfrm>
            <a:prstGeom prst="rect">
              <a:avLst/>
            </a:prstGeom>
            <a:solidFill>
              <a:schemeClr val="tx1">
                <a:alpha val="7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rtl="0">
                <a:spcAft>
                  <a:spcPts val="600"/>
                </a:spcAft>
              </a:pPr>
              <a:endParaRPr lang="en-GB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11" name="Rectangle 8">
            <a:extLst>
              <a:ext uri="{FF2B5EF4-FFF2-40B4-BE49-F238E27FC236}">
                <a16:creationId xmlns:a16="http://schemas.microsoft.com/office/drawing/2014/main" id="{9D2991C1-5A52-5A93-69AA-3A6112776AB8}"/>
              </a:ext>
            </a:extLst>
          </p:cNvPr>
          <p:cNvSpPr/>
          <p:nvPr/>
        </p:nvSpPr>
        <p:spPr>
          <a:xfrm>
            <a:off x="432000" y="1520825"/>
            <a:ext cx="5968798" cy="20767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pic>
        <p:nvPicPr>
          <p:cNvPr id="5" name="Picture Placeholder 7">
            <a:extLst>
              <a:ext uri="{FF2B5EF4-FFF2-40B4-BE49-F238E27FC236}">
                <a16:creationId xmlns:a16="http://schemas.microsoft.com/office/drawing/2014/main" id="{4F737176-E122-A404-C048-B1CECC1B342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0263" t="5647" r="9027" b="3337"/>
          <a:stretch/>
        </p:blipFill>
        <p:spPr>
          <a:xfrm>
            <a:off x="628751" y="1753505"/>
            <a:ext cx="2462840" cy="1649160"/>
          </a:xfrm>
          <a:prstGeom prst="rect">
            <a:avLst/>
          </a:prstGeom>
          <a:ln w="19050">
            <a:noFill/>
          </a:ln>
          <a:effectLst>
            <a:outerShdw blurRad="177800" dist="101600" dir="2700000" algn="tl" rotWithShape="0">
              <a:prstClr val="black">
                <a:alpha val="22000"/>
              </a:prstClr>
            </a:outerShdw>
          </a:effec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F8E9DAF-3637-DD8C-3DBE-311781B76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>
                <a:cs typeface="Arial" panose="020B0604020202020204" pitchFamily="34" charset="0"/>
              </a:rPr>
              <a:t>Insert image into placeholder</a:t>
            </a:r>
          </a:p>
        </p:txBody>
      </p:sp>
      <p:sp>
        <p:nvSpPr>
          <p:cNvPr id="14" name="Textfeld 46">
            <a:extLst>
              <a:ext uri="{FF2B5EF4-FFF2-40B4-BE49-F238E27FC236}">
                <a16:creationId xmlns:a16="http://schemas.microsoft.com/office/drawing/2014/main" id="{54DF91C2-B49A-AA10-5018-4BB5A3454847}"/>
              </a:ext>
            </a:extLst>
          </p:cNvPr>
          <p:cNvSpPr txBox="1"/>
          <p:nvPr/>
        </p:nvSpPr>
        <p:spPr>
          <a:xfrm>
            <a:off x="7133216" y="1520825"/>
            <a:ext cx="4628572" cy="2146742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defPPr>
              <a:defRPr lang="de-DE"/>
            </a:defPPr>
            <a:lvl1pPr marL="180000" indent="-1800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671344"/>
              </a:buClr>
              <a:buSzPct val="100000"/>
              <a:buFont typeface="+mj-lt"/>
              <a:buAutoNum type="arabicPeriod"/>
              <a:defRPr sz="1200">
                <a:cs typeface="Arial" panose="020B0604020202020204" pitchFamily="34" charset="0"/>
              </a:defRPr>
            </a:lvl1pPr>
            <a:lvl2pPr marL="360000" lvl="1" indent="-1800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355600" algn="l"/>
              </a:tabLst>
              <a:defRPr sz="1400">
                <a:cs typeface="Arial" panose="020B0604020202020204" pitchFamily="34" charset="0"/>
              </a:defRPr>
            </a:lvl2pPr>
            <a:lvl3pPr marL="540000" lvl="2" indent="-17938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cs typeface="Arial" panose="020B0604020202020204" pitchFamily="34" charset="0"/>
              </a:defRPr>
            </a:lvl3pPr>
            <a:lvl4pPr marL="719138" lvl="3" indent="-1800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cs typeface="Arial" panose="020B0604020202020204" pitchFamily="34" charset="0"/>
              </a:defRPr>
            </a:lvl4pPr>
            <a:lvl5pPr marL="180000" lvl="4" indent="-1800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Tx/>
              <a:buNone/>
              <a:tabLst/>
              <a:defRPr sz="1400" b="0">
                <a:cs typeface="Arial" panose="020B0604020202020204" pitchFamily="34" charset="0"/>
              </a:defRPr>
            </a:lvl5pPr>
            <a:lvl6pPr marL="0" lvl="5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Tx/>
              <a:buNone/>
              <a:defRPr sz="1400" b="1">
                <a:cs typeface="Arial" panose="020B0604020202020204" pitchFamily="34" charset="0"/>
              </a:defRPr>
            </a:lvl6pPr>
            <a:lvl7pPr marL="0" lvl="6" indent="0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  <a:buFont typeface="+mj-lt"/>
              <a:buNone/>
              <a:defRPr b="0">
                <a:solidFill>
                  <a:schemeClr val="tx2"/>
                </a:solidFill>
                <a:cs typeface="Arial" panose="020B0604020202020204" pitchFamily="34" charset="0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+mj-lt"/>
              <a:buNone/>
              <a:defRPr sz="1400">
                <a:cs typeface="Arial" panose="020B0604020202020204" pitchFamily="34" charset="0"/>
              </a:defRPr>
            </a:lvl8pPr>
            <a:lvl9pPr marL="0" indent="0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None/>
              <a:defRPr sz="1400" b="0"/>
            </a:lvl9pPr>
          </a:lstStyle>
          <a:p>
            <a:pPr lvl="5" defTabSz="914377">
              <a:spcAft>
                <a:spcPts val="1067"/>
              </a:spcAft>
              <a:buClr>
                <a:srgbClr val="678FB0"/>
              </a:buClr>
              <a:defRPr/>
            </a:pPr>
            <a:r>
              <a:rPr lang="en-GB" dirty="0">
                <a:sym typeface="Arial" panose="020B0604020202020204" pitchFamily="34" charset="0"/>
              </a:rPr>
              <a:t>Insert image from external source</a:t>
            </a:r>
          </a:p>
          <a:p>
            <a:pPr marL="216000" indent="-216000" defTabSz="914377">
              <a:spcAft>
                <a:spcPts val="1067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GB" sz="1400" dirty="0">
                <a:sym typeface="Arial" panose="020B0604020202020204" pitchFamily="34" charset="0"/>
              </a:rPr>
              <a:t>Click on the image            icon, select image from </a:t>
            </a:r>
            <a:r>
              <a:rPr lang="en-GB" sz="1400" dirty="0" err="1">
                <a:sym typeface="Arial" panose="020B0604020202020204" pitchFamily="34" charset="0"/>
              </a:rPr>
              <a:t>Sharepoint</a:t>
            </a:r>
            <a:r>
              <a:rPr lang="en-GB" sz="1400" dirty="0">
                <a:sym typeface="Arial" panose="020B0604020202020204" pitchFamily="34" charset="0"/>
              </a:rPr>
              <a:t> or other source</a:t>
            </a:r>
          </a:p>
          <a:p>
            <a:pPr marL="216000" indent="-216000" defTabSz="914377">
              <a:spcAft>
                <a:spcPts val="1067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GB" sz="1400" dirty="0">
                <a:sym typeface="Arial" panose="020B0604020202020204" pitchFamily="34" charset="0"/>
              </a:rPr>
              <a:t>The bbv image library is here locally located: </a:t>
            </a:r>
            <a:r>
              <a:rPr lang="en-GB" sz="1400" i="1" dirty="0">
                <a:sym typeface="Arial" panose="020B0604020202020204" pitchFamily="34" charset="0"/>
                <a:hlinkClick r:id="rId7" action="ppaction://hlinkfile"/>
              </a:rPr>
              <a:t>C:\Users\Public\bbv_templates\Marketing\PPT-Bibliotheken\Bilder-Bibliothek</a:t>
            </a:r>
            <a:endParaRPr lang="en-GB" sz="1400" i="1" dirty="0">
              <a:sym typeface="Arial" panose="020B0604020202020204" pitchFamily="34" charset="0"/>
            </a:endParaRPr>
          </a:p>
          <a:p>
            <a:pPr marL="216000" indent="-216000" defTabSz="914377">
              <a:spcAft>
                <a:spcPts val="1067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GB" sz="1400" dirty="0">
                <a:sym typeface="Arial" panose="020B0604020202020204" pitchFamily="34" charset="0"/>
              </a:rPr>
              <a:t>Or: copy image from external source with </a:t>
            </a:r>
            <a:r>
              <a:rPr lang="en-GB" sz="1400" dirty="0" err="1">
                <a:sym typeface="Arial" panose="020B0604020202020204" pitchFamily="34" charset="0"/>
              </a:rPr>
              <a:t>Ctrl+C</a:t>
            </a:r>
            <a:r>
              <a:rPr lang="en-GB" sz="1400" dirty="0">
                <a:sym typeface="Arial" panose="020B0604020202020204" pitchFamily="34" charset="0"/>
              </a:rPr>
              <a:t>, select the placeholder, then paste with </a:t>
            </a:r>
            <a:r>
              <a:rPr lang="en-GB" sz="1400" dirty="0" err="1">
                <a:sym typeface="Arial" panose="020B0604020202020204" pitchFamily="34" charset="0"/>
              </a:rPr>
              <a:t>Ctrl+V</a:t>
            </a:r>
            <a:endParaRPr lang="en-GB" sz="1400" dirty="0">
              <a:sym typeface="Arial" panose="020B0604020202020204" pitchFamily="34" charset="0"/>
            </a:endParaRPr>
          </a:p>
        </p:txBody>
      </p:sp>
      <p:sp>
        <p:nvSpPr>
          <p:cNvPr id="15" name="Textfeld 46">
            <a:extLst>
              <a:ext uri="{FF2B5EF4-FFF2-40B4-BE49-F238E27FC236}">
                <a16:creationId xmlns:a16="http://schemas.microsoft.com/office/drawing/2014/main" id="{862FDC31-4259-0DB9-F452-0C5EA5FBDC82}"/>
              </a:ext>
            </a:extLst>
          </p:cNvPr>
          <p:cNvSpPr txBox="1"/>
          <p:nvPr/>
        </p:nvSpPr>
        <p:spPr>
          <a:xfrm>
            <a:off x="7135996" y="3921125"/>
            <a:ext cx="4625792" cy="219812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000" indent="-1800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671344"/>
              </a:buClr>
              <a:buSzPct val="100000"/>
              <a:buFont typeface="+mj-lt"/>
              <a:buAutoNum type="arabicPeriod"/>
              <a:defRPr lang="de-DE" sz="1400">
                <a:cs typeface="Arial" panose="020B0604020202020204" pitchFamily="34" charset="0"/>
              </a:defRPr>
            </a:lvl1pPr>
            <a:lvl2pPr marL="360000" lvl="1" indent="-1800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355600" algn="l"/>
              </a:tabLst>
              <a:defRPr lang="de-DE" sz="1400">
                <a:cs typeface="Arial" panose="020B0604020202020204" pitchFamily="34" charset="0"/>
              </a:defRPr>
            </a:lvl2pPr>
            <a:lvl3pPr marL="540000" lvl="2" indent="-17938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lang="de-DE" sz="1400">
                <a:cs typeface="Arial" panose="020B0604020202020204" pitchFamily="34" charset="0"/>
              </a:defRPr>
            </a:lvl3pPr>
            <a:lvl4pPr marL="719138" lvl="3" indent="-1800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lang="de-DE" sz="1400">
                <a:cs typeface="Arial" panose="020B0604020202020204" pitchFamily="34" charset="0"/>
              </a:defRPr>
            </a:lvl4pPr>
            <a:lvl5pPr marL="180000" lvl="4" indent="-1800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Tx/>
              <a:buNone/>
              <a:tabLst/>
              <a:defRPr lang="de-DE" sz="1400" b="0">
                <a:cs typeface="Arial" panose="020B0604020202020204" pitchFamily="34" charset="0"/>
              </a:defRPr>
            </a:lvl5pPr>
            <a:lvl6pPr marL="0" lvl="5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Tx/>
              <a:buNone/>
              <a:defRPr lang="de-DE" sz="1400" b="1">
                <a:cs typeface="Arial" panose="020B0604020202020204" pitchFamily="34" charset="0"/>
              </a:defRPr>
            </a:lvl6pPr>
            <a:lvl7pPr marL="0" lvl="6" indent="0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  <a:buFont typeface="+mj-lt"/>
              <a:buNone/>
              <a:defRPr lang="de-DE" b="0">
                <a:solidFill>
                  <a:schemeClr val="tx2"/>
                </a:solidFill>
                <a:cs typeface="Arial" panose="020B0604020202020204" pitchFamily="34" charset="0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+mj-lt"/>
              <a:buNone/>
              <a:defRPr lang="de-DE" sz="1400">
                <a:cs typeface="Arial" panose="020B0604020202020204" pitchFamily="34" charset="0"/>
              </a:defRPr>
            </a:lvl8pPr>
            <a:lvl9pPr marL="0" indent="0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None/>
              <a:defRPr lang="de-DE" sz="1400" b="0" dirty="0"/>
            </a:lvl9pPr>
          </a:lstStyle>
          <a:p>
            <a:pPr marL="0" indent="0" defTabSz="914377">
              <a:spcAft>
                <a:spcPts val="1067"/>
              </a:spcAft>
              <a:buClr>
                <a:srgbClr val="E30613"/>
              </a:buClr>
              <a:buNone/>
              <a:defRPr/>
            </a:pPr>
            <a:r>
              <a:rPr lang="en-GB" b="1">
                <a:sym typeface="Arial" panose="020B0604020202020204" pitchFamily="34" charset="0"/>
              </a:rPr>
              <a:t>Adjust</a:t>
            </a:r>
          </a:p>
          <a:p>
            <a:pPr marL="216000" indent="-216000" defTabSz="914377">
              <a:spcAft>
                <a:spcPts val="1067"/>
              </a:spcAft>
              <a:buClr>
                <a:schemeClr val="tx1"/>
              </a:buClr>
              <a:defRPr/>
            </a:pPr>
            <a:r>
              <a:rPr lang="en-GB">
                <a:sym typeface="Arial" panose="020B0604020202020204" pitchFamily="34" charset="0"/>
              </a:rPr>
              <a:t>Select the image</a:t>
            </a:r>
          </a:p>
          <a:p>
            <a:pPr marL="216000" indent="-216000" defTabSz="914377">
              <a:spcAft>
                <a:spcPts val="1067"/>
              </a:spcAft>
              <a:buClr>
                <a:schemeClr val="tx1"/>
              </a:buClr>
              <a:defRPr/>
            </a:pPr>
            <a:r>
              <a:rPr lang="en-GB">
                <a:sym typeface="Arial" panose="020B0604020202020204" pitchFamily="34" charset="0"/>
              </a:rPr>
              <a:t>Click in the tab «Picture Format» on «Crop»</a:t>
            </a:r>
          </a:p>
          <a:p>
            <a:pPr marL="216000" indent="-216000" defTabSz="914377">
              <a:spcAft>
                <a:spcPts val="1067"/>
              </a:spcAft>
              <a:buClr>
                <a:schemeClr val="tx1"/>
              </a:buClr>
              <a:defRPr/>
            </a:pPr>
            <a:r>
              <a:rPr lang="en-GB">
                <a:sym typeface="Arial" panose="020B0604020202020204" pitchFamily="34" charset="0"/>
              </a:rPr>
              <a:t>Adjust the image composition by moving the image </a:t>
            </a:r>
          </a:p>
          <a:p>
            <a:pPr marL="216000" indent="-216000" defTabSz="914377">
              <a:spcAft>
                <a:spcPts val="1067"/>
              </a:spcAft>
              <a:buClr>
                <a:schemeClr val="tx1"/>
              </a:buClr>
              <a:defRPr/>
            </a:pPr>
            <a:r>
              <a:rPr lang="en-GB">
                <a:sym typeface="Arial" panose="020B0604020202020204" pitchFamily="34" charset="0"/>
              </a:rPr>
              <a:t>Resize the image by clicking and dragging the outer circles.</a:t>
            </a:r>
          </a:p>
          <a:p>
            <a:pPr marL="216000" indent="-216000" defTabSz="914377">
              <a:spcAft>
                <a:spcPts val="1067"/>
              </a:spcAft>
              <a:buClr>
                <a:schemeClr val="tx1"/>
              </a:buClr>
              <a:defRPr/>
            </a:pPr>
            <a:r>
              <a:rPr lang="en-GB">
                <a:sym typeface="Arial" panose="020B0604020202020204" pitchFamily="34" charset="0"/>
              </a:rPr>
              <a:t>Click again on «Crop» to finish the adjustments</a:t>
            </a:r>
          </a:p>
        </p:txBody>
      </p:sp>
      <p:cxnSp>
        <p:nvCxnSpPr>
          <p:cNvPr id="17" name="Gerade Verbindung mit Pfeil 94">
            <a:extLst>
              <a:ext uri="{FF2B5EF4-FFF2-40B4-BE49-F238E27FC236}">
                <a16:creationId xmlns:a16="http://schemas.microsoft.com/office/drawing/2014/main" id="{A511B286-1545-FD7B-DCB7-8B5442EC52AF}"/>
              </a:ext>
            </a:extLst>
          </p:cNvPr>
          <p:cNvCxnSpPr>
            <a:cxnSpLocks/>
          </p:cNvCxnSpPr>
          <p:nvPr/>
        </p:nvCxnSpPr>
        <p:spPr bwMode="auto">
          <a:xfrm>
            <a:off x="3018503" y="4570185"/>
            <a:ext cx="3195665" cy="0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41">
            <a:extLst>
              <a:ext uri="{FF2B5EF4-FFF2-40B4-BE49-F238E27FC236}">
                <a16:creationId xmlns:a16="http://schemas.microsoft.com/office/drawing/2014/main" id="{04350079-E221-80CA-4C62-EAC0DE598603}"/>
              </a:ext>
            </a:extLst>
          </p:cNvPr>
          <p:cNvSpPr/>
          <p:nvPr/>
        </p:nvSpPr>
        <p:spPr>
          <a:xfrm>
            <a:off x="5585161" y="6093205"/>
            <a:ext cx="221875" cy="221875"/>
          </a:xfrm>
          <a:prstGeom prst="ellipse">
            <a:avLst/>
          </a:prstGeom>
          <a:solidFill>
            <a:schemeClr val="accent6">
              <a:alpha val="20000"/>
            </a:schemeClr>
          </a:solidFill>
          <a:ln w="28575" cap="rnd">
            <a:solidFill>
              <a:srgbClr val="F39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914377">
              <a:defRPr/>
            </a:pPr>
            <a:endParaRPr lang="en-GB" sz="1467">
              <a:solidFill>
                <a:srgbClr val="6DB7C2"/>
              </a:solidFill>
              <a:cs typeface="Arial" panose="020B0604020202020204" pitchFamily="34" charset="0"/>
            </a:endParaRPr>
          </a:p>
        </p:txBody>
      </p:sp>
      <p:grpSp>
        <p:nvGrpSpPr>
          <p:cNvPr id="21" name="Gruppieren 43">
            <a:extLst>
              <a:ext uri="{FF2B5EF4-FFF2-40B4-BE49-F238E27FC236}">
                <a16:creationId xmlns:a16="http://schemas.microsoft.com/office/drawing/2014/main" id="{FEDD1F48-77E8-24A4-19AC-27B41C28AC56}"/>
              </a:ext>
            </a:extLst>
          </p:cNvPr>
          <p:cNvGrpSpPr/>
          <p:nvPr/>
        </p:nvGrpSpPr>
        <p:grpSpPr>
          <a:xfrm>
            <a:off x="3525807" y="4912400"/>
            <a:ext cx="143313" cy="143313"/>
            <a:chOff x="4070350" y="4368475"/>
            <a:chExt cx="143313" cy="143313"/>
          </a:xfrm>
          <a:solidFill>
            <a:srgbClr val="F39800"/>
          </a:solidFill>
        </p:grpSpPr>
        <p:sp>
          <p:nvSpPr>
            <p:cNvPr id="22" name="Rechteck 41">
              <a:extLst>
                <a:ext uri="{FF2B5EF4-FFF2-40B4-BE49-F238E27FC236}">
                  <a16:creationId xmlns:a16="http://schemas.microsoft.com/office/drawing/2014/main" id="{935C84EF-CCEE-F4E5-D2A8-25D0334B38ED}"/>
                </a:ext>
              </a:extLst>
            </p:cNvPr>
            <p:cNvSpPr/>
            <p:nvPr/>
          </p:nvSpPr>
          <p:spPr>
            <a:xfrm>
              <a:off x="4070350" y="4368475"/>
              <a:ext cx="143313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0000" bIns="90000" rtlCol="0" anchor="ctr">
              <a:noAutofit/>
            </a:bodyPr>
            <a:lstStyle/>
            <a:p>
              <a:pPr algn="ctr" defTabSz="914377">
                <a:defRPr/>
              </a:pPr>
              <a:endParaRPr lang="en-GB" sz="1467">
                <a:solidFill>
                  <a:srgbClr val="6DB7C2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3" name="Rechteck 42">
              <a:extLst>
                <a:ext uri="{FF2B5EF4-FFF2-40B4-BE49-F238E27FC236}">
                  <a16:creationId xmlns:a16="http://schemas.microsoft.com/office/drawing/2014/main" id="{C461557E-615C-B030-2D9D-8426B78A7598}"/>
                </a:ext>
              </a:extLst>
            </p:cNvPr>
            <p:cNvSpPr/>
            <p:nvPr/>
          </p:nvSpPr>
          <p:spPr>
            <a:xfrm rot="5400000">
              <a:off x="4016694" y="4422132"/>
              <a:ext cx="143313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0000" bIns="90000" rtlCol="0" anchor="ctr">
              <a:noAutofit/>
            </a:bodyPr>
            <a:lstStyle/>
            <a:p>
              <a:pPr algn="ctr" defTabSz="914377">
                <a:defRPr/>
              </a:pPr>
              <a:endParaRPr lang="en-GB" sz="1467">
                <a:solidFill>
                  <a:srgbClr val="6DB7C2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4" name="Gruppieren 44">
            <a:extLst>
              <a:ext uri="{FF2B5EF4-FFF2-40B4-BE49-F238E27FC236}">
                <a16:creationId xmlns:a16="http://schemas.microsoft.com/office/drawing/2014/main" id="{F569182A-8730-F2B4-5E3F-C669F4F2BC26}"/>
              </a:ext>
            </a:extLst>
          </p:cNvPr>
          <p:cNvGrpSpPr/>
          <p:nvPr/>
        </p:nvGrpSpPr>
        <p:grpSpPr>
          <a:xfrm rot="5400000">
            <a:off x="5552787" y="4909457"/>
            <a:ext cx="143313" cy="143313"/>
            <a:chOff x="4070350" y="4368475"/>
            <a:chExt cx="143313" cy="143313"/>
          </a:xfrm>
          <a:solidFill>
            <a:srgbClr val="F39800"/>
          </a:solidFill>
        </p:grpSpPr>
        <p:sp>
          <p:nvSpPr>
            <p:cNvPr id="25" name="Rechteck 45">
              <a:extLst>
                <a:ext uri="{FF2B5EF4-FFF2-40B4-BE49-F238E27FC236}">
                  <a16:creationId xmlns:a16="http://schemas.microsoft.com/office/drawing/2014/main" id="{12A51E69-0BC7-4668-AAA7-5166EBAC8197}"/>
                </a:ext>
              </a:extLst>
            </p:cNvPr>
            <p:cNvSpPr/>
            <p:nvPr/>
          </p:nvSpPr>
          <p:spPr>
            <a:xfrm>
              <a:off x="4070350" y="4368475"/>
              <a:ext cx="143313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0000" bIns="90000" rtlCol="0" anchor="ctr">
              <a:noAutofit/>
            </a:bodyPr>
            <a:lstStyle/>
            <a:p>
              <a:pPr algn="ctr" defTabSz="914377">
                <a:defRPr/>
              </a:pPr>
              <a:endParaRPr lang="en-GB" sz="1467">
                <a:solidFill>
                  <a:srgbClr val="6DB7C2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6" name="Rechteck 46">
              <a:extLst>
                <a:ext uri="{FF2B5EF4-FFF2-40B4-BE49-F238E27FC236}">
                  <a16:creationId xmlns:a16="http://schemas.microsoft.com/office/drawing/2014/main" id="{F96A959A-12BF-31B6-7ACA-7F4870A4D216}"/>
                </a:ext>
              </a:extLst>
            </p:cNvPr>
            <p:cNvSpPr/>
            <p:nvPr/>
          </p:nvSpPr>
          <p:spPr>
            <a:xfrm rot="5400000">
              <a:off x="4016694" y="4422132"/>
              <a:ext cx="143313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0000" bIns="90000" rtlCol="0" anchor="ctr">
              <a:noAutofit/>
            </a:bodyPr>
            <a:lstStyle/>
            <a:p>
              <a:pPr algn="ctr" defTabSz="914377">
                <a:defRPr/>
              </a:pPr>
              <a:endParaRPr lang="en-GB" sz="1467">
                <a:solidFill>
                  <a:srgbClr val="6DB7C2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7" name="Gruppieren 47">
            <a:extLst>
              <a:ext uri="{FF2B5EF4-FFF2-40B4-BE49-F238E27FC236}">
                <a16:creationId xmlns:a16="http://schemas.microsoft.com/office/drawing/2014/main" id="{4815BCDE-65AD-6865-FB4E-ADB47E589B48}"/>
              </a:ext>
            </a:extLst>
          </p:cNvPr>
          <p:cNvGrpSpPr/>
          <p:nvPr/>
        </p:nvGrpSpPr>
        <p:grpSpPr>
          <a:xfrm rot="10800000">
            <a:off x="5552787" y="5985903"/>
            <a:ext cx="143313" cy="143313"/>
            <a:chOff x="4070350" y="4368475"/>
            <a:chExt cx="143313" cy="143313"/>
          </a:xfrm>
          <a:solidFill>
            <a:srgbClr val="F39800"/>
          </a:solidFill>
        </p:grpSpPr>
        <p:sp>
          <p:nvSpPr>
            <p:cNvPr id="28" name="Rechteck 48">
              <a:extLst>
                <a:ext uri="{FF2B5EF4-FFF2-40B4-BE49-F238E27FC236}">
                  <a16:creationId xmlns:a16="http://schemas.microsoft.com/office/drawing/2014/main" id="{707BA450-EBC4-4895-9A9D-1F9EA6C97350}"/>
                </a:ext>
              </a:extLst>
            </p:cNvPr>
            <p:cNvSpPr/>
            <p:nvPr/>
          </p:nvSpPr>
          <p:spPr>
            <a:xfrm>
              <a:off x="4070350" y="4368475"/>
              <a:ext cx="143313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0000" bIns="90000" rtlCol="0" anchor="ctr">
              <a:noAutofit/>
            </a:bodyPr>
            <a:lstStyle/>
            <a:p>
              <a:pPr algn="ctr" defTabSz="914377">
                <a:defRPr/>
              </a:pPr>
              <a:endParaRPr lang="en-GB" sz="1467">
                <a:solidFill>
                  <a:srgbClr val="6DB7C2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9" name="Rechteck 49">
              <a:extLst>
                <a:ext uri="{FF2B5EF4-FFF2-40B4-BE49-F238E27FC236}">
                  <a16:creationId xmlns:a16="http://schemas.microsoft.com/office/drawing/2014/main" id="{5A6B916A-E479-CBC4-072C-709A43DBA3E6}"/>
                </a:ext>
              </a:extLst>
            </p:cNvPr>
            <p:cNvSpPr/>
            <p:nvPr/>
          </p:nvSpPr>
          <p:spPr>
            <a:xfrm rot="5400000">
              <a:off x="4016694" y="4422132"/>
              <a:ext cx="143313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0000" bIns="90000" rtlCol="0" anchor="ctr">
              <a:noAutofit/>
            </a:bodyPr>
            <a:lstStyle/>
            <a:p>
              <a:pPr algn="ctr" defTabSz="914377">
                <a:defRPr/>
              </a:pPr>
              <a:endParaRPr lang="en-GB" sz="1467">
                <a:solidFill>
                  <a:srgbClr val="6DB7C2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30" name="Gruppieren 50">
            <a:extLst>
              <a:ext uri="{FF2B5EF4-FFF2-40B4-BE49-F238E27FC236}">
                <a16:creationId xmlns:a16="http://schemas.microsoft.com/office/drawing/2014/main" id="{80E5336F-4351-6773-C4B7-2DE7721227AD}"/>
              </a:ext>
            </a:extLst>
          </p:cNvPr>
          <p:cNvGrpSpPr/>
          <p:nvPr/>
        </p:nvGrpSpPr>
        <p:grpSpPr>
          <a:xfrm rot="16200000">
            <a:off x="3525807" y="5985904"/>
            <a:ext cx="143313" cy="143313"/>
            <a:chOff x="4070350" y="4368475"/>
            <a:chExt cx="143313" cy="143313"/>
          </a:xfrm>
          <a:solidFill>
            <a:srgbClr val="F39800"/>
          </a:solidFill>
        </p:grpSpPr>
        <p:sp>
          <p:nvSpPr>
            <p:cNvPr id="31" name="Rechteck 51">
              <a:extLst>
                <a:ext uri="{FF2B5EF4-FFF2-40B4-BE49-F238E27FC236}">
                  <a16:creationId xmlns:a16="http://schemas.microsoft.com/office/drawing/2014/main" id="{AA8579B9-03EF-D5BA-1458-53519F29CAD6}"/>
                </a:ext>
              </a:extLst>
            </p:cNvPr>
            <p:cNvSpPr/>
            <p:nvPr/>
          </p:nvSpPr>
          <p:spPr>
            <a:xfrm>
              <a:off x="4070350" y="4368475"/>
              <a:ext cx="143313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0000" bIns="90000" rtlCol="0" anchor="ctr">
              <a:noAutofit/>
            </a:bodyPr>
            <a:lstStyle/>
            <a:p>
              <a:pPr algn="ctr" defTabSz="914377">
                <a:defRPr/>
              </a:pPr>
              <a:endParaRPr lang="en-GB" sz="1467">
                <a:solidFill>
                  <a:srgbClr val="6DB7C2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2" name="Rechteck 52">
              <a:extLst>
                <a:ext uri="{FF2B5EF4-FFF2-40B4-BE49-F238E27FC236}">
                  <a16:creationId xmlns:a16="http://schemas.microsoft.com/office/drawing/2014/main" id="{47AF9317-ACAA-C1D2-BDBF-D07FB4FF9A41}"/>
                </a:ext>
              </a:extLst>
            </p:cNvPr>
            <p:cNvSpPr/>
            <p:nvPr/>
          </p:nvSpPr>
          <p:spPr>
            <a:xfrm rot="5400000">
              <a:off x="4016694" y="4422132"/>
              <a:ext cx="143313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0000" bIns="90000" rtlCol="0" anchor="ctr">
              <a:noAutofit/>
            </a:bodyPr>
            <a:lstStyle/>
            <a:p>
              <a:pPr algn="ctr" defTabSz="914377">
                <a:defRPr/>
              </a:pPr>
              <a:endParaRPr lang="en-GB" sz="1467">
                <a:solidFill>
                  <a:srgbClr val="6DB7C2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33" name="Rechteck 53">
            <a:extLst>
              <a:ext uri="{FF2B5EF4-FFF2-40B4-BE49-F238E27FC236}">
                <a16:creationId xmlns:a16="http://schemas.microsoft.com/office/drawing/2014/main" id="{1DFB1046-F131-09B7-E7D6-2DBCC79E8D5B}"/>
              </a:ext>
            </a:extLst>
          </p:cNvPr>
          <p:cNvSpPr/>
          <p:nvPr/>
        </p:nvSpPr>
        <p:spPr>
          <a:xfrm>
            <a:off x="4538503" y="4918908"/>
            <a:ext cx="143313" cy="36000"/>
          </a:xfrm>
          <a:prstGeom prst="rect">
            <a:avLst/>
          </a:prstGeom>
          <a:solidFill>
            <a:srgbClr val="F39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ctr">
            <a:noAutofit/>
          </a:bodyPr>
          <a:lstStyle/>
          <a:p>
            <a:pPr algn="ctr" defTabSz="914377">
              <a:defRPr/>
            </a:pPr>
            <a:endParaRPr lang="en-GB" sz="1467">
              <a:solidFill>
                <a:srgbClr val="6DB7C2"/>
              </a:solidFill>
              <a:cs typeface="Arial" panose="020B0604020202020204" pitchFamily="34" charset="0"/>
            </a:endParaRPr>
          </a:p>
        </p:txBody>
      </p:sp>
      <p:sp>
        <p:nvSpPr>
          <p:cNvPr id="34" name="Rechteck 54">
            <a:extLst>
              <a:ext uri="{FF2B5EF4-FFF2-40B4-BE49-F238E27FC236}">
                <a16:creationId xmlns:a16="http://schemas.microsoft.com/office/drawing/2014/main" id="{2DB7FF71-A990-8611-DE16-2E824A3831A3}"/>
              </a:ext>
            </a:extLst>
          </p:cNvPr>
          <p:cNvSpPr/>
          <p:nvPr/>
        </p:nvSpPr>
        <p:spPr>
          <a:xfrm>
            <a:off x="4532240" y="6091591"/>
            <a:ext cx="143313" cy="36000"/>
          </a:xfrm>
          <a:prstGeom prst="rect">
            <a:avLst/>
          </a:prstGeom>
          <a:solidFill>
            <a:srgbClr val="F39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ctr">
            <a:noAutofit/>
          </a:bodyPr>
          <a:lstStyle/>
          <a:p>
            <a:pPr algn="ctr" defTabSz="914377">
              <a:defRPr/>
            </a:pPr>
            <a:endParaRPr lang="en-GB" sz="1467">
              <a:solidFill>
                <a:srgbClr val="6DB7C2"/>
              </a:solidFill>
              <a:cs typeface="Arial" panose="020B0604020202020204" pitchFamily="34" charset="0"/>
            </a:endParaRPr>
          </a:p>
        </p:txBody>
      </p:sp>
      <p:sp>
        <p:nvSpPr>
          <p:cNvPr id="35" name="Ellipse 55">
            <a:extLst>
              <a:ext uri="{FF2B5EF4-FFF2-40B4-BE49-F238E27FC236}">
                <a16:creationId xmlns:a16="http://schemas.microsoft.com/office/drawing/2014/main" id="{6758CADA-612F-FCC4-2D51-D9F6E95D3209}"/>
              </a:ext>
            </a:extLst>
          </p:cNvPr>
          <p:cNvSpPr/>
          <p:nvPr/>
        </p:nvSpPr>
        <p:spPr>
          <a:xfrm>
            <a:off x="3480982" y="6186373"/>
            <a:ext cx="72752" cy="7275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ctr">
            <a:noAutofit/>
          </a:bodyPr>
          <a:lstStyle/>
          <a:p>
            <a:pPr algn="ctr" defTabSz="914377">
              <a:defRPr/>
            </a:pPr>
            <a:endParaRPr lang="en-GB" sz="1467">
              <a:solidFill>
                <a:srgbClr val="6DB7C2"/>
              </a:solidFill>
              <a:cs typeface="Arial" panose="020B0604020202020204" pitchFamily="34" charset="0"/>
            </a:endParaRPr>
          </a:p>
        </p:txBody>
      </p:sp>
      <p:sp>
        <p:nvSpPr>
          <p:cNvPr id="36" name="Ellipse 56">
            <a:extLst>
              <a:ext uri="{FF2B5EF4-FFF2-40B4-BE49-F238E27FC236}">
                <a16:creationId xmlns:a16="http://schemas.microsoft.com/office/drawing/2014/main" id="{35181343-5E20-8439-5F73-E3545FCF4FA6}"/>
              </a:ext>
            </a:extLst>
          </p:cNvPr>
          <p:cNvSpPr/>
          <p:nvPr/>
        </p:nvSpPr>
        <p:spPr>
          <a:xfrm>
            <a:off x="3486957" y="4880360"/>
            <a:ext cx="72752" cy="7275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ctr">
            <a:noAutofit/>
          </a:bodyPr>
          <a:lstStyle/>
          <a:p>
            <a:pPr algn="ctr" defTabSz="914377">
              <a:defRPr/>
            </a:pPr>
            <a:endParaRPr lang="en-GB" sz="1467">
              <a:solidFill>
                <a:srgbClr val="6DB7C2"/>
              </a:solidFill>
              <a:cs typeface="Arial" panose="020B0604020202020204" pitchFamily="34" charset="0"/>
            </a:endParaRPr>
          </a:p>
        </p:txBody>
      </p:sp>
      <p:sp>
        <p:nvSpPr>
          <p:cNvPr id="37" name="Ellipse 57">
            <a:extLst>
              <a:ext uri="{FF2B5EF4-FFF2-40B4-BE49-F238E27FC236}">
                <a16:creationId xmlns:a16="http://schemas.microsoft.com/office/drawing/2014/main" id="{F50F96A3-5203-0EF1-81E2-F8821B4E8B0E}"/>
              </a:ext>
            </a:extLst>
          </p:cNvPr>
          <p:cNvSpPr/>
          <p:nvPr/>
        </p:nvSpPr>
        <p:spPr>
          <a:xfrm>
            <a:off x="5666615" y="4861688"/>
            <a:ext cx="72752" cy="7275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ctr">
            <a:noAutofit/>
          </a:bodyPr>
          <a:lstStyle/>
          <a:p>
            <a:pPr algn="ctr" defTabSz="914377">
              <a:defRPr/>
            </a:pPr>
            <a:endParaRPr lang="en-GB" sz="1467">
              <a:solidFill>
                <a:srgbClr val="6DB7C2"/>
              </a:solidFill>
              <a:cs typeface="Arial" panose="020B0604020202020204" pitchFamily="34" charset="0"/>
            </a:endParaRPr>
          </a:p>
        </p:txBody>
      </p:sp>
      <p:sp>
        <p:nvSpPr>
          <p:cNvPr id="38" name="Ellipse 58">
            <a:extLst>
              <a:ext uri="{FF2B5EF4-FFF2-40B4-BE49-F238E27FC236}">
                <a16:creationId xmlns:a16="http://schemas.microsoft.com/office/drawing/2014/main" id="{D19F1F1C-F0CC-1C4A-EF90-55EED0CA33F7}"/>
              </a:ext>
            </a:extLst>
          </p:cNvPr>
          <p:cNvSpPr/>
          <p:nvPr/>
        </p:nvSpPr>
        <p:spPr>
          <a:xfrm>
            <a:off x="4562837" y="4874757"/>
            <a:ext cx="72752" cy="7275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ctr">
            <a:noAutofit/>
          </a:bodyPr>
          <a:lstStyle/>
          <a:p>
            <a:pPr algn="ctr" defTabSz="914377">
              <a:defRPr/>
            </a:pPr>
            <a:endParaRPr lang="en-GB" sz="1467">
              <a:solidFill>
                <a:srgbClr val="6DB7C2"/>
              </a:solidFill>
              <a:cs typeface="Arial" panose="020B0604020202020204" pitchFamily="34" charset="0"/>
            </a:endParaRPr>
          </a:p>
        </p:txBody>
      </p:sp>
      <p:sp>
        <p:nvSpPr>
          <p:cNvPr id="39" name="Ellipse 59">
            <a:extLst>
              <a:ext uri="{FF2B5EF4-FFF2-40B4-BE49-F238E27FC236}">
                <a16:creationId xmlns:a16="http://schemas.microsoft.com/office/drawing/2014/main" id="{984794C3-3E3A-DB6C-1AA1-8B51A68BAF5F}"/>
              </a:ext>
            </a:extLst>
          </p:cNvPr>
          <p:cNvSpPr/>
          <p:nvPr/>
        </p:nvSpPr>
        <p:spPr>
          <a:xfrm>
            <a:off x="4569135" y="6186819"/>
            <a:ext cx="72752" cy="7275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ctr">
            <a:noAutofit/>
          </a:bodyPr>
          <a:lstStyle/>
          <a:p>
            <a:pPr algn="ctr" defTabSz="914377">
              <a:defRPr/>
            </a:pPr>
            <a:endParaRPr lang="en-GB" sz="1467">
              <a:solidFill>
                <a:srgbClr val="6DB7C2"/>
              </a:solidFill>
              <a:cs typeface="Arial" panose="020B0604020202020204" pitchFamily="34" charset="0"/>
            </a:endParaRPr>
          </a:p>
        </p:txBody>
      </p:sp>
      <p:sp>
        <p:nvSpPr>
          <p:cNvPr id="40" name="Ellipse 60">
            <a:extLst>
              <a:ext uri="{FF2B5EF4-FFF2-40B4-BE49-F238E27FC236}">
                <a16:creationId xmlns:a16="http://schemas.microsoft.com/office/drawing/2014/main" id="{1CA8CEF2-332A-DB24-B67D-3C35D900A07A}"/>
              </a:ext>
            </a:extLst>
          </p:cNvPr>
          <p:cNvSpPr/>
          <p:nvPr/>
        </p:nvSpPr>
        <p:spPr>
          <a:xfrm>
            <a:off x="5663549" y="6167767"/>
            <a:ext cx="72752" cy="7275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ctr">
            <a:noAutofit/>
          </a:bodyPr>
          <a:lstStyle/>
          <a:p>
            <a:pPr algn="ctr" defTabSz="914377">
              <a:defRPr/>
            </a:pPr>
            <a:endParaRPr lang="en-GB" sz="1467">
              <a:solidFill>
                <a:srgbClr val="6DB7C2"/>
              </a:solidFill>
              <a:cs typeface="Arial" panose="020B0604020202020204" pitchFamily="34" charset="0"/>
            </a:endParaRPr>
          </a:p>
        </p:txBody>
      </p:sp>
      <p:sp>
        <p:nvSpPr>
          <p:cNvPr id="41" name="Rechteck 61">
            <a:extLst>
              <a:ext uri="{FF2B5EF4-FFF2-40B4-BE49-F238E27FC236}">
                <a16:creationId xmlns:a16="http://schemas.microsoft.com/office/drawing/2014/main" id="{F25F55EB-C6D4-0D06-4B99-C911BC3291D1}"/>
              </a:ext>
            </a:extLst>
          </p:cNvPr>
          <p:cNvSpPr/>
          <p:nvPr/>
        </p:nvSpPr>
        <p:spPr>
          <a:xfrm rot="5400000">
            <a:off x="5605433" y="5503937"/>
            <a:ext cx="142875" cy="36000"/>
          </a:xfrm>
          <a:prstGeom prst="rect">
            <a:avLst/>
          </a:prstGeom>
          <a:solidFill>
            <a:srgbClr val="F39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ctr">
            <a:noAutofit/>
          </a:bodyPr>
          <a:lstStyle/>
          <a:p>
            <a:pPr algn="ctr" defTabSz="914377">
              <a:defRPr/>
            </a:pPr>
            <a:endParaRPr lang="en-GB" sz="1467">
              <a:solidFill>
                <a:srgbClr val="6DB7C2"/>
              </a:solidFill>
              <a:cs typeface="Arial" panose="020B0604020202020204" pitchFamily="34" charset="0"/>
            </a:endParaRPr>
          </a:p>
        </p:txBody>
      </p:sp>
      <p:sp>
        <p:nvSpPr>
          <p:cNvPr id="42" name="Rechteck 62">
            <a:extLst>
              <a:ext uri="{FF2B5EF4-FFF2-40B4-BE49-F238E27FC236}">
                <a16:creationId xmlns:a16="http://schemas.microsoft.com/office/drawing/2014/main" id="{2581ADA8-6413-7BFA-A150-3EE8C6C0EE32}"/>
              </a:ext>
            </a:extLst>
          </p:cNvPr>
          <p:cNvSpPr/>
          <p:nvPr/>
        </p:nvSpPr>
        <p:spPr>
          <a:xfrm rot="5400000">
            <a:off x="3470246" y="5503937"/>
            <a:ext cx="142875" cy="36000"/>
          </a:xfrm>
          <a:prstGeom prst="rect">
            <a:avLst/>
          </a:prstGeom>
          <a:solidFill>
            <a:srgbClr val="F39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ctr">
            <a:noAutofit/>
          </a:bodyPr>
          <a:lstStyle/>
          <a:p>
            <a:pPr algn="ctr" defTabSz="914377">
              <a:defRPr/>
            </a:pPr>
            <a:endParaRPr lang="en-GB" sz="1467">
              <a:solidFill>
                <a:srgbClr val="6DB7C2"/>
              </a:solidFill>
              <a:cs typeface="Arial" panose="020B0604020202020204" pitchFamily="34" charset="0"/>
            </a:endParaRPr>
          </a:p>
        </p:txBody>
      </p:sp>
      <p:grpSp>
        <p:nvGrpSpPr>
          <p:cNvPr id="43" name="Gruppieren 73">
            <a:extLst>
              <a:ext uri="{FF2B5EF4-FFF2-40B4-BE49-F238E27FC236}">
                <a16:creationId xmlns:a16="http://schemas.microsoft.com/office/drawing/2014/main" id="{68641A5E-BF48-CDFB-8057-9D6A64418F22}"/>
              </a:ext>
            </a:extLst>
          </p:cNvPr>
          <p:cNvGrpSpPr/>
          <p:nvPr/>
        </p:nvGrpSpPr>
        <p:grpSpPr>
          <a:xfrm>
            <a:off x="4478309" y="5060654"/>
            <a:ext cx="248149" cy="248149"/>
            <a:chOff x="5640408" y="2973408"/>
            <a:chExt cx="1212768" cy="1212768"/>
          </a:xfrm>
        </p:grpSpPr>
        <p:grpSp>
          <p:nvGrpSpPr>
            <p:cNvPr id="44" name="Gruppieren 69">
              <a:extLst>
                <a:ext uri="{FF2B5EF4-FFF2-40B4-BE49-F238E27FC236}">
                  <a16:creationId xmlns:a16="http://schemas.microsoft.com/office/drawing/2014/main" id="{2DE4F716-A6CC-5BA0-38FA-493F22C898D6}"/>
                </a:ext>
              </a:extLst>
            </p:cNvPr>
            <p:cNvGrpSpPr/>
            <p:nvPr/>
          </p:nvGrpSpPr>
          <p:grpSpPr>
            <a:xfrm>
              <a:off x="5789592" y="2973408"/>
              <a:ext cx="914400" cy="1212768"/>
              <a:chOff x="5638800" y="2971800"/>
              <a:chExt cx="914400" cy="1212768"/>
            </a:xfrm>
          </p:grpSpPr>
          <p:pic>
            <p:nvPicPr>
              <p:cNvPr id="48" name="Grafik 65" descr="Pfeil nach oben mit einfarbiger Füllung">
                <a:extLst>
                  <a:ext uri="{FF2B5EF4-FFF2-40B4-BE49-F238E27FC236}">
                    <a16:creationId xmlns:a16="http://schemas.microsoft.com/office/drawing/2014/main" id="{6D0CE4AC-3380-3D04-BE05-707788879C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38800" y="2971800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49" name="Grafik 68" descr="Pfeil nach oben mit einfarbiger Füllung">
                <a:extLst>
                  <a:ext uri="{FF2B5EF4-FFF2-40B4-BE49-F238E27FC236}">
                    <a16:creationId xmlns:a16="http://schemas.microsoft.com/office/drawing/2014/main" id="{A3015999-1C81-B164-3439-F7B043FBAC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 flipV="1">
                <a:off x="5638800" y="3270168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45" name="Gruppieren 70">
              <a:extLst>
                <a:ext uri="{FF2B5EF4-FFF2-40B4-BE49-F238E27FC236}">
                  <a16:creationId xmlns:a16="http://schemas.microsoft.com/office/drawing/2014/main" id="{F55D330B-C908-B456-A2E1-2691BDEAC025}"/>
                </a:ext>
              </a:extLst>
            </p:cNvPr>
            <p:cNvGrpSpPr/>
            <p:nvPr/>
          </p:nvGrpSpPr>
          <p:grpSpPr>
            <a:xfrm rot="5400000">
              <a:off x="5789592" y="2973408"/>
              <a:ext cx="914400" cy="1212768"/>
              <a:chOff x="5638800" y="2971800"/>
              <a:chExt cx="914400" cy="1212768"/>
            </a:xfrm>
          </p:grpSpPr>
          <p:pic>
            <p:nvPicPr>
              <p:cNvPr id="46" name="Grafik 71" descr="Pfeil nach oben mit einfarbiger Füllung">
                <a:extLst>
                  <a:ext uri="{FF2B5EF4-FFF2-40B4-BE49-F238E27FC236}">
                    <a16:creationId xmlns:a16="http://schemas.microsoft.com/office/drawing/2014/main" id="{C218EF49-54D9-4428-FEDC-DC2CC8D0BF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38800" y="2971800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47" name="Grafik 72" descr="Pfeil nach oben mit einfarbiger Füllung">
                <a:extLst>
                  <a:ext uri="{FF2B5EF4-FFF2-40B4-BE49-F238E27FC236}">
                    <a16:creationId xmlns:a16="http://schemas.microsoft.com/office/drawing/2014/main" id="{B5B38DE0-2EC5-29F5-C782-3ABEBD77EE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 flipV="1">
                <a:off x="5638800" y="3270168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E16107A-AB1F-D5FC-DA73-54D1223E3EEB}"/>
              </a:ext>
            </a:extLst>
          </p:cNvPr>
          <p:cNvGrpSpPr/>
          <p:nvPr/>
        </p:nvGrpSpPr>
        <p:grpSpPr>
          <a:xfrm>
            <a:off x="628751" y="4120185"/>
            <a:ext cx="2268000" cy="900000"/>
            <a:chOff x="628751" y="4086226"/>
            <a:chExt cx="2268000" cy="900000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A44D660B-CE66-7953-8A4A-9820259A1871}"/>
                </a:ext>
              </a:extLst>
            </p:cNvPr>
            <p:cNvSpPr/>
            <p:nvPr/>
          </p:nvSpPr>
          <p:spPr>
            <a:xfrm flipH="1">
              <a:off x="628751" y="4086226"/>
              <a:ext cx="2268000" cy="90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rtl="0">
                <a:spcAft>
                  <a:spcPts val="600"/>
                </a:spcAft>
              </a:pPr>
              <a:endParaRPr lang="en-GB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1BA502CB-C617-D999-54FA-FBCEC53FC8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r="81380"/>
            <a:stretch/>
          </p:blipFill>
          <p:spPr>
            <a:xfrm>
              <a:off x="699133" y="4158226"/>
              <a:ext cx="1066921" cy="756000"/>
            </a:xfrm>
            <a:prstGeom prst="rect">
              <a:avLst/>
            </a:prstGeom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94A1E54D-43DC-7E62-44A8-C32086140F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l="82864"/>
            <a:stretch/>
          </p:blipFill>
          <p:spPr>
            <a:xfrm>
              <a:off x="1838051" y="4158226"/>
              <a:ext cx="981905" cy="756000"/>
            </a:xfrm>
            <a:prstGeom prst="rect">
              <a:avLst/>
            </a:prstGeom>
          </p:spPr>
        </p:pic>
        <p:sp>
          <p:nvSpPr>
            <p:cNvPr id="13" name="Ellipse 25">
              <a:extLst>
                <a:ext uri="{FF2B5EF4-FFF2-40B4-BE49-F238E27FC236}">
                  <a16:creationId xmlns:a16="http://schemas.microsoft.com/office/drawing/2014/main" id="{0E5EF97D-4433-BBB2-4F42-4BF2F509E68A}"/>
                </a:ext>
              </a:extLst>
            </p:cNvPr>
            <p:cNvSpPr/>
            <p:nvPr/>
          </p:nvSpPr>
          <p:spPr>
            <a:xfrm>
              <a:off x="895612" y="4161992"/>
              <a:ext cx="684000" cy="216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914377">
                <a:defRPr/>
              </a:pPr>
              <a:endParaRPr lang="en-GB" sz="1467">
                <a:solidFill>
                  <a:srgbClr val="6DB7C2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50" name="Ellipse 25">
              <a:extLst>
                <a:ext uri="{FF2B5EF4-FFF2-40B4-BE49-F238E27FC236}">
                  <a16:creationId xmlns:a16="http://schemas.microsoft.com/office/drawing/2014/main" id="{0CECC691-DF93-B1BE-EFF2-FB3CE6DEAEDD}"/>
                </a:ext>
              </a:extLst>
            </p:cNvPr>
            <p:cNvSpPr/>
            <p:nvPr/>
          </p:nvSpPr>
          <p:spPr>
            <a:xfrm>
              <a:off x="2318368" y="4332225"/>
              <a:ext cx="288000" cy="468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914377">
                <a:defRPr/>
              </a:pPr>
              <a:endParaRPr lang="en-GB" sz="1467">
                <a:solidFill>
                  <a:srgbClr val="6DB7C2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8447CBC-A276-12AE-E95A-A3DE5A077712}"/>
              </a:ext>
            </a:extLst>
          </p:cNvPr>
          <p:cNvGrpSpPr/>
          <p:nvPr/>
        </p:nvGrpSpPr>
        <p:grpSpPr>
          <a:xfrm>
            <a:off x="6597549" y="1520825"/>
            <a:ext cx="197613" cy="2076725"/>
            <a:chOff x="6597549" y="1520825"/>
            <a:chExt cx="197613" cy="2076725"/>
          </a:xfrm>
        </p:grpSpPr>
        <p:cxnSp>
          <p:nvCxnSpPr>
            <p:cNvPr id="52" name="Gerader Verbinder 50">
              <a:extLst>
                <a:ext uri="{FF2B5EF4-FFF2-40B4-BE49-F238E27FC236}">
                  <a16:creationId xmlns:a16="http://schemas.microsoft.com/office/drawing/2014/main" id="{05DED289-B22E-3812-15EE-13B8A5A37A5D}"/>
                </a:ext>
              </a:extLst>
            </p:cNvPr>
            <p:cNvCxnSpPr>
              <a:cxnSpLocks/>
            </p:cNvCxnSpPr>
            <p:nvPr/>
          </p:nvCxnSpPr>
          <p:spPr>
            <a:xfrm>
              <a:off x="6597549" y="2559187"/>
              <a:ext cx="197613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r Verbinder 55">
              <a:extLst>
                <a:ext uri="{FF2B5EF4-FFF2-40B4-BE49-F238E27FC236}">
                  <a16:creationId xmlns:a16="http://schemas.microsoft.com/office/drawing/2014/main" id="{7CAE5EC2-6414-BB77-749B-F5F2167EF77C}"/>
                </a:ext>
              </a:extLst>
            </p:cNvPr>
            <p:cNvCxnSpPr>
              <a:cxnSpLocks/>
            </p:cNvCxnSpPr>
            <p:nvPr/>
          </p:nvCxnSpPr>
          <p:spPr>
            <a:xfrm>
              <a:off x="6597549" y="1520825"/>
              <a:ext cx="0" cy="2076725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5" name="Gerade Verbindung mit Pfeil 94">
            <a:extLst>
              <a:ext uri="{FF2B5EF4-FFF2-40B4-BE49-F238E27FC236}">
                <a16:creationId xmlns:a16="http://schemas.microsoft.com/office/drawing/2014/main" id="{E84C9C02-2A67-B6DE-89BE-4378EBE1A5F6}"/>
              </a:ext>
            </a:extLst>
          </p:cNvPr>
          <p:cNvCxnSpPr>
            <a:cxnSpLocks/>
          </p:cNvCxnSpPr>
          <p:nvPr/>
        </p:nvCxnSpPr>
        <p:spPr bwMode="auto">
          <a:xfrm>
            <a:off x="4919271" y="5222470"/>
            <a:ext cx="1294897" cy="0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Grafik 67" descr="Cursor mit einfarbiger Füllung">
            <a:extLst>
              <a:ext uri="{FF2B5EF4-FFF2-40B4-BE49-F238E27FC236}">
                <a16:creationId xmlns:a16="http://schemas.microsoft.com/office/drawing/2014/main" id="{CFC45C61-2C44-130D-242A-860DC8CA6C0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81579" y="5159510"/>
            <a:ext cx="367089" cy="367089"/>
          </a:xfrm>
          <a:prstGeom prst="rect">
            <a:avLst/>
          </a:prstGeom>
        </p:spPr>
      </p:pic>
      <p:cxnSp>
        <p:nvCxnSpPr>
          <p:cNvPr id="61" name="Gerade Verbindung mit Pfeil 94">
            <a:extLst>
              <a:ext uri="{FF2B5EF4-FFF2-40B4-BE49-F238E27FC236}">
                <a16:creationId xmlns:a16="http://schemas.microsoft.com/office/drawing/2014/main" id="{C5A53C75-E973-47F2-4776-C367C93DC9C9}"/>
              </a:ext>
            </a:extLst>
          </p:cNvPr>
          <p:cNvCxnSpPr>
            <a:cxnSpLocks/>
          </p:cNvCxnSpPr>
          <p:nvPr/>
        </p:nvCxnSpPr>
        <p:spPr bwMode="auto">
          <a:xfrm>
            <a:off x="5860347" y="6204204"/>
            <a:ext cx="353821" cy="0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CFBDA76-6F55-0D0E-5B71-9DF26805617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342" y="1756560"/>
            <a:ext cx="2925826" cy="1643050"/>
          </a:xfrm>
          <a:prstGeom prst="rect">
            <a:avLst/>
          </a:prstGeom>
          <a:ln w="19050">
            <a:noFill/>
          </a:ln>
          <a:effectLst>
            <a:outerShdw blurRad="177800" dist="101600" dir="2700000" algn="tl" rotWithShape="0">
              <a:prstClr val="black">
                <a:alpha val="22000"/>
              </a:prstClr>
            </a:outerShdw>
          </a:effectLst>
        </p:spPr>
      </p:pic>
      <p:pic>
        <p:nvPicPr>
          <p:cNvPr id="18" name="Grafik 12">
            <a:extLst>
              <a:ext uri="{FF2B5EF4-FFF2-40B4-BE49-F238E27FC236}">
                <a16:creationId xmlns:a16="http://schemas.microsoft.com/office/drawing/2014/main" id="{6C1F0F9D-5AB0-57CB-AFDB-64856AE00006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18215" r="18215"/>
          <a:stretch/>
        </p:blipFill>
        <p:spPr>
          <a:xfrm>
            <a:off x="4980229" y="2146294"/>
            <a:ext cx="404399" cy="294277"/>
          </a:xfrm>
          <a:prstGeom prst="rect">
            <a:avLst/>
          </a:prstGeom>
          <a:solidFill>
            <a:schemeClr val="accent6">
              <a:alpha val="20000"/>
            </a:schemeClr>
          </a:solidFill>
          <a:ln w="28575" cap="rnd">
            <a:noFill/>
          </a:ln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0A092A50-B800-4274-8F7B-39A891B73BF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80016" y="1752100"/>
            <a:ext cx="447566" cy="344281"/>
          </a:xfrm>
          <a:prstGeom prst="rect">
            <a:avLst/>
          </a:prstGeom>
        </p:spPr>
      </p:pic>
      <p:cxnSp>
        <p:nvCxnSpPr>
          <p:cNvPr id="16" name="Gerade Verbindung mit Pfeil 94">
            <a:extLst>
              <a:ext uri="{FF2B5EF4-FFF2-40B4-BE49-F238E27FC236}">
                <a16:creationId xmlns:a16="http://schemas.microsoft.com/office/drawing/2014/main" id="{4DFA2879-8341-D21D-04E0-E40198CB47C8}"/>
              </a:ext>
            </a:extLst>
          </p:cNvPr>
          <p:cNvCxnSpPr>
            <a:cxnSpLocks/>
          </p:cNvCxnSpPr>
          <p:nvPr/>
        </p:nvCxnSpPr>
        <p:spPr bwMode="auto">
          <a:xfrm>
            <a:off x="6214168" y="4740558"/>
            <a:ext cx="580994" cy="0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mit Pfeil 94">
            <a:extLst>
              <a:ext uri="{FF2B5EF4-FFF2-40B4-BE49-F238E27FC236}">
                <a16:creationId xmlns:a16="http://schemas.microsoft.com/office/drawing/2014/main" id="{EEE38C49-BAD9-EDDA-E4E9-52698530CED0}"/>
              </a:ext>
            </a:extLst>
          </p:cNvPr>
          <p:cNvCxnSpPr>
            <a:cxnSpLocks/>
          </p:cNvCxnSpPr>
          <p:nvPr/>
        </p:nvCxnSpPr>
        <p:spPr bwMode="auto">
          <a:xfrm flipV="1">
            <a:off x="6214168" y="4570185"/>
            <a:ext cx="0" cy="170373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Gerade Verbindung mit Pfeil 94">
            <a:extLst>
              <a:ext uri="{FF2B5EF4-FFF2-40B4-BE49-F238E27FC236}">
                <a16:creationId xmlns:a16="http://schemas.microsoft.com/office/drawing/2014/main" id="{3CC64D5E-349E-8240-9DE4-89257631F9B1}"/>
              </a:ext>
            </a:extLst>
          </p:cNvPr>
          <p:cNvCxnSpPr>
            <a:cxnSpLocks/>
          </p:cNvCxnSpPr>
          <p:nvPr/>
        </p:nvCxnSpPr>
        <p:spPr bwMode="auto">
          <a:xfrm>
            <a:off x="6214168" y="5087702"/>
            <a:ext cx="580994" cy="0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94">
            <a:extLst>
              <a:ext uri="{FF2B5EF4-FFF2-40B4-BE49-F238E27FC236}">
                <a16:creationId xmlns:a16="http://schemas.microsoft.com/office/drawing/2014/main" id="{1DE7FC3F-DB0D-D9D7-F5C4-172B9B3C8545}"/>
              </a:ext>
            </a:extLst>
          </p:cNvPr>
          <p:cNvCxnSpPr>
            <a:cxnSpLocks/>
          </p:cNvCxnSpPr>
          <p:nvPr/>
        </p:nvCxnSpPr>
        <p:spPr bwMode="auto">
          <a:xfrm flipV="1">
            <a:off x="6214168" y="5087702"/>
            <a:ext cx="0" cy="134768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 Verbindung mit Pfeil 94">
            <a:extLst>
              <a:ext uri="{FF2B5EF4-FFF2-40B4-BE49-F238E27FC236}">
                <a16:creationId xmlns:a16="http://schemas.microsoft.com/office/drawing/2014/main" id="{82F0081C-8F76-53D9-6F86-2C6265B86B07}"/>
              </a:ext>
            </a:extLst>
          </p:cNvPr>
          <p:cNvCxnSpPr>
            <a:cxnSpLocks/>
          </p:cNvCxnSpPr>
          <p:nvPr/>
        </p:nvCxnSpPr>
        <p:spPr bwMode="auto">
          <a:xfrm>
            <a:off x="6214168" y="5450499"/>
            <a:ext cx="580994" cy="0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Gerade Verbindung mit Pfeil 94">
            <a:extLst>
              <a:ext uri="{FF2B5EF4-FFF2-40B4-BE49-F238E27FC236}">
                <a16:creationId xmlns:a16="http://schemas.microsoft.com/office/drawing/2014/main" id="{A36229C4-290B-51BE-6390-F3F2E02E4051}"/>
              </a:ext>
            </a:extLst>
          </p:cNvPr>
          <p:cNvCxnSpPr>
            <a:cxnSpLocks/>
          </p:cNvCxnSpPr>
          <p:nvPr/>
        </p:nvCxnSpPr>
        <p:spPr bwMode="auto">
          <a:xfrm flipV="1">
            <a:off x="6214168" y="5450499"/>
            <a:ext cx="0" cy="753705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60404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C46326DB-CB54-095D-4F7D-8B5DF9F93CA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6121154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C46326DB-CB54-095D-4F7D-8B5DF9F93C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Placeholder 7">
            <a:extLst>
              <a:ext uri="{FF2B5EF4-FFF2-40B4-BE49-F238E27FC236}">
                <a16:creationId xmlns:a16="http://schemas.microsoft.com/office/drawing/2014/main" id="{BB7ABEA0-18EA-BDCC-D69D-B79E72C79A4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1447" t="8409" r="21861" b="23177"/>
          <a:stretch/>
        </p:blipFill>
        <p:spPr>
          <a:xfrm>
            <a:off x="9504266" y="2448728"/>
            <a:ext cx="2257522" cy="864000"/>
          </a:xfrm>
          <a:prstGeom prst="rect">
            <a:avLst/>
          </a:prstGeom>
          <a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pic>
      <p:pic>
        <p:nvPicPr>
          <p:cNvPr id="2" name="Picture Placeholder 7">
            <a:extLst>
              <a:ext uri="{FF2B5EF4-FFF2-40B4-BE49-F238E27FC236}">
                <a16:creationId xmlns:a16="http://schemas.microsoft.com/office/drawing/2014/main" id="{76F46B4C-6949-6A6E-AE55-128D6E9FBE2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1447" t="8409" r="21861" b="23177"/>
          <a:stretch/>
        </p:blipFill>
        <p:spPr>
          <a:xfrm>
            <a:off x="9880518" y="1533833"/>
            <a:ext cx="1881270" cy="720000"/>
          </a:xfrm>
          <a:prstGeom prst="rect">
            <a:avLst/>
          </a:prstGeom>
          <a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A379D13-300E-63A0-C653-764779FB6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</p:spPr>
        <p:txBody>
          <a:bodyPr vert="horz"/>
          <a:lstStyle/>
          <a:p>
            <a:r>
              <a:rPr lang="en-GB" noProof="0" dirty="0">
                <a:cs typeface="Arial" panose="020B0604020202020204" pitchFamily="34" charset="0"/>
              </a:rPr>
              <a:t>Insert image </a:t>
            </a:r>
            <a:r>
              <a:rPr lang="en-GB" noProof="0">
                <a:cs typeface="Arial" panose="020B0604020202020204" pitchFamily="34" charset="0"/>
              </a:rPr>
              <a:t>into mock-up </a:t>
            </a:r>
            <a:r>
              <a:rPr lang="en-GB" noProof="0" dirty="0">
                <a:cs typeface="Arial" panose="020B0604020202020204" pitchFamily="34" charset="0"/>
              </a:rPr>
              <a:t>screen (mobile/laptop)</a:t>
            </a:r>
          </a:p>
        </p:txBody>
      </p:sp>
      <p:cxnSp>
        <p:nvCxnSpPr>
          <p:cNvPr id="26" name="Straight Connector 16">
            <a:extLst>
              <a:ext uri="{FF2B5EF4-FFF2-40B4-BE49-F238E27FC236}">
                <a16:creationId xmlns:a16="http://schemas.microsoft.com/office/drawing/2014/main" id="{D505FFF4-7756-027E-1274-55D8A1319E8E}"/>
              </a:ext>
            </a:extLst>
          </p:cNvPr>
          <p:cNvCxnSpPr>
            <a:cxnSpLocks/>
          </p:cNvCxnSpPr>
          <p:nvPr/>
        </p:nvCxnSpPr>
        <p:spPr>
          <a:xfrm flipH="1">
            <a:off x="5291999" y="2348442"/>
            <a:ext cx="646978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</a:ln>
          <a:effectLst/>
        </p:spPr>
      </p:cxnSp>
      <p:cxnSp>
        <p:nvCxnSpPr>
          <p:cNvPr id="27" name="Straight Connector 17">
            <a:extLst>
              <a:ext uri="{FF2B5EF4-FFF2-40B4-BE49-F238E27FC236}">
                <a16:creationId xmlns:a16="http://schemas.microsoft.com/office/drawing/2014/main" id="{058EB6A9-37D2-7E0C-59D8-7D82E1E7E1F7}"/>
              </a:ext>
            </a:extLst>
          </p:cNvPr>
          <p:cNvCxnSpPr>
            <a:cxnSpLocks/>
          </p:cNvCxnSpPr>
          <p:nvPr/>
        </p:nvCxnSpPr>
        <p:spPr>
          <a:xfrm flipH="1">
            <a:off x="5291999" y="3416482"/>
            <a:ext cx="646978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</a:ln>
          <a:effectLst/>
        </p:spPr>
      </p:cxnSp>
      <p:cxnSp>
        <p:nvCxnSpPr>
          <p:cNvPr id="29" name="Straight Connector 19">
            <a:extLst>
              <a:ext uri="{FF2B5EF4-FFF2-40B4-BE49-F238E27FC236}">
                <a16:creationId xmlns:a16="http://schemas.microsoft.com/office/drawing/2014/main" id="{2CDC70A0-9D97-B34B-3630-D0F42DE3791F}"/>
              </a:ext>
            </a:extLst>
          </p:cNvPr>
          <p:cNvCxnSpPr>
            <a:cxnSpLocks/>
          </p:cNvCxnSpPr>
          <p:nvPr/>
        </p:nvCxnSpPr>
        <p:spPr>
          <a:xfrm flipH="1">
            <a:off x="5291999" y="4980217"/>
            <a:ext cx="646978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</a:ln>
          <a:effectLst/>
        </p:spPr>
      </p:cxnSp>
      <p:sp>
        <p:nvSpPr>
          <p:cNvPr id="36" name="Rectangle 9">
            <a:extLst>
              <a:ext uri="{FF2B5EF4-FFF2-40B4-BE49-F238E27FC236}">
                <a16:creationId xmlns:a16="http://schemas.microsoft.com/office/drawing/2014/main" id="{396153C2-9CFF-7084-0017-FC7314F24827}"/>
              </a:ext>
            </a:extLst>
          </p:cNvPr>
          <p:cNvSpPr/>
          <p:nvPr/>
        </p:nvSpPr>
        <p:spPr>
          <a:xfrm>
            <a:off x="5328000" y="1616850"/>
            <a:ext cx="4169678" cy="64633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marR="0" lvl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>
                <a:tab pos="536961" algn="l"/>
              </a:tabLst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Paste image</a:t>
            </a:r>
            <a:endParaRPr lang="en-GB" sz="1400" dirty="0"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16000" marR="0" lvl="0" indent="-21600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536961" algn="l"/>
              </a:tabLst>
              <a:defRPr/>
            </a:pPr>
            <a:r>
              <a:rPr lang="en-GB" sz="1400" dirty="0">
                <a:sym typeface="Arial" panose="020B0604020202020204" pitchFamily="34" charset="0"/>
              </a:rPr>
              <a:t>Copy image from external source with </a:t>
            </a:r>
            <a:r>
              <a:rPr lang="en-GB" sz="1400" dirty="0" err="1">
                <a:sym typeface="Arial" panose="020B0604020202020204" pitchFamily="34" charset="0"/>
              </a:rPr>
              <a:t>Ctrl+C</a:t>
            </a:r>
            <a:r>
              <a:rPr lang="en-GB" sz="1400" dirty="0">
                <a:sym typeface="Arial" panose="020B0604020202020204" pitchFamily="34" charset="0"/>
              </a:rPr>
              <a:t> and paste with </a:t>
            </a:r>
            <a:r>
              <a:rPr lang="en-GB" sz="1400" dirty="0" err="1">
                <a:sym typeface="Arial" panose="020B0604020202020204" pitchFamily="34" charset="0"/>
              </a:rPr>
              <a:t>Ctrl+V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7" name="Rectangle 9">
            <a:extLst>
              <a:ext uri="{FF2B5EF4-FFF2-40B4-BE49-F238E27FC236}">
                <a16:creationId xmlns:a16="http://schemas.microsoft.com/office/drawing/2014/main" id="{8E2A294D-7376-56FC-81C4-07DAEAEC2652}"/>
              </a:ext>
            </a:extLst>
          </p:cNvPr>
          <p:cNvSpPr/>
          <p:nvPr/>
        </p:nvSpPr>
        <p:spPr>
          <a:xfrm>
            <a:off x="5328000" y="2448728"/>
            <a:ext cx="4169679" cy="64633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marR="0" lvl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>
                <a:tab pos="536961" algn="l"/>
              </a:tabLst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Adjust size &amp; determine image area:</a:t>
            </a:r>
            <a:endParaRPr lang="en-GB" sz="1400" dirty="0"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16000" marR="0" lvl="0" indent="-21600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>
                <a:tab pos="536961" algn="l"/>
              </a:tabLst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Place image behind image mask</a:t>
            </a:r>
          </a:p>
          <a:p>
            <a:pPr marL="216000" marR="0" lvl="0" indent="-21600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>
                <a:tab pos="536961" algn="l"/>
              </a:tabLst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Adjust image size and determine image area</a:t>
            </a:r>
          </a:p>
        </p:txBody>
      </p:sp>
      <p:sp>
        <p:nvSpPr>
          <p:cNvPr id="38" name="Rectangle 9">
            <a:extLst>
              <a:ext uri="{FF2B5EF4-FFF2-40B4-BE49-F238E27FC236}">
                <a16:creationId xmlns:a16="http://schemas.microsoft.com/office/drawing/2014/main" id="{2368E7CE-E972-8CD8-6BF8-D06F6F14C013}"/>
              </a:ext>
            </a:extLst>
          </p:cNvPr>
          <p:cNvSpPr/>
          <p:nvPr/>
        </p:nvSpPr>
        <p:spPr>
          <a:xfrm>
            <a:off x="5328000" y="3529683"/>
            <a:ext cx="2808000" cy="1077218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marR="0" lvl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>
                <a:tab pos="536961" algn="l"/>
              </a:tabLst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Crop image to image mask</a:t>
            </a:r>
            <a:endParaRPr lang="en-GB" sz="1400" b="1" dirty="0"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16000" marR="0" lvl="0" indent="-21600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>
                <a:tab pos="536961" algn="l"/>
              </a:tabLst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Select image</a:t>
            </a:r>
          </a:p>
          <a:p>
            <a:pPr marL="216000" marR="0" lvl="0" indent="-21600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>
                <a:tab pos="536961" algn="l"/>
              </a:tabLst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Select image mask</a:t>
            </a:r>
          </a:p>
          <a:p>
            <a:pPr marL="216000" marR="0" lvl="0" indent="-21600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>
                <a:tab pos="536961" algn="l"/>
              </a:tabLst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Click in the tab «Shape Format / </a:t>
            </a:r>
            <a:b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</a:b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Merge Shapes» on «Intersect»</a:t>
            </a:r>
          </a:p>
        </p:txBody>
      </p:sp>
      <p:sp>
        <p:nvSpPr>
          <p:cNvPr id="39" name="Rectangle 9">
            <a:extLst>
              <a:ext uri="{FF2B5EF4-FFF2-40B4-BE49-F238E27FC236}">
                <a16:creationId xmlns:a16="http://schemas.microsoft.com/office/drawing/2014/main" id="{F0EDA22B-8E7D-E351-F670-CD080A61EAE7}"/>
              </a:ext>
            </a:extLst>
          </p:cNvPr>
          <p:cNvSpPr/>
          <p:nvPr/>
        </p:nvSpPr>
        <p:spPr>
          <a:xfrm>
            <a:off x="5328000" y="5095788"/>
            <a:ext cx="3276000" cy="1292662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marR="0" lvl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>
                <a:tab pos="547533" algn="l"/>
              </a:tabLst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Combine image with mock-up</a:t>
            </a:r>
            <a:endParaRPr lang="en-GB" sz="1400" b="1" dirty="0"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16000" marR="0" lvl="0" indent="-21600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>
                <a:tab pos="547533" algn="l"/>
              </a:tabLst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Place image behind mock-up</a:t>
            </a:r>
          </a:p>
          <a:p>
            <a:pPr marL="216000" marR="0" lvl="0" indent="-21600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>
                <a:tab pos="547533" algn="l"/>
              </a:tabLst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Activate image and mock-up </a:t>
            </a: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and align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both </a:t>
            </a: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horizontally (Align Center) and vertically (Align Middle)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16000" marR="0" lvl="0" indent="-21600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>
                <a:tab pos="547533" algn="l"/>
              </a:tabLst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Group image and mock-up with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Ctrl+G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Rechteck 7">
            <a:extLst>
              <a:ext uri="{FF2B5EF4-FFF2-40B4-BE49-F238E27FC236}">
                <a16:creationId xmlns:a16="http://schemas.microsoft.com/office/drawing/2014/main" id="{D24EEAA8-773C-A8FE-249D-B39010194D79}"/>
              </a:ext>
            </a:extLst>
          </p:cNvPr>
          <p:cNvSpPr>
            <a:spLocks noChangeAspect="1"/>
          </p:cNvSpPr>
          <p:nvPr/>
        </p:nvSpPr>
        <p:spPr>
          <a:xfrm>
            <a:off x="10443538" y="2486085"/>
            <a:ext cx="370891" cy="792000"/>
          </a:xfrm>
          <a:prstGeom prst="roundRect">
            <a:avLst/>
          </a:prstGeom>
          <a:solidFill>
            <a:schemeClr val="accent1">
              <a:alpha val="75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0" tIns="95883" rIns="0" bIns="958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Image mask</a:t>
            </a:r>
          </a:p>
        </p:txBody>
      </p:sp>
      <p:sp>
        <p:nvSpPr>
          <p:cNvPr id="18" name="Rechteck 7">
            <a:extLst>
              <a:ext uri="{FF2B5EF4-FFF2-40B4-BE49-F238E27FC236}">
                <a16:creationId xmlns:a16="http://schemas.microsoft.com/office/drawing/2014/main" id="{2DE11960-C79E-3D98-1C2D-9570CE33478F}"/>
              </a:ext>
            </a:extLst>
          </p:cNvPr>
          <p:cNvSpPr/>
          <p:nvPr/>
        </p:nvSpPr>
        <p:spPr>
          <a:xfrm>
            <a:off x="645891" y="1901419"/>
            <a:ext cx="1106662" cy="2373969"/>
          </a:xfrm>
          <a:prstGeom prst="roundRect">
            <a:avLst/>
          </a:prstGeom>
          <a:solidFill>
            <a:schemeClr val="accent1">
              <a:alpha val="75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143823" tIns="95883" rIns="143823" bIns="958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Image mask</a:t>
            </a:r>
          </a:p>
        </p:txBody>
      </p:sp>
      <p:pic>
        <p:nvPicPr>
          <p:cNvPr id="15" name="Grafik 6">
            <a:extLst>
              <a:ext uri="{FF2B5EF4-FFF2-40B4-BE49-F238E27FC236}">
                <a16:creationId xmlns:a16="http://schemas.microsoft.com/office/drawing/2014/main" id="{D8D979F6-F045-5158-1F9A-D91FE91F40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999" y="1533833"/>
            <a:ext cx="1198365" cy="2426504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F7B04AB5-A7EC-B759-4884-AB565B1EA59B}"/>
              </a:ext>
            </a:extLst>
          </p:cNvPr>
          <p:cNvGrpSpPr>
            <a:grpSpLocks noChangeAspect="1"/>
          </p:cNvGrpSpPr>
          <p:nvPr/>
        </p:nvGrpSpPr>
        <p:grpSpPr>
          <a:xfrm>
            <a:off x="11103958" y="5082272"/>
            <a:ext cx="657830" cy="1332000"/>
            <a:chOff x="4126180" y="387649"/>
            <a:chExt cx="2056248" cy="4163583"/>
          </a:xfrm>
        </p:grpSpPr>
        <p:pic>
          <p:nvPicPr>
            <p:cNvPr id="12" name="Picture Placeholder 7">
              <a:extLst>
                <a:ext uri="{FF2B5EF4-FFF2-40B4-BE49-F238E27FC236}">
                  <a16:creationId xmlns:a16="http://schemas.microsoft.com/office/drawing/2014/main" id="{BE709E8D-C0D8-2B6E-8381-BEBBE915C1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42681" t="4272" r="41574" b="5574"/>
            <a:stretch/>
          </p:blipFill>
          <p:spPr>
            <a:xfrm>
              <a:off x="4220185" y="462052"/>
              <a:ext cx="1868241" cy="4014777"/>
            </a:xfrm>
            <a:prstGeom prst="roundRect">
              <a:avLst/>
            </a:prstGeom>
          </p:spPr>
        </p:pic>
        <p:pic>
          <p:nvPicPr>
            <p:cNvPr id="16" name="Grafik 6">
              <a:extLst>
                <a:ext uri="{FF2B5EF4-FFF2-40B4-BE49-F238E27FC236}">
                  <a16:creationId xmlns:a16="http://schemas.microsoft.com/office/drawing/2014/main" id="{A4FDA358-1780-99E0-2737-E56C3A579B7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126180" y="387649"/>
              <a:ext cx="2056248" cy="4163583"/>
            </a:xfrm>
            <a:prstGeom prst="rect">
              <a:avLst/>
            </a:prstGeom>
          </p:spPr>
        </p:pic>
      </p:grpSp>
      <p:pic>
        <p:nvPicPr>
          <p:cNvPr id="32" name="Picture Placeholder 7">
            <a:extLst>
              <a:ext uri="{FF2B5EF4-FFF2-40B4-BE49-F238E27FC236}">
                <a16:creationId xmlns:a16="http://schemas.microsoft.com/office/drawing/2014/main" id="{9043C4E1-3D68-81E2-E1BD-7517666D04C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2681" t="4272" r="41574" b="5574"/>
          <a:stretch/>
        </p:blipFill>
        <p:spPr>
          <a:xfrm>
            <a:off x="11141953" y="3534075"/>
            <a:ext cx="619835" cy="1332000"/>
          </a:xfrm>
          <a:prstGeom prst="roundRect">
            <a:avLst/>
          </a:prstGeom>
        </p:spPr>
      </p:pic>
      <p:cxnSp>
        <p:nvCxnSpPr>
          <p:cNvPr id="51" name="Gerade Verbindung mit Pfeil 94">
            <a:extLst>
              <a:ext uri="{FF2B5EF4-FFF2-40B4-BE49-F238E27FC236}">
                <a16:creationId xmlns:a16="http://schemas.microsoft.com/office/drawing/2014/main" id="{83C441EF-8FC1-8E1C-3378-18F028D8DD6C}"/>
              </a:ext>
            </a:extLst>
          </p:cNvPr>
          <p:cNvCxnSpPr>
            <a:cxnSpLocks/>
          </p:cNvCxnSpPr>
          <p:nvPr/>
        </p:nvCxnSpPr>
        <p:spPr bwMode="auto">
          <a:xfrm>
            <a:off x="1630364" y="1747178"/>
            <a:ext cx="346110" cy="0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9E077136-A359-6834-4D96-10A159D068E2}"/>
              </a:ext>
            </a:extLst>
          </p:cNvPr>
          <p:cNvSpPr txBox="1"/>
          <p:nvPr/>
        </p:nvSpPr>
        <p:spPr>
          <a:xfrm>
            <a:off x="1976474" y="1593290"/>
            <a:ext cx="9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>
                <a:cs typeface="Arial" panose="020B0604020202020204" pitchFamily="34" charset="0"/>
                <a:sym typeface="Arial" panose="020B0604020202020204" pitchFamily="34" charset="0"/>
              </a:rPr>
              <a:t>Mock-up</a:t>
            </a:r>
            <a:endParaRPr lang="en-GB" sz="1400" dirty="0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A1B78AA-B442-4E80-D98B-0E25A8166C8D}"/>
              </a:ext>
            </a:extLst>
          </p:cNvPr>
          <p:cNvGrpSpPr>
            <a:grpSpLocks noChangeAspect="1"/>
          </p:cNvGrpSpPr>
          <p:nvPr/>
        </p:nvGrpSpPr>
        <p:grpSpPr>
          <a:xfrm>
            <a:off x="2532954" y="2348442"/>
            <a:ext cx="2014645" cy="4079346"/>
            <a:chOff x="3124086" y="2147025"/>
            <a:chExt cx="2124148" cy="4301072"/>
          </a:xfrm>
        </p:grpSpPr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81DEFC94-AAB5-D9D2-60CE-3FBE823E7F4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41395" t="925" r="41381" b="545"/>
            <a:stretch/>
          </p:blipFill>
          <p:spPr>
            <a:xfrm>
              <a:off x="3205360" y="2193586"/>
              <a:ext cx="1961601" cy="4207952"/>
            </a:xfrm>
            <a:custGeom>
              <a:avLst/>
              <a:gdLst>
                <a:gd name="connsiteX0" fmla="*/ 326940 w 1961601"/>
                <a:gd name="connsiteY0" fmla="*/ 0 h 4207952"/>
                <a:gd name="connsiteX1" fmla="*/ 1634661 w 1961601"/>
                <a:gd name="connsiteY1" fmla="*/ 0 h 4207952"/>
                <a:gd name="connsiteX2" fmla="*/ 1961601 w 1961601"/>
                <a:gd name="connsiteY2" fmla="*/ 326940 h 4207952"/>
                <a:gd name="connsiteX3" fmla="*/ 1961601 w 1961601"/>
                <a:gd name="connsiteY3" fmla="*/ 3881012 h 4207952"/>
                <a:gd name="connsiteX4" fmla="*/ 1634661 w 1961601"/>
                <a:gd name="connsiteY4" fmla="*/ 4207952 h 4207952"/>
                <a:gd name="connsiteX5" fmla="*/ 326940 w 1961601"/>
                <a:gd name="connsiteY5" fmla="*/ 4207952 h 4207952"/>
                <a:gd name="connsiteX6" fmla="*/ 0 w 1961601"/>
                <a:gd name="connsiteY6" fmla="*/ 3881012 h 4207952"/>
                <a:gd name="connsiteX7" fmla="*/ 0 w 1961601"/>
                <a:gd name="connsiteY7" fmla="*/ 326940 h 4207952"/>
                <a:gd name="connsiteX8" fmla="*/ 326940 w 1961601"/>
                <a:gd name="connsiteY8" fmla="*/ 0 h 4207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61601" h="4207952">
                  <a:moveTo>
                    <a:pt x="326940" y="0"/>
                  </a:moveTo>
                  <a:lnTo>
                    <a:pt x="1634661" y="0"/>
                  </a:lnTo>
                  <a:cubicBezTo>
                    <a:pt x="1815225" y="0"/>
                    <a:pt x="1961601" y="146376"/>
                    <a:pt x="1961601" y="326940"/>
                  </a:cubicBezTo>
                  <a:lnTo>
                    <a:pt x="1961601" y="3881012"/>
                  </a:lnTo>
                  <a:cubicBezTo>
                    <a:pt x="1961601" y="4061576"/>
                    <a:pt x="1815225" y="4207952"/>
                    <a:pt x="1634661" y="4207952"/>
                  </a:cubicBezTo>
                  <a:lnTo>
                    <a:pt x="326940" y="4207952"/>
                  </a:lnTo>
                  <a:cubicBezTo>
                    <a:pt x="146376" y="4207952"/>
                    <a:pt x="0" y="4061576"/>
                    <a:pt x="0" y="3881012"/>
                  </a:cubicBezTo>
                  <a:lnTo>
                    <a:pt x="0" y="326940"/>
                  </a:lnTo>
                  <a:cubicBezTo>
                    <a:pt x="0" y="146376"/>
                    <a:pt x="146376" y="0"/>
                    <a:pt x="326940" y="0"/>
                  </a:cubicBezTo>
                  <a:close/>
                </a:path>
              </a:pathLst>
            </a:custGeom>
          </p:spPr>
        </p:pic>
        <p:pic>
          <p:nvPicPr>
            <p:cNvPr id="56" name="Grafik 6">
              <a:extLst>
                <a:ext uri="{FF2B5EF4-FFF2-40B4-BE49-F238E27FC236}">
                  <a16:creationId xmlns:a16="http://schemas.microsoft.com/office/drawing/2014/main" id="{2C9FC6E7-1D13-39D2-84C4-550EE3AD747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124086" y="2147025"/>
              <a:ext cx="2124148" cy="4301072"/>
            </a:xfrm>
            <a:prstGeom prst="rect">
              <a:avLst/>
            </a:prstGeom>
          </p:spPr>
        </p:pic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A5C1531B-FCF3-8E1D-042D-E9954237695D}"/>
              </a:ext>
            </a:extLst>
          </p:cNvPr>
          <p:cNvGrpSpPr/>
          <p:nvPr/>
        </p:nvGrpSpPr>
        <p:grpSpPr>
          <a:xfrm>
            <a:off x="1199222" y="4392591"/>
            <a:ext cx="1140370" cy="622662"/>
            <a:chOff x="1199222" y="4392591"/>
            <a:chExt cx="1140370" cy="622662"/>
          </a:xfrm>
        </p:grpSpPr>
        <p:cxnSp>
          <p:nvCxnSpPr>
            <p:cNvPr id="83" name="Gerade Verbindung mit Pfeil 94">
              <a:extLst>
                <a:ext uri="{FF2B5EF4-FFF2-40B4-BE49-F238E27FC236}">
                  <a16:creationId xmlns:a16="http://schemas.microsoft.com/office/drawing/2014/main" id="{26F29021-FD09-B4A8-3ACD-8752751386F0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199222" y="5015253"/>
              <a:ext cx="1140370" cy="0"/>
            </a:xfrm>
            <a:prstGeom prst="straightConnector1">
              <a:avLst/>
            </a:prstGeom>
            <a:ln w="6350">
              <a:solidFill>
                <a:schemeClr val="tx1"/>
              </a:solidFill>
              <a:prstDash val="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Gerade Verbindung mit Pfeil 94">
              <a:extLst>
                <a:ext uri="{FF2B5EF4-FFF2-40B4-BE49-F238E27FC236}">
                  <a16:creationId xmlns:a16="http://schemas.microsoft.com/office/drawing/2014/main" id="{27A77CE4-F956-1E37-E57F-8438430DC908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199222" y="4392591"/>
              <a:ext cx="0" cy="622662"/>
            </a:xfrm>
            <a:prstGeom prst="straightConnector1">
              <a:avLst/>
            </a:prstGeom>
            <a:ln w="6350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D950D15-1331-B991-B353-3483937BEA99}"/>
              </a:ext>
            </a:extLst>
          </p:cNvPr>
          <p:cNvGrpSpPr/>
          <p:nvPr/>
        </p:nvGrpSpPr>
        <p:grpSpPr>
          <a:xfrm>
            <a:off x="9094355" y="3529683"/>
            <a:ext cx="1872501" cy="1331619"/>
            <a:chOff x="9092844" y="3529683"/>
            <a:chExt cx="1872501" cy="1331619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A50ACF0-5087-7B3C-B1C4-5E284080521D}"/>
                </a:ext>
              </a:extLst>
            </p:cNvPr>
            <p:cNvSpPr/>
            <p:nvPr/>
          </p:nvSpPr>
          <p:spPr>
            <a:xfrm flipH="1">
              <a:off x="9092844" y="3529683"/>
              <a:ext cx="1872501" cy="13316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rtl="0">
                <a:spcAft>
                  <a:spcPts val="600"/>
                </a:spcAft>
              </a:pPr>
              <a:endParaRPr lang="en-GB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C50CE52-03F9-1A9E-66AC-3D2069DE1B8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162214" y="3617845"/>
              <a:ext cx="715035" cy="11520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7BED565-EB24-F063-AA98-86FCE2BFCD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178865" y="3617845"/>
              <a:ext cx="872000" cy="288000"/>
            </a:xfrm>
            <a:prstGeom prst="rect">
              <a:avLst/>
            </a:prstGeom>
          </p:spPr>
        </p:pic>
        <p:sp>
          <p:nvSpPr>
            <p:cNvPr id="35" name="Rechteck 38">
              <a:extLst>
                <a:ext uri="{FF2B5EF4-FFF2-40B4-BE49-F238E27FC236}">
                  <a16:creationId xmlns:a16="http://schemas.microsoft.com/office/drawing/2014/main" id="{B11CA7EB-EB7B-E08E-AB44-522BF86322D6}"/>
                </a:ext>
              </a:extLst>
            </p:cNvPr>
            <p:cNvSpPr/>
            <p:nvPr/>
          </p:nvSpPr>
          <p:spPr>
            <a:xfrm>
              <a:off x="10189485" y="4518391"/>
              <a:ext cx="553272" cy="173844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4F2FEB1-9330-2349-1331-9186C63905F0}"/>
              </a:ext>
            </a:extLst>
          </p:cNvPr>
          <p:cNvGrpSpPr/>
          <p:nvPr/>
        </p:nvGrpSpPr>
        <p:grpSpPr>
          <a:xfrm>
            <a:off x="8914856" y="5082272"/>
            <a:ext cx="2052000" cy="1332000"/>
            <a:chOff x="8914856" y="5082272"/>
            <a:chExt cx="2052000" cy="1332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DEEBA11-B7F1-E763-C457-2B7D23AE0062}"/>
                </a:ext>
              </a:extLst>
            </p:cNvPr>
            <p:cNvSpPr/>
            <p:nvPr/>
          </p:nvSpPr>
          <p:spPr>
            <a:xfrm flipH="1">
              <a:off x="8914856" y="5082272"/>
              <a:ext cx="2052000" cy="13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rtl="0">
                <a:spcAft>
                  <a:spcPts val="600"/>
                </a:spcAft>
              </a:pPr>
              <a:endParaRPr lang="en-GB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36C68DA2-ECEC-B04C-6E86-A17C7B784B8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000519" y="5172272"/>
              <a:ext cx="879999" cy="288000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8B6FE052-9742-C43F-AF83-14C3AD8CF8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968777" y="5172272"/>
              <a:ext cx="909983" cy="1152000"/>
            </a:xfrm>
            <a:prstGeom prst="rect">
              <a:avLst/>
            </a:prstGeom>
          </p:spPr>
        </p:pic>
        <p:sp>
          <p:nvSpPr>
            <p:cNvPr id="23" name="Rechteck 38">
              <a:extLst>
                <a:ext uri="{FF2B5EF4-FFF2-40B4-BE49-F238E27FC236}">
                  <a16:creationId xmlns:a16="http://schemas.microsoft.com/office/drawing/2014/main" id="{816BE51F-3CE6-E987-40F9-82C2B96B43EE}"/>
                </a:ext>
              </a:extLst>
            </p:cNvPr>
            <p:cNvSpPr/>
            <p:nvPr/>
          </p:nvSpPr>
          <p:spPr>
            <a:xfrm>
              <a:off x="9971164" y="5175576"/>
              <a:ext cx="252000" cy="396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1" name="Rechteck 38">
              <a:extLst>
                <a:ext uri="{FF2B5EF4-FFF2-40B4-BE49-F238E27FC236}">
                  <a16:creationId xmlns:a16="http://schemas.microsoft.com/office/drawing/2014/main" id="{EA17F711-3B1B-E9E5-4EBB-63A779C85849}"/>
                </a:ext>
              </a:extLst>
            </p:cNvPr>
            <p:cNvSpPr/>
            <p:nvPr/>
          </p:nvSpPr>
          <p:spPr>
            <a:xfrm>
              <a:off x="10014804" y="5670125"/>
              <a:ext cx="576000" cy="180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4" name="Rechteck 38">
              <a:extLst>
                <a:ext uri="{FF2B5EF4-FFF2-40B4-BE49-F238E27FC236}">
                  <a16:creationId xmlns:a16="http://schemas.microsoft.com/office/drawing/2014/main" id="{DD7A323E-BF63-ACC2-3AEE-D936348AAC22}"/>
                </a:ext>
              </a:extLst>
            </p:cNvPr>
            <p:cNvSpPr/>
            <p:nvPr/>
          </p:nvSpPr>
          <p:spPr>
            <a:xfrm>
              <a:off x="10014804" y="6089998"/>
              <a:ext cx="576000" cy="180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198834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D83385-DD69-B7BD-E2B6-0A242990CC3A}"/>
              </a:ext>
            </a:extLst>
          </p:cNvPr>
          <p:cNvSpPr/>
          <p:nvPr/>
        </p:nvSpPr>
        <p:spPr>
          <a:xfrm>
            <a:off x="431998" y="1098550"/>
            <a:ext cx="11329789" cy="532923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GB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CC62CD-ACBD-AFB8-0A0A-39B03DAA3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bbv template EN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E9EDA6E7-CE36-4AD9-EDBC-9B63C56CC212}"/>
              </a:ext>
            </a:extLst>
          </p:cNvPr>
          <p:cNvSpPr txBox="1">
            <a:spLocks/>
          </p:cNvSpPr>
          <p:nvPr/>
        </p:nvSpPr>
        <p:spPr>
          <a:xfrm>
            <a:off x="864000" y="4246162"/>
            <a:ext cx="10468800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800">
                <a:solidFill>
                  <a:schemeClr val="tx1"/>
                </a:solidFill>
              </a:rPr>
              <a:t>Style guide</a:t>
            </a:r>
          </a:p>
        </p:txBody>
      </p:sp>
    </p:spTree>
    <p:extLst>
      <p:ext uri="{BB962C8B-B14F-4D97-AF65-F5344CB8AC3E}">
        <p14:creationId xmlns:p14="http://schemas.microsoft.com/office/powerpoint/2010/main" val="9294311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45C9D08D-C681-621B-6D02-D7C86EB2F5F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7574407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45C9D08D-C681-621B-6D02-D7C86EB2F5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21FF8F91-8C3E-7BFB-9163-B0E6EABC4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 noProof="0" dirty="0"/>
              <a:t>Working area</a:t>
            </a:r>
            <a:r>
              <a:rPr lang="en-GB" noProof="0"/>
              <a:t>, </a:t>
            </a:r>
            <a:r>
              <a:rPr lang="en-GB"/>
              <a:t>g</a:t>
            </a:r>
            <a:r>
              <a:rPr lang="en-GB" noProof="0"/>
              <a:t>uides &amp; ruler</a:t>
            </a:r>
            <a:endParaRPr lang="en-GB" noProof="0" dirty="0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A859A658-FA2C-441F-9AC0-F0763B21CF9F}"/>
              </a:ext>
            </a:extLst>
          </p:cNvPr>
          <p:cNvSpPr txBox="1">
            <a:spLocks/>
          </p:cNvSpPr>
          <p:nvPr/>
        </p:nvSpPr>
        <p:spPr>
          <a:xfrm>
            <a:off x="428626" y="1530000"/>
            <a:ext cx="2316966" cy="4897788"/>
          </a:xfrm>
          <a:prstGeom prst="rect">
            <a:avLst/>
          </a:prstGeom>
          <a:solidFill>
            <a:schemeClr val="tx2"/>
          </a:solidFill>
        </p:spPr>
        <p:txBody>
          <a:bodyPr vert="horz" wrap="square" lIns="144000" tIns="144000" rIns="96000" bIns="192000" rtlCol="0" anchor="t" anchorCtr="0">
            <a:noAutofit/>
          </a:bodyPr>
          <a:lstStyle>
            <a:lvl1pPr marL="269081" indent="-26908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Font typeface="Arial" panose="020B0604020202020204" pitchFamily="34" charset="0"/>
              <a:buChar char="&gt;"/>
              <a:defRPr sz="1050" kern="600" spc="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972" indent="-26789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&gt;"/>
              <a:defRPr sz="1050" kern="600" spc="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0272" indent="-270272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ct val="150000"/>
              <a:buFontTx/>
              <a:buBlip>
                <a:blip r:embed="rId6"/>
              </a:buBlip>
              <a:defRPr sz="1050" kern="600" spc="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050" kern="600" spc="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050" b="1" kern="600" cap="none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050" kern="600" spc="30" baseline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 defTabSz="914377">
              <a:spcAft>
                <a:spcPts val="1600"/>
              </a:spcAft>
            </a:pPr>
            <a:r>
              <a:rPr lang="en-GB" sz="2133" b="1" kern="1200" spc="40">
                <a:solidFill>
                  <a:schemeClr val="bg1"/>
                </a:solidFill>
                <a:cs typeface="Arial" panose="020B0604020202020204" pitchFamily="34" charset="0"/>
              </a:rPr>
              <a:t>Working area</a:t>
            </a:r>
          </a:p>
          <a:p>
            <a:pPr lvl="3" defTabSz="914377">
              <a:spcAft>
                <a:spcPts val="1600"/>
              </a:spcAft>
            </a:pPr>
            <a:r>
              <a:rPr lang="en-GB" sz="1600" spc="0">
                <a:solidFill>
                  <a:schemeClr val="bg1"/>
                </a:solidFill>
                <a:cs typeface="Arial" panose="020B0604020202020204" pitchFamily="34" charset="0"/>
              </a:rPr>
              <a:t>Depending </a:t>
            </a:r>
            <a:r>
              <a:rPr lang="en-GB" sz="1600" spc="0" dirty="0">
                <a:solidFill>
                  <a:schemeClr val="bg1"/>
                </a:solidFill>
                <a:cs typeface="Arial" panose="020B0604020202020204" pitchFamily="34" charset="0"/>
              </a:rPr>
              <a:t>on the slide, a single-column layout, a 2-column or </a:t>
            </a:r>
            <a:r>
              <a:rPr lang="en-GB" sz="1600" spc="0">
                <a:solidFill>
                  <a:schemeClr val="bg1"/>
                </a:solidFill>
                <a:cs typeface="Arial" panose="020B0604020202020204" pitchFamily="34" charset="0"/>
              </a:rPr>
              <a:t>3-column layout </a:t>
            </a:r>
            <a:r>
              <a:rPr lang="en-GB" sz="1600" spc="0" dirty="0">
                <a:solidFill>
                  <a:schemeClr val="bg1"/>
                </a:solidFill>
                <a:cs typeface="Arial" panose="020B0604020202020204" pitchFamily="34" charset="0"/>
              </a:rPr>
              <a:t>is </a:t>
            </a:r>
            <a:r>
              <a:rPr lang="en-GB" sz="1600" spc="0">
                <a:solidFill>
                  <a:schemeClr val="bg1"/>
                </a:solidFill>
                <a:cs typeface="Arial" panose="020B0604020202020204" pitchFamily="34" charset="0"/>
              </a:rPr>
              <a:t>used.</a:t>
            </a:r>
          </a:p>
          <a:p>
            <a:pPr lvl="3" defTabSz="914377">
              <a:spcAft>
                <a:spcPts val="1600"/>
              </a:spcAft>
            </a:pPr>
            <a:r>
              <a:rPr lang="en-GB" sz="1600" spc="0">
                <a:solidFill>
                  <a:schemeClr val="bg1"/>
                </a:solidFill>
                <a:cs typeface="Arial" panose="020B0604020202020204" pitchFamily="34" charset="0"/>
              </a:rPr>
              <a:t>Display </a:t>
            </a:r>
            <a:r>
              <a:rPr lang="en-GB" sz="1600" spc="0" dirty="0">
                <a:solidFill>
                  <a:schemeClr val="bg1"/>
                </a:solidFill>
                <a:cs typeface="Arial" panose="020B0604020202020204" pitchFamily="34" charset="0"/>
              </a:rPr>
              <a:t>the ruler </a:t>
            </a:r>
            <a:r>
              <a:rPr lang="en-GB" sz="1600" spc="0">
                <a:solidFill>
                  <a:schemeClr val="bg1"/>
                </a:solidFill>
                <a:cs typeface="Arial" panose="020B0604020202020204" pitchFamily="34" charset="0"/>
              </a:rPr>
              <a:t>and guides in the «View» tab.</a:t>
            </a:r>
            <a:endParaRPr lang="en-GB" sz="1600" spc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3EB0714-12EE-D97E-695E-BE2966E5ABE5}"/>
              </a:ext>
            </a:extLst>
          </p:cNvPr>
          <p:cNvGrpSpPr/>
          <p:nvPr/>
        </p:nvGrpSpPr>
        <p:grpSpPr>
          <a:xfrm>
            <a:off x="3114844" y="4119731"/>
            <a:ext cx="4003530" cy="2218887"/>
            <a:chOff x="3114844" y="4107426"/>
            <a:chExt cx="4003530" cy="221888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3A2537B-5236-BFB7-524B-3DD23CA1D74E}"/>
                </a:ext>
              </a:extLst>
            </p:cNvPr>
            <p:cNvPicPr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14845" y="4107426"/>
              <a:ext cx="4003529" cy="22188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14000"/>
                </a:prstClr>
              </a:outerShdw>
            </a:effectLst>
          </p:spPr>
        </p:pic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C549111-AD4A-25EE-FEA6-1D3C1F65BD7A}"/>
                </a:ext>
              </a:extLst>
            </p:cNvPr>
            <p:cNvGrpSpPr/>
            <p:nvPr/>
          </p:nvGrpSpPr>
          <p:grpSpPr>
            <a:xfrm>
              <a:off x="3114844" y="4107426"/>
              <a:ext cx="4003530" cy="2218887"/>
              <a:chOff x="541598" y="3398103"/>
              <a:chExt cx="3614791" cy="2030400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2F1C3658-97D3-6C00-6DC2-87EDE705B797}"/>
                  </a:ext>
                </a:extLst>
              </p:cNvPr>
              <p:cNvCxnSpPr/>
              <p:nvPr/>
            </p:nvCxnSpPr>
            <p:spPr>
              <a:xfrm flipH="1">
                <a:off x="541598" y="3710609"/>
                <a:ext cx="3614791" cy="0"/>
              </a:xfrm>
              <a:prstGeom prst="line">
                <a:avLst/>
              </a:prstGeom>
              <a:ln w="22225">
                <a:solidFill>
                  <a:srgbClr val="6697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03821C4F-C692-C769-6EE4-AD9813E0348E}"/>
                  </a:ext>
                </a:extLst>
              </p:cNvPr>
              <p:cNvCxnSpPr/>
              <p:nvPr/>
            </p:nvCxnSpPr>
            <p:spPr>
              <a:xfrm flipH="1">
                <a:off x="541598" y="5314122"/>
                <a:ext cx="3614791" cy="0"/>
              </a:xfrm>
              <a:prstGeom prst="line">
                <a:avLst/>
              </a:prstGeom>
              <a:ln w="22225">
                <a:solidFill>
                  <a:srgbClr val="6697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2240FAE6-6894-6C69-99D2-BDAC4339C6F3}"/>
                  </a:ext>
                </a:extLst>
              </p:cNvPr>
              <p:cNvCxnSpPr/>
              <p:nvPr/>
            </p:nvCxnSpPr>
            <p:spPr>
              <a:xfrm flipH="1">
                <a:off x="541598" y="3829879"/>
                <a:ext cx="3614791" cy="0"/>
              </a:xfrm>
              <a:prstGeom prst="line">
                <a:avLst/>
              </a:prstGeom>
              <a:ln w="22225">
                <a:solidFill>
                  <a:srgbClr val="6697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D86DBA0B-E746-CAE6-975E-43D1E6235AB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0868" y="3398103"/>
                <a:ext cx="0" cy="2030400"/>
              </a:xfrm>
              <a:prstGeom prst="line">
                <a:avLst/>
              </a:prstGeom>
              <a:ln w="22225">
                <a:solidFill>
                  <a:srgbClr val="6697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F2D66D57-D844-B480-F979-237BC7823C1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40172" y="3398103"/>
                <a:ext cx="0" cy="2030400"/>
              </a:xfrm>
              <a:prstGeom prst="line">
                <a:avLst/>
              </a:prstGeom>
              <a:ln w="22225">
                <a:solidFill>
                  <a:srgbClr val="6697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062FD7F-DADE-BEC2-CD6B-ED077363971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58128" y="3398103"/>
                <a:ext cx="0" cy="2030400"/>
              </a:xfrm>
              <a:prstGeom prst="line">
                <a:avLst/>
              </a:prstGeom>
              <a:ln w="22225">
                <a:solidFill>
                  <a:srgbClr val="6697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E5E1F5C-E147-8C16-63FD-670A0D26408C}"/>
              </a:ext>
            </a:extLst>
          </p:cNvPr>
          <p:cNvGrpSpPr/>
          <p:nvPr/>
        </p:nvGrpSpPr>
        <p:grpSpPr>
          <a:xfrm>
            <a:off x="7758258" y="4107426"/>
            <a:ext cx="4003530" cy="2231192"/>
            <a:chOff x="7758258" y="4107426"/>
            <a:chExt cx="4003530" cy="2231192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24EB346B-274E-5F9D-8604-2205CD31C63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770071" y="4107426"/>
              <a:ext cx="3966563" cy="2231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14000"/>
                </a:prstClr>
              </a:outerShdw>
            </a:effectLst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C0BD55B-7C6D-BB9B-5A38-A4296BBB37DC}"/>
                </a:ext>
              </a:extLst>
            </p:cNvPr>
            <p:cNvGrpSpPr/>
            <p:nvPr/>
          </p:nvGrpSpPr>
          <p:grpSpPr>
            <a:xfrm>
              <a:off x="7758258" y="4107426"/>
              <a:ext cx="4003530" cy="2218887"/>
              <a:chOff x="541598" y="3398103"/>
              <a:chExt cx="3614791" cy="2030400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CD61FFEA-F3D5-1807-0602-F9F910FB12AE}"/>
                  </a:ext>
                </a:extLst>
              </p:cNvPr>
              <p:cNvCxnSpPr/>
              <p:nvPr/>
            </p:nvCxnSpPr>
            <p:spPr>
              <a:xfrm flipH="1">
                <a:off x="541598" y="3710609"/>
                <a:ext cx="3614791" cy="0"/>
              </a:xfrm>
              <a:prstGeom prst="line">
                <a:avLst/>
              </a:prstGeom>
              <a:ln w="22225">
                <a:solidFill>
                  <a:srgbClr val="6697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CF7231E-26CA-B590-5767-023691840C6D}"/>
                  </a:ext>
                </a:extLst>
              </p:cNvPr>
              <p:cNvCxnSpPr/>
              <p:nvPr/>
            </p:nvCxnSpPr>
            <p:spPr>
              <a:xfrm flipH="1">
                <a:off x="541598" y="5314122"/>
                <a:ext cx="3614791" cy="0"/>
              </a:xfrm>
              <a:prstGeom prst="line">
                <a:avLst/>
              </a:prstGeom>
              <a:ln w="22225">
                <a:solidFill>
                  <a:srgbClr val="6697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C365974E-EBB9-DAC7-C321-409C3A45B35B}"/>
                  </a:ext>
                </a:extLst>
              </p:cNvPr>
              <p:cNvCxnSpPr/>
              <p:nvPr/>
            </p:nvCxnSpPr>
            <p:spPr>
              <a:xfrm flipH="1">
                <a:off x="541598" y="3829879"/>
                <a:ext cx="3614791" cy="0"/>
              </a:xfrm>
              <a:prstGeom prst="line">
                <a:avLst/>
              </a:prstGeom>
              <a:ln w="22225">
                <a:solidFill>
                  <a:srgbClr val="6697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B1F6BEA7-3B6E-D548-FF6A-DBB5B305989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0868" y="3398103"/>
                <a:ext cx="0" cy="2030400"/>
              </a:xfrm>
              <a:prstGeom prst="line">
                <a:avLst/>
              </a:prstGeom>
              <a:ln w="22225">
                <a:solidFill>
                  <a:srgbClr val="6697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04D7ED54-7F91-5F11-03C3-C75492403F4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40172" y="3398103"/>
                <a:ext cx="0" cy="2030400"/>
              </a:xfrm>
              <a:prstGeom prst="line">
                <a:avLst/>
              </a:prstGeom>
              <a:ln w="22225">
                <a:solidFill>
                  <a:srgbClr val="6697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792ABAD1-3281-E374-C681-8A6448CCE9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14045" y="3398103"/>
                <a:ext cx="0" cy="2030400"/>
              </a:xfrm>
              <a:prstGeom prst="line">
                <a:avLst/>
              </a:prstGeom>
              <a:ln w="22225">
                <a:solidFill>
                  <a:srgbClr val="6697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2589A4CA-E388-F4FA-481A-2E910C59094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69463" y="3398103"/>
                <a:ext cx="0" cy="2030400"/>
              </a:xfrm>
              <a:prstGeom prst="line">
                <a:avLst/>
              </a:prstGeom>
              <a:ln w="22225">
                <a:solidFill>
                  <a:srgbClr val="6697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65080682-2C00-78A6-D1AA-AEC9A8A74F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75078" y="3398103"/>
                <a:ext cx="0" cy="2030400"/>
              </a:xfrm>
              <a:prstGeom prst="line">
                <a:avLst/>
              </a:prstGeom>
              <a:ln w="22225">
                <a:solidFill>
                  <a:srgbClr val="6697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BA9BEFB6-752E-7370-27FD-8C26383E19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43261" y="3398103"/>
                <a:ext cx="0" cy="2030400"/>
              </a:xfrm>
              <a:prstGeom prst="line">
                <a:avLst/>
              </a:prstGeom>
              <a:ln w="22225">
                <a:solidFill>
                  <a:srgbClr val="6697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EB26F25-DCAD-B756-ABB6-72F3DFC98C38}"/>
              </a:ext>
            </a:extLst>
          </p:cNvPr>
          <p:cNvGrpSpPr/>
          <p:nvPr/>
        </p:nvGrpSpPr>
        <p:grpSpPr>
          <a:xfrm>
            <a:off x="5095554" y="2157413"/>
            <a:ext cx="4608000" cy="1404000"/>
            <a:chOff x="5778424" y="2265151"/>
            <a:chExt cx="4608000" cy="1404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F54B766-9C28-2E6D-19EE-02A2A80C12A8}"/>
                </a:ext>
              </a:extLst>
            </p:cNvPr>
            <p:cNvSpPr/>
            <p:nvPr/>
          </p:nvSpPr>
          <p:spPr>
            <a:xfrm>
              <a:off x="5778424" y="2265151"/>
              <a:ext cx="4608000" cy="140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1000" sy="101000" algn="ctr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rtl="0">
                <a:spcAft>
                  <a:spcPts val="600"/>
                </a:spcAft>
              </a:pPr>
              <a:endParaRPr lang="en-GB" dirty="0">
                <a:solidFill>
                  <a:schemeClr val="bg1"/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EBB7C30-08ED-50E3-7360-901FFA1524F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910997" y="2391151"/>
              <a:ext cx="4342855" cy="1152000"/>
            </a:xfrm>
            <a:prstGeom prst="rect">
              <a:avLst/>
            </a:prstGeom>
          </p:spPr>
        </p:pic>
        <p:sp>
          <p:nvSpPr>
            <p:cNvPr id="37" name="Rechteck 39">
              <a:extLst>
                <a:ext uri="{FF2B5EF4-FFF2-40B4-BE49-F238E27FC236}">
                  <a16:creationId xmlns:a16="http://schemas.microsoft.com/office/drawing/2014/main" id="{B151FE23-F8EB-4345-9784-8F88742DF4F8}"/>
                </a:ext>
              </a:extLst>
            </p:cNvPr>
            <p:cNvSpPr/>
            <p:nvPr/>
          </p:nvSpPr>
          <p:spPr>
            <a:xfrm>
              <a:off x="9288585" y="2416151"/>
              <a:ext cx="467530" cy="303877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sp>
          <p:nvSpPr>
            <p:cNvPr id="21" name="Rechteck 38">
              <a:extLst>
                <a:ext uri="{FF2B5EF4-FFF2-40B4-BE49-F238E27FC236}">
                  <a16:creationId xmlns:a16="http://schemas.microsoft.com/office/drawing/2014/main" id="{622FA0D9-AA97-D2D3-0906-B31FB1D2BC0C}"/>
                </a:ext>
              </a:extLst>
            </p:cNvPr>
            <p:cNvSpPr/>
            <p:nvPr/>
          </p:nvSpPr>
          <p:spPr>
            <a:xfrm>
              <a:off x="6252738" y="2692301"/>
              <a:ext cx="540000" cy="216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sp>
          <p:nvSpPr>
            <p:cNvPr id="18" name="Rechteck 38">
              <a:extLst>
                <a:ext uri="{FF2B5EF4-FFF2-40B4-BE49-F238E27FC236}">
                  <a16:creationId xmlns:a16="http://schemas.microsoft.com/office/drawing/2014/main" id="{663C73C9-21C2-3246-C3C8-54C015D2FCC1}"/>
                </a:ext>
              </a:extLst>
            </p:cNvPr>
            <p:cNvSpPr/>
            <p:nvPr/>
          </p:nvSpPr>
          <p:spPr>
            <a:xfrm>
              <a:off x="6252738" y="3109001"/>
              <a:ext cx="612000" cy="216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>
              <a:solidFill>
                <a:srgbClr val="F398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25463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CA5D1D3E-5F5F-6A74-49D1-7A46D47281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CA5D1D3E-5F5F-6A74-49D1-7A46D47281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112ACD15-79D2-1E7F-AC15-4CCE7313B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0"/>
            <a:ext cx="10143236" cy="1098000"/>
          </a:xfrm>
        </p:spPr>
        <p:txBody>
          <a:bodyPr vert="horz"/>
          <a:lstStyle/>
          <a:p>
            <a:r>
              <a:rPr lang="en-GB">
                <a:cs typeface="Arial" panose="020B0604020202020204" pitchFamily="34" charset="0"/>
              </a:rPr>
              <a:t>bbv colour theme</a:t>
            </a:r>
          </a:p>
        </p:txBody>
      </p:sp>
      <p:cxnSp>
        <p:nvCxnSpPr>
          <p:cNvPr id="24" name="Straight Connector 26">
            <a:extLst>
              <a:ext uri="{FF2B5EF4-FFF2-40B4-BE49-F238E27FC236}">
                <a16:creationId xmlns:a16="http://schemas.microsoft.com/office/drawing/2014/main" id="{3502B8B4-5563-855A-290D-8B551332CFF4}"/>
              </a:ext>
            </a:extLst>
          </p:cNvPr>
          <p:cNvCxnSpPr>
            <a:cxnSpLocks/>
          </p:cNvCxnSpPr>
          <p:nvPr/>
        </p:nvCxnSpPr>
        <p:spPr>
          <a:xfrm>
            <a:off x="4456762" y="2173030"/>
            <a:ext cx="0" cy="4254758"/>
          </a:xfrm>
          <a:prstGeom prst="line">
            <a:avLst/>
          </a:prstGeom>
          <a:ln w="63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51070854-6963-DEFB-F539-1E959A27C1EE}"/>
              </a:ext>
            </a:extLst>
          </p:cNvPr>
          <p:cNvSpPr txBox="1">
            <a:spLocks/>
          </p:cNvSpPr>
          <p:nvPr/>
        </p:nvSpPr>
        <p:spPr>
          <a:xfrm>
            <a:off x="6500129" y="3218607"/>
            <a:ext cx="1334619" cy="430887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>
            <a:defPPr>
              <a:defRPr lang="de-DE"/>
            </a:defPPr>
            <a:lvl1pPr indent="0" algn="ctr" defTabSz="685800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100">
                <a:solidFill>
                  <a:schemeClr val="accent2"/>
                </a:solidFill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defTabSz="914377">
              <a:spcBef>
                <a:spcPts val="1000"/>
              </a:spcBef>
              <a:defRPr/>
            </a:pPr>
            <a:r>
              <a:rPr lang="en-GB" sz="1400">
                <a:solidFill>
                  <a:schemeClr val="tx1"/>
                </a:solidFill>
                <a:sym typeface="Arial" panose="020B0604020202020204" pitchFamily="34" charset="0"/>
              </a:rPr>
              <a:t>Main </a:t>
            </a:r>
            <a:br>
              <a:rPr lang="en-GB" sz="1400">
                <a:solidFill>
                  <a:schemeClr val="tx1"/>
                </a:solidFill>
                <a:sym typeface="Arial" panose="020B0604020202020204" pitchFamily="34" charset="0"/>
              </a:rPr>
            </a:br>
            <a:r>
              <a:rPr lang="en-GB" sz="1400">
                <a:solidFill>
                  <a:schemeClr val="tx1"/>
                </a:solidFill>
                <a:sym typeface="Arial" panose="020B0604020202020204" pitchFamily="34" charset="0"/>
              </a:rPr>
              <a:t>accent</a:t>
            </a:r>
          </a:p>
        </p:txBody>
      </p:sp>
      <p:sp>
        <p:nvSpPr>
          <p:cNvPr id="37" name="Rectangle 10">
            <a:extLst>
              <a:ext uri="{FF2B5EF4-FFF2-40B4-BE49-F238E27FC236}">
                <a16:creationId xmlns:a16="http://schemas.microsoft.com/office/drawing/2014/main" id="{BF297A7F-6349-4515-A106-11D80EA77376}"/>
              </a:ext>
            </a:extLst>
          </p:cNvPr>
          <p:cNvSpPr/>
          <p:nvPr/>
        </p:nvSpPr>
        <p:spPr>
          <a:xfrm>
            <a:off x="6872824" y="2173030"/>
            <a:ext cx="602773" cy="5458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schemeClr val="bg1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8" name="Rectangle 11">
            <a:extLst>
              <a:ext uri="{FF2B5EF4-FFF2-40B4-BE49-F238E27FC236}">
                <a16:creationId xmlns:a16="http://schemas.microsoft.com/office/drawing/2014/main" id="{542073DE-1986-A9FF-D88E-7B72D00769F0}"/>
              </a:ext>
            </a:extLst>
          </p:cNvPr>
          <p:cNvSpPr>
            <a:spLocks/>
          </p:cNvSpPr>
          <p:nvPr/>
        </p:nvSpPr>
        <p:spPr>
          <a:xfrm>
            <a:off x="9021671" y="2173030"/>
            <a:ext cx="602773" cy="54589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white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9" name="Rectangle 12">
            <a:extLst>
              <a:ext uri="{FF2B5EF4-FFF2-40B4-BE49-F238E27FC236}">
                <a16:creationId xmlns:a16="http://schemas.microsoft.com/office/drawing/2014/main" id="{6267D1A1-B1A6-8DFE-0C1F-9FADCE012A0B}"/>
              </a:ext>
            </a:extLst>
          </p:cNvPr>
          <p:cNvSpPr>
            <a:spLocks/>
          </p:cNvSpPr>
          <p:nvPr/>
        </p:nvSpPr>
        <p:spPr>
          <a:xfrm>
            <a:off x="9736741" y="2173030"/>
            <a:ext cx="602773" cy="5458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schemeClr val="tx1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0" name="Rectangle 13">
            <a:extLst>
              <a:ext uri="{FF2B5EF4-FFF2-40B4-BE49-F238E27FC236}">
                <a16:creationId xmlns:a16="http://schemas.microsoft.com/office/drawing/2014/main" id="{B6B698BE-5FFE-365B-EE0B-61C783F93716}"/>
              </a:ext>
            </a:extLst>
          </p:cNvPr>
          <p:cNvSpPr/>
          <p:nvPr/>
        </p:nvSpPr>
        <p:spPr>
          <a:xfrm>
            <a:off x="5440259" y="2173030"/>
            <a:ext cx="602773" cy="5458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white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1" name="Rectangle 15">
            <a:extLst>
              <a:ext uri="{FF2B5EF4-FFF2-40B4-BE49-F238E27FC236}">
                <a16:creationId xmlns:a16="http://schemas.microsoft.com/office/drawing/2014/main" id="{B4482B20-22EB-AFBD-A517-E90318FF330F}"/>
              </a:ext>
            </a:extLst>
          </p:cNvPr>
          <p:cNvSpPr>
            <a:spLocks/>
          </p:cNvSpPr>
          <p:nvPr/>
        </p:nvSpPr>
        <p:spPr>
          <a:xfrm>
            <a:off x="8305389" y="2173030"/>
            <a:ext cx="602773" cy="5458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schemeClr val="bg1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2" name="Rectangle 16">
            <a:extLst>
              <a:ext uri="{FF2B5EF4-FFF2-40B4-BE49-F238E27FC236}">
                <a16:creationId xmlns:a16="http://schemas.microsoft.com/office/drawing/2014/main" id="{3FCA52B9-2683-2430-5EAE-7CBE386D5ECF}"/>
              </a:ext>
            </a:extLst>
          </p:cNvPr>
          <p:cNvSpPr>
            <a:spLocks/>
          </p:cNvSpPr>
          <p:nvPr/>
        </p:nvSpPr>
        <p:spPr>
          <a:xfrm>
            <a:off x="11169312" y="2173030"/>
            <a:ext cx="602773" cy="5458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schemeClr val="tx1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3" name="Rectangle 23">
            <a:extLst>
              <a:ext uri="{FF2B5EF4-FFF2-40B4-BE49-F238E27FC236}">
                <a16:creationId xmlns:a16="http://schemas.microsoft.com/office/drawing/2014/main" id="{6FC59556-31EC-322A-94B7-01F06801B3BE}"/>
              </a:ext>
            </a:extLst>
          </p:cNvPr>
          <p:cNvSpPr>
            <a:spLocks/>
          </p:cNvSpPr>
          <p:nvPr/>
        </p:nvSpPr>
        <p:spPr>
          <a:xfrm>
            <a:off x="10453025" y="2172971"/>
            <a:ext cx="602773" cy="5451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schemeClr val="tx1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4" name="Rectangle 10">
            <a:extLst>
              <a:ext uri="{FF2B5EF4-FFF2-40B4-BE49-F238E27FC236}">
                <a16:creationId xmlns:a16="http://schemas.microsoft.com/office/drawing/2014/main" id="{2D82BD4E-4B06-B5BD-7E1B-F8065FC0B380}"/>
              </a:ext>
            </a:extLst>
          </p:cNvPr>
          <p:cNvSpPr/>
          <p:nvPr/>
        </p:nvSpPr>
        <p:spPr>
          <a:xfrm>
            <a:off x="7589112" y="2173030"/>
            <a:ext cx="602773" cy="5458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schemeClr val="bg1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5" name="Rectangle 13">
            <a:extLst>
              <a:ext uri="{FF2B5EF4-FFF2-40B4-BE49-F238E27FC236}">
                <a16:creationId xmlns:a16="http://schemas.microsoft.com/office/drawing/2014/main" id="{BDD07FB3-1A6F-4329-4EEB-51F3AF841F8B}"/>
              </a:ext>
            </a:extLst>
          </p:cNvPr>
          <p:cNvSpPr/>
          <p:nvPr/>
        </p:nvSpPr>
        <p:spPr>
          <a:xfrm>
            <a:off x="4723977" y="2173030"/>
            <a:ext cx="602773" cy="54589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6" name="Rectangle 13">
            <a:extLst>
              <a:ext uri="{FF2B5EF4-FFF2-40B4-BE49-F238E27FC236}">
                <a16:creationId xmlns:a16="http://schemas.microsoft.com/office/drawing/2014/main" id="{3037C319-F1F5-AA2C-867D-9EDCED62CE4E}"/>
              </a:ext>
            </a:extLst>
          </p:cNvPr>
          <p:cNvSpPr/>
          <p:nvPr/>
        </p:nvSpPr>
        <p:spPr>
          <a:xfrm>
            <a:off x="6151988" y="2173030"/>
            <a:ext cx="602773" cy="545895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schemeClr val="bg1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6CB15D7-FCA5-7B38-1136-3C6AAE9D6BCA}"/>
              </a:ext>
            </a:extLst>
          </p:cNvPr>
          <p:cNvGrpSpPr/>
          <p:nvPr/>
        </p:nvGrpSpPr>
        <p:grpSpPr>
          <a:xfrm>
            <a:off x="6869090" y="2885608"/>
            <a:ext cx="602764" cy="217375"/>
            <a:chOff x="4697470" y="3209372"/>
            <a:chExt cx="433615" cy="163031"/>
          </a:xfrm>
        </p:grpSpPr>
        <p:cxnSp>
          <p:nvCxnSpPr>
            <p:cNvPr id="63" name="Gerader Verbinder 50">
              <a:extLst>
                <a:ext uri="{FF2B5EF4-FFF2-40B4-BE49-F238E27FC236}">
                  <a16:creationId xmlns:a16="http://schemas.microsoft.com/office/drawing/2014/main" id="{30147869-7ACF-36DB-4F1A-F1241569DD6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832764" y="3290888"/>
              <a:ext cx="163031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55">
              <a:extLst>
                <a:ext uri="{FF2B5EF4-FFF2-40B4-BE49-F238E27FC236}">
                  <a16:creationId xmlns:a16="http://schemas.microsoft.com/office/drawing/2014/main" id="{D27EBFFB-9E9E-055D-004F-E654BC243CE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914278" y="2992565"/>
              <a:ext cx="0" cy="433615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68457190-0A22-6AE7-0613-EAFB0E4EDA7A}"/>
              </a:ext>
            </a:extLst>
          </p:cNvPr>
          <p:cNvSpPr txBox="1">
            <a:spLocks/>
          </p:cNvSpPr>
          <p:nvPr/>
        </p:nvSpPr>
        <p:spPr>
          <a:xfrm>
            <a:off x="428625" y="2157413"/>
            <a:ext cx="2124000" cy="4270367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226714" sx="101000" sy="101000" algn="ctr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00" tIns="96000" rIns="96000" bIns="96000" rtlCol="0" anchor="t"/>
          <a:lstStyle>
            <a:defPPr>
              <a:defRPr lang="en-US"/>
            </a:defPPr>
            <a:lvl1pPr marR="0" lvl="0" indent="0" defTabSz="914354" fontAlgn="auto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Tx/>
              <a:buNone/>
              <a:tabLst/>
              <a:defRPr kumimoji="0" sz="1867" b="0" i="0" u="none" strike="noStrike" kern="6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7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5"/>
            <a:endParaRPr lang="en-GB"/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DDF9E67B-364E-CE6C-EB0C-B76C55340C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610" y="2406096"/>
            <a:ext cx="1966241" cy="1413236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8CCE4E69-5EEE-9D0E-B04E-7285D2BB550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547"/>
          <a:stretch/>
        </p:blipFill>
        <p:spPr>
          <a:xfrm>
            <a:off x="511071" y="4046276"/>
            <a:ext cx="1972780" cy="68710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EBFAB6F1-F8A0-F09B-1743-2517E56AFDB3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635"/>
          <a:stretch/>
        </p:blipFill>
        <p:spPr>
          <a:xfrm>
            <a:off x="511071" y="5694748"/>
            <a:ext cx="1972780" cy="542576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45661B9B-D5E3-182F-E947-D0128C0AA7EA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500" b="29135"/>
          <a:stretch/>
        </p:blipFill>
        <p:spPr>
          <a:xfrm>
            <a:off x="511071" y="4936926"/>
            <a:ext cx="1972780" cy="542576"/>
          </a:xfrm>
          <a:prstGeom prst="rect">
            <a:avLst/>
          </a:prstGeom>
        </p:spPr>
      </p:pic>
      <p:grpSp>
        <p:nvGrpSpPr>
          <p:cNvPr id="88" name="Group 87">
            <a:extLst>
              <a:ext uri="{FF2B5EF4-FFF2-40B4-BE49-F238E27FC236}">
                <a16:creationId xmlns:a16="http://schemas.microsoft.com/office/drawing/2014/main" id="{71BB6457-5525-9629-8AB0-65A18A235CBC}"/>
              </a:ext>
            </a:extLst>
          </p:cNvPr>
          <p:cNvGrpSpPr/>
          <p:nvPr/>
        </p:nvGrpSpPr>
        <p:grpSpPr>
          <a:xfrm>
            <a:off x="524672" y="4936926"/>
            <a:ext cx="1959179" cy="1300399"/>
            <a:chOff x="497501" y="3256429"/>
            <a:chExt cx="1873031" cy="1211928"/>
          </a:xfrm>
        </p:grpSpPr>
        <p:sp>
          <p:nvSpPr>
            <p:cNvPr id="85" name="Freihandform: Form 52">
              <a:extLst>
                <a:ext uri="{FF2B5EF4-FFF2-40B4-BE49-F238E27FC236}">
                  <a16:creationId xmlns:a16="http://schemas.microsoft.com/office/drawing/2014/main" id="{A25499F5-432B-5786-1DDB-D6E7665566EA}"/>
                </a:ext>
              </a:extLst>
            </p:cNvPr>
            <p:cNvSpPr/>
            <p:nvPr/>
          </p:nvSpPr>
          <p:spPr>
            <a:xfrm>
              <a:off x="497501" y="3256429"/>
              <a:ext cx="1873031" cy="1211926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28575" cap="rnd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1219170">
                <a:defRPr/>
              </a:pPr>
              <a:endParaRPr lang="en-GB" sz="1467">
                <a:solidFill>
                  <a:prstClr val="black"/>
                </a:solidFill>
                <a:sym typeface="Arial" panose="020B0604020202020204" pitchFamily="34" charset="0"/>
              </a:endParaRPr>
            </a:p>
          </p:txBody>
        </p:sp>
        <p:cxnSp>
          <p:nvCxnSpPr>
            <p:cNvPr id="86" name="Straight Connector 83">
              <a:extLst>
                <a:ext uri="{FF2B5EF4-FFF2-40B4-BE49-F238E27FC236}">
                  <a16:creationId xmlns:a16="http://schemas.microsoft.com/office/drawing/2014/main" id="{8F2EF6F2-A981-4FA6-9F40-1344865D464D}"/>
                </a:ext>
              </a:extLst>
            </p:cNvPr>
            <p:cNvCxnSpPr>
              <a:cxnSpLocks/>
            </p:cNvCxnSpPr>
            <p:nvPr/>
          </p:nvCxnSpPr>
          <p:spPr>
            <a:xfrm>
              <a:off x="504098" y="3281637"/>
              <a:ext cx="1866433" cy="1186720"/>
            </a:xfrm>
            <a:prstGeom prst="line">
              <a:avLst/>
            </a:prstGeom>
            <a:solidFill>
              <a:schemeClr val="accent6">
                <a:alpha val="20000"/>
              </a:schemeClr>
            </a:solidFill>
            <a:ln w="28575" cap="rnd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Straight Connector 84">
              <a:extLst>
                <a:ext uri="{FF2B5EF4-FFF2-40B4-BE49-F238E27FC236}">
                  <a16:creationId xmlns:a16="http://schemas.microsoft.com/office/drawing/2014/main" id="{7AED2BEF-C789-80A3-D9F1-69583B9995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8242" y="3281637"/>
              <a:ext cx="1832279" cy="1186720"/>
            </a:xfrm>
            <a:prstGeom prst="line">
              <a:avLst/>
            </a:prstGeom>
            <a:solidFill>
              <a:schemeClr val="accent6">
                <a:alpha val="20000"/>
              </a:schemeClr>
            </a:solidFill>
            <a:ln w="28575" cap="rnd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89" name="Content Placeholder 2">
            <a:extLst>
              <a:ext uri="{FF2B5EF4-FFF2-40B4-BE49-F238E27FC236}">
                <a16:creationId xmlns:a16="http://schemas.microsoft.com/office/drawing/2014/main" id="{76210D49-14BB-7F13-F155-DA8F8436C939}"/>
              </a:ext>
            </a:extLst>
          </p:cNvPr>
          <p:cNvSpPr txBox="1">
            <a:spLocks/>
          </p:cNvSpPr>
          <p:nvPr/>
        </p:nvSpPr>
        <p:spPr>
          <a:xfrm>
            <a:off x="3094780" y="2533796"/>
            <a:ext cx="1326145" cy="424777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219139">
              <a:lnSpc>
                <a:spcPct val="100000"/>
              </a:lnSpc>
              <a:spcBef>
                <a:spcPts val="1333"/>
              </a:spcBef>
              <a:buNone/>
              <a:defRPr/>
            </a:pPr>
            <a:r>
              <a:rPr lang="en-GB" sz="1200">
                <a:cs typeface="Arial" panose="020B0604020202020204" pitchFamily="34" charset="0"/>
                <a:sym typeface="Arial" panose="020B0604020202020204" pitchFamily="34" charset="0"/>
              </a:rPr>
              <a:t>Always OK!</a:t>
            </a:r>
          </a:p>
        </p:txBody>
      </p:sp>
      <p:sp>
        <p:nvSpPr>
          <p:cNvPr id="90" name="Content Placeholder 2">
            <a:extLst>
              <a:ext uri="{FF2B5EF4-FFF2-40B4-BE49-F238E27FC236}">
                <a16:creationId xmlns:a16="http://schemas.microsoft.com/office/drawing/2014/main" id="{0F98E6AA-04F9-D5A2-B375-3E8470C5243D}"/>
              </a:ext>
            </a:extLst>
          </p:cNvPr>
          <p:cNvSpPr txBox="1">
            <a:spLocks/>
          </p:cNvSpPr>
          <p:nvPr/>
        </p:nvSpPr>
        <p:spPr>
          <a:xfrm>
            <a:off x="3094781" y="3162271"/>
            <a:ext cx="1109834" cy="424777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219139">
              <a:lnSpc>
                <a:spcPct val="100000"/>
              </a:lnSpc>
              <a:spcBef>
                <a:spcPts val="1333"/>
              </a:spcBef>
              <a:buNone/>
              <a:defRPr/>
            </a:pPr>
            <a:r>
              <a:rPr lang="en-GB" sz="1200">
                <a:solidFill>
                  <a:schemeClr val="tx2"/>
                </a:solidFill>
                <a:cs typeface="Arial" panose="020B0604020202020204" pitchFamily="34" charset="0"/>
                <a:sym typeface="Arial" panose="020B0604020202020204" pitchFamily="34" charset="0"/>
              </a:rPr>
              <a:t>Never, please!</a:t>
            </a:r>
          </a:p>
        </p:txBody>
      </p:sp>
      <p:sp>
        <p:nvSpPr>
          <p:cNvPr id="91" name="Content Placeholder 2">
            <a:extLst>
              <a:ext uri="{FF2B5EF4-FFF2-40B4-BE49-F238E27FC236}">
                <a16:creationId xmlns:a16="http://schemas.microsoft.com/office/drawing/2014/main" id="{ECE9CF5B-EFB5-798A-FA72-10A3A4BB1176}"/>
              </a:ext>
            </a:extLst>
          </p:cNvPr>
          <p:cNvSpPr txBox="1">
            <a:spLocks/>
          </p:cNvSpPr>
          <p:nvPr/>
        </p:nvSpPr>
        <p:spPr>
          <a:xfrm>
            <a:off x="3094775" y="5362856"/>
            <a:ext cx="1109837" cy="424777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219139">
              <a:lnSpc>
                <a:spcPct val="100000"/>
              </a:lnSpc>
              <a:spcBef>
                <a:spcPts val="1333"/>
              </a:spcBef>
              <a:buNone/>
              <a:defRPr/>
            </a:pPr>
            <a:r>
              <a:rPr lang="en-GB" sz="1200">
                <a:solidFill>
                  <a:srgbClr val="E30613"/>
                </a:solidFill>
                <a:cs typeface="Arial" panose="020B0604020202020204" pitchFamily="34" charset="0"/>
                <a:sym typeface="Arial" panose="020B0604020202020204" pitchFamily="34" charset="0"/>
              </a:rPr>
              <a:t>Never, please!</a:t>
            </a: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78ECAFE4-B27A-4EB0-98FD-87F06435B6D5}"/>
              </a:ext>
            </a:extLst>
          </p:cNvPr>
          <p:cNvGrpSpPr/>
          <p:nvPr/>
        </p:nvGrpSpPr>
        <p:grpSpPr>
          <a:xfrm>
            <a:off x="2709977" y="2656723"/>
            <a:ext cx="217375" cy="189729"/>
            <a:chOff x="5954751" y="2230813"/>
            <a:chExt cx="356839" cy="232815"/>
          </a:xfrm>
        </p:grpSpPr>
        <p:cxnSp>
          <p:nvCxnSpPr>
            <p:cNvPr id="93" name="Gerader Verbinder 50">
              <a:extLst>
                <a:ext uri="{FF2B5EF4-FFF2-40B4-BE49-F238E27FC236}">
                  <a16:creationId xmlns:a16="http://schemas.microsoft.com/office/drawing/2014/main" id="{EDE750EE-4DE6-2F33-2CC5-A01970DC65A6}"/>
                </a:ext>
              </a:extLst>
            </p:cNvPr>
            <p:cNvCxnSpPr>
              <a:cxnSpLocks/>
            </p:cNvCxnSpPr>
            <p:nvPr/>
          </p:nvCxnSpPr>
          <p:spPr>
            <a:xfrm>
              <a:off x="5954751" y="2347220"/>
              <a:ext cx="356839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Gerader Verbinder 55">
              <a:extLst>
                <a:ext uri="{FF2B5EF4-FFF2-40B4-BE49-F238E27FC236}">
                  <a16:creationId xmlns:a16="http://schemas.microsoft.com/office/drawing/2014/main" id="{31572E6B-0791-A08D-8B8C-A17A1B26264E}"/>
                </a:ext>
              </a:extLst>
            </p:cNvPr>
            <p:cNvCxnSpPr>
              <a:cxnSpLocks/>
            </p:cNvCxnSpPr>
            <p:nvPr/>
          </p:nvCxnSpPr>
          <p:spPr>
            <a:xfrm>
              <a:off x="5954751" y="2230813"/>
              <a:ext cx="0" cy="232815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39E5EEA2-546B-1754-01C2-57FB7D291A62}"/>
              </a:ext>
            </a:extLst>
          </p:cNvPr>
          <p:cNvGrpSpPr/>
          <p:nvPr/>
        </p:nvGrpSpPr>
        <p:grpSpPr>
          <a:xfrm>
            <a:off x="2709977" y="2931578"/>
            <a:ext cx="217375" cy="887752"/>
            <a:chOff x="5954751" y="2230813"/>
            <a:chExt cx="356839" cy="232815"/>
          </a:xfrm>
        </p:grpSpPr>
        <p:cxnSp>
          <p:nvCxnSpPr>
            <p:cNvPr id="96" name="Gerader Verbinder 50">
              <a:extLst>
                <a:ext uri="{FF2B5EF4-FFF2-40B4-BE49-F238E27FC236}">
                  <a16:creationId xmlns:a16="http://schemas.microsoft.com/office/drawing/2014/main" id="{74BDB173-1196-C9FB-BCF7-4B86D4738F96}"/>
                </a:ext>
              </a:extLst>
            </p:cNvPr>
            <p:cNvCxnSpPr>
              <a:cxnSpLocks/>
            </p:cNvCxnSpPr>
            <p:nvPr/>
          </p:nvCxnSpPr>
          <p:spPr>
            <a:xfrm>
              <a:off x="5954751" y="2347220"/>
              <a:ext cx="356839" cy="0"/>
            </a:xfrm>
            <a:prstGeom prst="line">
              <a:avLst/>
            </a:prstGeom>
            <a:ln w="6350">
              <a:solidFill>
                <a:schemeClr val="tx2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Gerader Verbinder 55">
              <a:extLst>
                <a:ext uri="{FF2B5EF4-FFF2-40B4-BE49-F238E27FC236}">
                  <a16:creationId xmlns:a16="http://schemas.microsoft.com/office/drawing/2014/main" id="{3808B50C-4300-D802-95A5-A5810673A490}"/>
                </a:ext>
              </a:extLst>
            </p:cNvPr>
            <p:cNvCxnSpPr>
              <a:cxnSpLocks/>
            </p:cNvCxnSpPr>
            <p:nvPr/>
          </p:nvCxnSpPr>
          <p:spPr>
            <a:xfrm>
              <a:off x="5954751" y="2230813"/>
              <a:ext cx="0" cy="232815"/>
            </a:xfrm>
            <a:prstGeom prst="line">
              <a:avLst/>
            </a:prstGeom>
            <a:ln w="6350">
              <a:solidFill>
                <a:schemeClr val="tx2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C66822E5-DF56-E7DE-D31C-B43518D4FABA}"/>
              </a:ext>
            </a:extLst>
          </p:cNvPr>
          <p:cNvGrpSpPr/>
          <p:nvPr/>
        </p:nvGrpSpPr>
        <p:grpSpPr>
          <a:xfrm>
            <a:off x="2709977" y="4936926"/>
            <a:ext cx="217375" cy="1313642"/>
            <a:chOff x="5954751" y="2230813"/>
            <a:chExt cx="356839" cy="232815"/>
          </a:xfrm>
        </p:grpSpPr>
        <p:cxnSp>
          <p:nvCxnSpPr>
            <p:cNvPr id="99" name="Gerader Verbinder 50">
              <a:extLst>
                <a:ext uri="{FF2B5EF4-FFF2-40B4-BE49-F238E27FC236}">
                  <a16:creationId xmlns:a16="http://schemas.microsoft.com/office/drawing/2014/main" id="{485F3C5D-B2EA-4B74-1C8A-06496510119F}"/>
                </a:ext>
              </a:extLst>
            </p:cNvPr>
            <p:cNvCxnSpPr>
              <a:cxnSpLocks/>
            </p:cNvCxnSpPr>
            <p:nvPr/>
          </p:nvCxnSpPr>
          <p:spPr>
            <a:xfrm>
              <a:off x="5954751" y="2347220"/>
              <a:ext cx="356839" cy="0"/>
            </a:xfrm>
            <a:prstGeom prst="line">
              <a:avLst/>
            </a:prstGeom>
            <a:ln w="6350">
              <a:solidFill>
                <a:schemeClr val="tx2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Gerader Verbinder 55">
              <a:extLst>
                <a:ext uri="{FF2B5EF4-FFF2-40B4-BE49-F238E27FC236}">
                  <a16:creationId xmlns:a16="http://schemas.microsoft.com/office/drawing/2014/main" id="{530E4814-67A8-7DA0-7DB5-C01459CD64FF}"/>
                </a:ext>
              </a:extLst>
            </p:cNvPr>
            <p:cNvCxnSpPr>
              <a:cxnSpLocks/>
            </p:cNvCxnSpPr>
            <p:nvPr/>
          </p:nvCxnSpPr>
          <p:spPr>
            <a:xfrm>
              <a:off x="5954751" y="2230813"/>
              <a:ext cx="0" cy="232815"/>
            </a:xfrm>
            <a:prstGeom prst="line">
              <a:avLst/>
            </a:prstGeom>
            <a:ln w="6350">
              <a:solidFill>
                <a:schemeClr val="tx2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1" name="Content Placeholder 2">
            <a:extLst>
              <a:ext uri="{FF2B5EF4-FFF2-40B4-BE49-F238E27FC236}">
                <a16:creationId xmlns:a16="http://schemas.microsoft.com/office/drawing/2014/main" id="{51012E29-560A-2C9A-86C0-7A82533C9733}"/>
              </a:ext>
            </a:extLst>
          </p:cNvPr>
          <p:cNvSpPr txBox="1">
            <a:spLocks/>
          </p:cNvSpPr>
          <p:nvPr/>
        </p:nvSpPr>
        <p:spPr>
          <a:xfrm>
            <a:off x="3094781" y="4179356"/>
            <a:ext cx="1109834" cy="424777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219139">
              <a:lnSpc>
                <a:spcPct val="100000"/>
              </a:lnSpc>
              <a:spcBef>
                <a:spcPts val="1333"/>
              </a:spcBef>
              <a:buNone/>
              <a:defRPr/>
            </a:pPr>
            <a:r>
              <a:rPr lang="en-GB" sz="1200">
                <a:cs typeface="Arial" panose="020B0604020202020204" pitchFamily="34" charset="0"/>
                <a:sym typeface="Arial" panose="020B0604020202020204" pitchFamily="34" charset="0"/>
              </a:rPr>
              <a:t>Use selectively and sparingly</a:t>
            </a: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8F7C882-5ABD-34C2-BC1F-56F5B5EB2173}"/>
              </a:ext>
            </a:extLst>
          </p:cNvPr>
          <p:cNvGrpSpPr/>
          <p:nvPr/>
        </p:nvGrpSpPr>
        <p:grpSpPr>
          <a:xfrm>
            <a:off x="2709977" y="4014659"/>
            <a:ext cx="217375" cy="746773"/>
            <a:chOff x="5954751" y="2230813"/>
            <a:chExt cx="356839" cy="232815"/>
          </a:xfrm>
        </p:grpSpPr>
        <p:cxnSp>
          <p:nvCxnSpPr>
            <p:cNvPr id="103" name="Gerader Verbinder 50">
              <a:extLst>
                <a:ext uri="{FF2B5EF4-FFF2-40B4-BE49-F238E27FC236}">
                  <a16:creationId xmlns:a16="http://schemas.microsoft.com/office/drawing/2014/main" id="{FAD3B513-9C70-4309-DDAB-97AEA5664F2B}"/>
                </a:ext>
              </a:extLst>
            </p:cNvPr>
            <p:cNvCxnSpPr>
              <a:cxnSpLocks/>
            </p:cNvCxnSpPr>
            <p:nvPr/>
          </p:nvCxnSpPr>
          <p:spPr>
            <a:xfrm>
              <a:off x="5954751" y="2347220"/>
              <a:ext cx="356839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Gerader Verbinder 55">
              <a:extLst>
                <a:ext uri="{FF2B5EF4-FFF2-40B4-BE49-F238E27FC236}">
                  <a16:creationId xmlns:a16="http://schemas.microsoft.com/office/drawing/2014/main" id="{6514E2ED-EE9C-DEA0-8858-8FF7A4F20EA0}"/>
                </a:ext>
              </a:extLst>
            </p:cNvPr>
            <p:cNvCxnSpPr>
              <a:cxnSpLocks/>
            </p:cNvCxnSpPr>
            <p:nvPr/>
          </p:nvCxnSpPr>
          <p:spPr>
            <a:xfrm>
              <a:off x="5954751" y="2230813"/>
              <a:ext cx="0" cy="232815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Rectangle 13">
            <a:extLst>
              <a:ext uri="{FF2B5EF4-FFF2-40B4-BE49-F238E27FC236}">
                <a16:creationId xmlns:a16="http://schemas.microsoft.com/office/drawing/2014/main" id="{51FD5E8D-50C8-0214-07C0-E88F5193972D}"/>
              </a:ext>
            </a:extLst>
          </p:cNvPr>
          <p:cNvSpPr/>
          <p:nvPr/>
        </p:nvSpPr>
        <p:spPr>
          <a:xfrm>
            <a:off x="4737229" y="4268539"/>
            <a:ext cx="602773" cy="545895"/>
          </a:xfrm>
          <a:prstGeom prst="rect">
            <a:avLst/>
          </a:prstGeom>
          <a:solidFill>
            <a:srgbClr val="005194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7" name="Rectangle 13">
            <a:extLst>
              <a:ext uri="{FF2B5EF4-FFF2-40B4-BE49-F238E27FC236}">
                <a16:creationId xmlns:a16="http://schemas.microsoft.com/office/drawing/2014/main" id="{B910C4A2-8082-C66C-B60B-356C1B3BA384}"/>
              </a:ext>
            </a:extLst>
          </p:cNvPr>
          <p:cNvSpPr/>
          <p:nvPr/>
        </p:nvSpPr>
        <p:spPr>
          <a:xfrm>
            <a:off x="6886076" y="4268539"/>
            <a:ext cx="602773" cy="545895"/>
          </a:xfrm>
          <a:prstGeom prst="rect">
            <a:avLst/>
          </a:prstGeom>
          <a:solidFill>
            <a:srgbClr val="99B9D4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8" name="Rectangle 13">
            <a:extLst>
              <a:ext uri="{FF2B5EF4-FFF2-40B4-BE49-F238E27FC236}">
                <a16:creationId xmlns:a16="http://schemas.microsoft.com/office/drawing/2014/main" id="{150547F5-511E-6DEB-C27B-1C31F97F7F1E}"/>
              </a:ext>
            </a:extLst>
          </p:cNvPr>
          <p:cNvSpPr/>
          <p:nvPr/>
        </p:nvSpPr>
        <p:spPr>
          <a:xfrm>
            <a:off x="6169793" y="4268539"/>
            <a:ext cx="602773" cy="545895"/>
          </a:xfrm>
          <a:prstGeom prst="rect">
            <a:avLst/>
          </a:prstGeom>
          <a:solidFill>
            <a:srgbClr val="6697BF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9" name="Rectangle 13">
            <a:extLst>
              <a:ext uri="{FF2B5EF4-FFF2-40B4-BE49-F238E27FC236}">
                <a16:creationId xmlns:a16="http://schemas.microsoft.com/office/drawing/2014/main" id="{EBACE547-7889-B6F1-D9BA-137E4A5EF8FD}"/>
              </a:ext>
            </a:extLst>
          </p:cNvPr>
          <p:cNvSpPr/>
          <p:nvPr/>
        </p:nvSpPr>
        <p:spPr>
          <a:xfrm>
            <a:off x="5453511" y="4268539"/>
            <a:ext cx="602773" cy="545895"/>
          </a:xfrm>
          <a:prstGeom prst="rect">
            <a:avLst/>
          </a:prstGeom>
          <a:solidFill>
            <a:srgbClr val="3374A9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0" name="Rectangle 13">
            <a:extLst>
              <a:ext uri="{FF2B5EF4-FFF2-40B4-BE49-F238E27FC236}">
                <a16:creationId xmlns:a16="http://schemas.microsoft.com/office/drawing/2014/main" id="{8B43B5C9-F01E-FEBE-FDF0-D982DE368DB1}"/>
              </a:ext>
            </a:extLst>
          </p:cNvPr>
          <p:cNvSpPr/>
          <p:nvPr/>
        </p:nvSpPr>
        <p:spPr>
          <a:xfrm>
            <a:off x="9034923" y="4268539"/>
            <a:ext cx="602773" cy="545895"/>
          </a:xfrm>
          <a:prstGeom prst="rect">
            <a:avLst/>
          </a:prstGeom>
          <a:solidFill>
            <a:srgbClr val="F39800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1" name="Rectangle 13">
            <a:extLst>
              <a:ext uri="{FF2B5EF4-FFF2-40B4-BE49-F238E27FC236}">
                <a16:creationId xmlns:a16="http://schemas.microsoft.com/office/drawing/2014/main" id="{D1378E0E-9B46-AEBD-C505-68933B206E88}"/>
              </a:ext>
            </a:extLst>
          </p:cNvPr>
          <p:cNvSpPr/>
          <p:nvPr/>
        </p:nvSpPr>
        <p:spPr>
          <a:xfrm>
            <a:off x="9749993" y="4268539"/>
            <a:ext cx="602773" cy="545895"/>
          </a:xfrm>
          <a:prstGeom prst="rect">
            <a:avLst/>
          </a:prstGeom>
          <a:solidFill>
            <a:srgbClr val="F5AD33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2" name="Rectangle 13">
            <a:extLst>
              <a:ext uri="{FF2B5EF4-FFF2-40B4-BE49-F238E27FC236}">
                <a16:creationId xmlns:a16="http://schemas.microsoft.com/office/drawing/2014/main" id="{451F5D7D-B94C-FD58-88F8-2DBD6FC14579}"/>
              </a:ext>
            </a:extLst>
          </p:cNvPr>
          <p:cNvSpPr/>
          <p:nvPr/>
        </p:nvSpPr>
        <p:spPr>
          <a:xfrm>
            <a:off x="10466277" y="4268539"/>
            <a:ext cx="602773" cy="545895"/>
          </a:xfrm>
          <a:prstGeom prst="rect">
            <a:avLst/>
          </a:prstGeom>
          <a:solidFill>
            <a:srgbClr val="F8C166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3" name="Rectangle 13">
            <a:extLst>
              <a:ext uri="{FF2B5EF4-FFF2-40B4-BE49-F238E27FC236}">
                <a16:creationId xmlns:a16="http://schemas.microsoft.com/office/drawing/2014/main" id="{4192DD3D-9D20-33DD-EF53-671B1D4FD254}"/>
              </a:ext>
            </a:extLst>
          </p:cNvPr>
          <p:cNvSpPr/>
          <p:nvPr/>
        </p:nvSpPr>
        <p:spPr>
          <a:xfrm>
            <a:off x="11182564" y="4268539"/>
            <a:ext cx="602773" cy="545895"/>
          </a:xfrm>
          <a:prstGeom prst="rect">
            <a:avLst/>
          </a:prstGeom>
          <a:solidFill>
            <a:srgbClr val="FAD699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4" name="Rectangle 13">
            <a:extLst>
              <a:ext uri="{FF2B5EF4-FFF2-40B4-BE49-F238E27FC236}">
                <a16:creationId xmlns:a16="http://schemas.microsoft.com/office/drawing/2014/main" id="{1D30DE6E-5812-98E8-D99D-9648BADD237B}"/>
              </a:ext>
            </a:extLst>
          </p:cNvPr>
          <p:cNvSpPr/>
          <p:nvPr/>
        </p:nvSpPr>
        <p:spPr>
          <a:xfrm>
            <a:off x="4737229" y="4931149"/>
            <a:ext cx="602773" cy="545895"/>
          </a:xfrm>
          <a:prstGeom prst="rect">
            <a:avLst/>
          </a:prstGeom>
          <a:solidFill>
            <a:srgbClr val="005D39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5" name="Rectangle 13">
            <a:extLst>
              <a:ext uri="{FF2B5EF4-FFF2-40B4-BE49-F238E27FC236}">
                <a16:creationId xmlns:a16="http://schemas.microsoft.com/office/drawing/2014/main" id="{FA7B3943-F038-CA00-3C53-733F000A9E23}"/>
              </a:ext>
            </a:extLst>
          </p:cNvPr>
          <p:cNvSpPr/>
          <p:nvPr/>
        </p:nvSpPr>
        <p:spPr>
          <a:xfrm>
            <a:off x="6886076" y="4931149"/>
            <a:ext cx="602773" cy="545895"/>
          </a:xfrm>
          <a:prstGeom prst="rect">
            <a:avLst/>
          </a:prstGeom>
          <a:solidFill>
            <a:srgbClr val="99BEB0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6" name="Rectangle 13">
            <a:extLst>
              <a:ext uri="{FF2B5EF4-FFF2-40B4-BE49-F238E27FC236}">
                <a16:creationId xmlns:a16="http://schemas.microsoft.com/office/drawing/2014/main" id="{3309A3D7-1AB6-8320-7E8A-569550981B18}"/>
              </a:ext>
            </a:extLst>
          </p:cNvPr>
          <p:cNvSpPr/>
          <p:nvPr/>
        </p:nvSpPr>
        <p:spPr>
          <a:xfrm>
            <a:off x="6169793" y="4931149"/>
            <a:ext cx="602773" cy="545895"/>
          </a:xfrm>
          <a:prstGeom prst="rect">
            <a:avLst/>
          </a:prstGeom>
          <a:solidFill>
            <a:srgbClr val="669E88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7" name="Rectangle 13">
            <a:extLst>
              <a:ext uri="{FF2B5EF4-FFF2-40B4-BE49-F238E27FC236}">
                <a16:creationId xmlns:a16="http://schemas.microsoft.com/office/drawing/2014/main" id="{9F9F5759-61B0-D2B5-7320-4F312FC09F2D}"/>
              </a:ext>
            </a:extLst>
          </p:cNvPr>
          <p:cNvSpPr/>
          <p:nvPr/>
        </p:nvSpPr>
        <p:spPr>
          <a:xfrm>
            <a:off x="5453511" y="4931149"/>
            <a:ext cx="602773" cy="545895"/>
          </a:xfrm>
          <a:prstGeom prst="rect">
            <a:avLst/>
          </a:prstGeom>
          <a:solidFill>
            <a:srgbClr val="337D61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8" name="Rectangle 13">
            <a:extLst>
              <a:ext uri="{FF2B5EF4-FFF2-40B4-BE49-F238E27FC236}">
                <a16:creationId xmlns:a16="http://schemas.microsoft.com/office/drawing/2014/main" id="{5EB4BF0A-245A-5F4A-3355-3FCA4900372F}"/>
              </a:ext>
            </a:extLst>
          </p:cNvPr>
          <p:cNvSpPr/>
          <p:nvPr/>
        </p:nvSpPr>
        <p:spPr>
          <a:xfrm>
            <a:off x="9034923" y="4931149"/>
            <a:ext cx="602773" cy="545895"/>
          </a:xfrm>
          <a:prstGeom prst="rect">
            <a:avLst/>
          </a:prstGeom>
          <a:solidFill>
            <a:srgbClr val="5C154F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9" name="Rectangle 13">
            <a:extLst>
              <a:ext uri="{FF2B5EF4-FFF2-40B4-BE49-F238E27FC236}">
                <a16:creationId xmlns:a16="http://schemas.microsoft.com/office/drawing/2014/main" id="{C73A4148-9091-3925-BE1D-CD8A6103DEA6}"/>
              </a:ext>
            </a:extLst>
          </p:cNvPr>
          <p:cNvSpPr/>
          <p:nvPr/>
        </p:nvSpPr>
        <p:spPr>
          <a:xfrm>
            <a:off x="9749993" y="4931149"/>
            <a:ext cx="602773" cy="545895"/>
          </a:xfrm>
          <a:prstGeom prst="rect">
            <a:avLst/>
          </a:prstGeom>
          <a:solidFill>
            <a:srgbClr val="7D4472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0" name="Rectangle 13">
            <a:extLst>
              <a:ext uri="{FF2B5EF4-FFF2-40B4-BE49-F238E27FC236}">
                <a16:creationId xmlns:a16="http://schemas.microsoft.com/office/drawing/2014/main" id="{2B1FDD87-ECDA-8D57-EBCC-D6FAF2A4D1C9}"/>
              </a:ext>
            </a:extLst>
          </p:cNvPr>
          <p:cNvSpPr/>
          <p:nvPr/>
        </p:nvSpPr>
        <p:spPr>
          <a:xfrm>
            <a:off x="10466277" y="4931149"/>
            <a:ext cx="602773" cy="545895"/>
          </a:xfrm>
          <a:prstGeom prst="rect">
            <a:avLst/>
          </a:prstGeom>
          <a:solidFill>
            <a:srgbClr val="9D7395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1" name="Rectangle 13">
            <a:extLst>
              <a:ext uri="{FF2B5EF4-FFF2-40B4-BE49-F238E27FC236}">
                <a16:creationId xmlns:a16="http://schemas.microsoft.com/office/drawing/2014/main" id="{25705B44-E0B5-9879-B387-03B2BE3102D7}"/>
              </a:ext>
            </a:extLst>
          </p:cNvPr>
          <p:cNvSpPr/>
          <p:nvPr/>
        </p:nvSpPr>
        <p:spPr>
          <a:xfrm>
            <a:off x="11182564" y="4931149"/>
            <a:ext cx="602773" cy="545895"/>
          </a:xfrm>
          <a:prstGeom prst="rect">
            <a:avLst/>
          </a:prstGeom>
          <a:solidFill>
            <a:srgbClr val="BEA1B9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23" name="Gerader Verbinder 55">
            <a:extLst>
              <a:ext uri="{FF2B5EF4-FFF2-40B4-BE49-F238E27FC236}">
                <a16:creationId xmlns:a16="http://schemas.microsoft.com/office/drawing/2014/main" id="{CFCBA94C-FC38-CE9C-41A0-C5908E2D9655}"/>
              </a:ext>
            </a:extLst>
          </p:cNvPr>
          <p:cNvCxnSpPr>
            <a:cxnSpLocks/>
          </p:cNvCxnSpPr>
          <p:nvPr/>
        </p:nvCxnSpPr>
        <p:spPr>
          <a:xfrm>
            <a:off x="4761918" y="3930778"/>
            <a:ext cx="7001457" cy="0"/>
          </a:xfrm>
          <a:prstGeom prst="line">
            <a:avLst/>
          </a:prstGeom>
          <a:ln w="635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0FEE6A52-F216-23C3-6AFD-971FCA933401}"/>
              </a:ext>
            </a:extLst>
          </p:cNvPr>
          <p:cNvGrpSpPr/>
          <p:nvPr/>
        </p:nvGrpSpPr>
        <p:grpSpPr>
          <a:xfrm>
            <a:off x="553276" y="2905313"/>
            <a:ext cx="1873031" cy="853200"/>
            <a:chOff x="497501" y="3256429"/>
            <a:chExt cx="1873031" cy="1211928"/>
          </a:xfrm>
        </p:grpSpPr>
        <p:sp>
          <p:nvSpPr>
            <p:cNvPr id="6" name="Freihandform: Form 52">
              <a:extLst>
                <a:ext uri="{FF2B5EF4-FFF2-40B4-BE49-F238E27FC236}">
                  <a16:creationId xmlns:a16="http://schemas.microsoft.com/office/drawing/2014/main" id="{4585181C-31FD-09CE-D61E-75D1706C9A89}"/>
                </a:ext>
              </a:extLst>
            </p:cNvPr>
            <p:cNvSpPr/>
            <p:nvPr/>
          </p:nvSpPr>
          <p:spPr>
            <a:xfrm>
              <a:off x="497501" y="3256429"/>
              <a:ext cx="1873031" cy="1211926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28575" cap="rnd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1219170">
                <a:defRPr/>
              </a:pPr>
              <a:endParaRPr lang="en-GB" sz="1467">
                <a:solidFill>
                  <a:prstClr val="black"/>
                </a:solidFill>
                <a:sym typeface="Arial" panose="020B0604020202020204" pitchFamily="34" charset="0"/>
              </a:endParaRPr>
            </a:p>
          </p:txBody>
        </p:sp>
        <p:cxnSp>
          <p:nvCxnSpPr>
            <p:cNvPr id="7" name="Straight Connector 83">
              <a:extLst>
                <a:ext uri="{FF2B5EF4-FFF2-40B4-BE49-F238E27FC236}">
                  <a16:creationId xmlns:a16="http://schemas.microsoft.com/office/drawing/2014/main" id="{EDC2B575-4830-8434-3905-E0F5DB1DC31C}"/>
                </a:ext>
              </a:extLst>
            </p:cNvPr>
            <p:cNvCxnSpPr>
              <a:cxnSpLocks/>
            </p:cNvCxnSpPr>
            <p:nvPr/>
          </p:nvCxnSpPr>
          <p:spPr>
            <a:xfrm>
              <a:off x="504098" y="3281637"/>
              <a:ext cx="1866433" cy="1186720"/>
            </a:xfrm>
            <a:prstGeom prst="line">
              <a:avLst/>
            </a:prstGeom>
            <a:solidFill>
              <a:schemeClr val="accent6">
                <a:alpha val="20000"/>
              </a:schemeClr>
            </a:solidFill>
            <a:ln w="28575" cap="rnd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" name="Straight Connector 84">
              <a:extLst>
                <a:ext uri="{FF2B5EF4-FFF2-40B4-BE49-F238E27FC236}">
                  <a16:creationId xmlns:a16="http://schemas.microsoft.com/office/drawing/2014/main" id="{A191FEA9-4A0A-0CE5-7391-BE35A4EEB2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8242" y="3281637"/>
              <a:ext cx="1832279" cy="1186720"/>
            </a:xfrm>
            <a:prstGeom prst="line">
              <a:avLst/>
            </a:prstGeom>
            <a:solidFill>
              <a:schemeClr val="accent6">
                <a:alpha val="20000"/>
              </a:schemeClr>
            </a:solidFill>
            <a:ln w="28575" cap="rnd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223DC09-F700-31E4-06C5-E25DF1816809}"/>
              </a:ext>
            </a:extLst>
          </p:cNvPr>
          <p:cNvGrpSpPr/>
          <p:nvPr/>
        </p:nvGrpSpPr>
        <p:grpSpPr>
          <a:xfrm>
            <a:off x="4718717" y="2885608"/>
            <a:ext cx="1324291" cy="217375"/>
            <a:chOff x="4697470" y="3209372"/>
            <a:chExt cx="433615" cy="163031"/>
          </a:xfrm>
        </p:grpSpPr>
        <p:cxnSp>
          <p:nvCxnSpPr>
            <p:cNvPr id="10" name="Gerader Verbinder 50">
              <a:extLst>
                <a:ext uri="{FF2B5EF4-FFF2-40B4-BE49-F238E27FC236}">
                  <a16:creationId xmlns:a16="http://schemas.microsoft.com/office/drawing/2014/main" id="{56A5A444-97CF-7F26-68EA-2459C575EF7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832764" y="3290888"/>
              <a:ext cx="163031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r Verbinder 55">
              <a:extLst>
                <a:ext uri="{FF2B5EF4-FFF2-40B4-BE49-F238E27FC236}">
                  <a16:creationId xmlns:a16="http://schemas.microsoft.com/office/drawing/2014/main" id="{05C42648-B69A-9C8C-4AB3-59DA8E276C5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914278" y="2992565"/>
              <a:ext cx="0" cy="433615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8F4B848-7960-23D8-0ABB-BBFAA9B958C3}"/>
              </a:ext>
            </a:extLst>
          </p:cNvPr>
          <p:cNvSpPr txBox="1">
            <a:spLocks/>
          </p:cNvSpPr>
          <p:nvPr/>
        </p:nvSpPr>
        <p:spPr>
          <a:xfrm>
            <a:off x="4723977" y="3218607"/>
            <a:ext cx="1319033" cy="43088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>
            <a:defPPr>
              <a:defRPr lang="de-DE"/>
            </a:defPPr>
            <a:lvl1pPr indent="0" algn="ctr" defTabSz="685800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100">
                <a:solidFill>
                  <a:schemeClr val="accent2"/>
                </a:solidFill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defTabSz="914377">
              <a:spcBef>
                <a:spcPts val="1000"/>
              </a:spcBef>
              <a:defRPr/>
            </a:pPr>
            <a:r>
              <a:rPr lang="en-GB" sz="1400">
                <a:solidFill>
                  <a:schemeClr val="tx1"/>
                </a:solidFill>
                <a:sym typeface="Arial" panose="020B0604020202020204" pitchFamily="34" charset="0"/>
              </a:rPr>
              <a:t>Default </a:t>
            </a:r>
            <a:br>
              <a:rPr lang="en-GB" sz="1400">
                <a:solidFill>
                  <a:schemeClr val="tx1"/>
                </a:solidFill>
                <a:sym typeface="Arial" panose="020B0604020202020204" pitchFamily="34" charset="0"/>
              </a:rPr>
            </a:br>
            <a:r>
              <a:rPr lang="en-GB" sz="1400">
                <a:solidFill>
                  <a:schemeClr val="tx1"/>
                </a:solidFill>
                <a:sym typeface="Arial" panose="020B0604020202020204" pitchFamily="34" charset="0"/>
              </a:rPr>
              <a:t>text colours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6F9FB28-DD36-CD66-4F6C-6ECF5833CF06}"/>
              </a:ext>
            </a:extLst>
          </p:cNvPr>
          <p:cNvSpPr txBox="1">
            <a:spLocks/>
          </p:cNvSpPr>
          <p:nvPr/>
        </p:nvSpPr>
        <p:spPr>
          <a:xfrm>
            <a:off x="8406381" y="3218607"/>
            <a:ext cx="2520000" cy="43088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>
            <a:defPPr>
              <a:defRPr lang="de-DE"/>
            </a:defPPr>
            <a:lvl1pPr indent="0" algn="ctr" defTabSz="685800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100">
                <a:solidFill>
                  <a:schemeClr val="accent2"/>
                </a:solidFill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defTabSz="914377">
              <a:spcBef>
                <a:spcPts val="1000"/>
              </a:spcBef>
              <a:defRPr/>
            </a:pPr>
            <a:r>
              <a:rPr lang="en-GB" sz="1400">
                <a:solidFill>
                  <a:schemeClr val="tx1"/>
                </a:solidFill>
                <a:sym typeface="Arial" panose="020B0604020202020204" pitchFamily="34" charset="0"/>
              </a:rPr>
              <a:t>Colours for diagrams, </a:t>
            </a:r>
            <a:br>
              <a:rPr lang="en-GB" sz="1400">
                <a:solidFill>
                  <a:schemeClr val="tx1"/>
                </a:solidFill>
                <a:sym typeface="Arial" panose="020B0604020202020204" pitchFamily="34" charset="0"/>
              </a:rPr>
            </a:br>
            <a:r>
              <a:rPr lang="en-GB" sz="1400">
                <a:solidFill>
                  <a:schemeClr val="tx1"/>
                </a:solidFill>
                <a:sym typeface="Arial" panose="020B0604020202020204" pitchFamily="34" charset="0"/>
              </a:rPr>
              <a:t>charts, graphs etc.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145AFD1-1A2B-BDBA-675C-C4E2E0D0C654}"/>
              </a:ext>
            </a:extLst>
          </p:cNvPr>
          <p:cNvGrpSpPr/>
          <p:nvPr/>
        </p:nvGrpSpPr>
        <p:grpSpPr>
          <a:xfrm>
            <a:off x="7589112" y="2885608"/>
            <a:ext cx="4159413" cy="217375"/>
            <a:chOff x="4697470" y="3209372"/>
            <a:chExt cx="433615" cy="163031"/>
          </a:xfrm>
        </p:grpSpPr>
        <p:cxnSp>
          <p:nvCxnSpPr>
            <p:cNvPr id="16" name="Gerader Verbinder 50">
              <a:extLst>
                <a:ext uri="{FF2B5EF4-FFF2-40B4-BE49-F238E27FC236}">
                  <a16:creationId xmlns:a16="http://schemas.microsoft.com/office/drawing/2014/main" id="{B5796AB1-0417-5A31-3E74-378D8F723F3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832764" y="3290888"/>
              <a:ext cx="163031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r Verbinder 55">
              <a:extLst>
                <a:ext uri="{FF2B5EF4-FFF2-40B4-BE49-F238E27FC236}">
                  <a16:creationId xmlns:a16="http://schemas.microsoft.com/office/drawing/2014/main" id="{62367B8C-6F81-F970-D1D7-9026EE55C27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914278" y="2992565"/>
              <a:ext cx="0" cy="433615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B036F5C-40DF-245B-2FCD-CDDC9AD1326A}"/>
              </a:ext>
            </a:extLst>
          </p:cNvPr>
          <p:cNvGrpSpPr/>
          <p:nvPr/>
        </p:nvGrpSpPr>
        <p:grpSpPr>
          <a:xfrm>
            <a:off x="4718717" y="5661456"/>
            <a:ext cx="2770131" cy="217375"/>
            <a:chOff x="4697470" y="3209372"/>
            <a:chExt cx="433615" cy="163031"/>
          </a:xfrm>
        </p:grpSpPr>
        <p:cxnSp>
          <p:nvCxnSpPr>
            <p:cNvPr id="21" name="Gerader Verbinder 50">
              <a:extLst>
                <a:ext uri="{FF2B5EF4-FFF2-40B4-BE49-F238E27FC236}">
                  <a16:creationId xmlns:a16="http://schemas.microsoft.com/office/drawing/2014/main" id="{27EE15C5-866E-FEA7-BBB4-8262523843D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832764" y="3290888"/>
              <a:ext cx="163031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r Verbinder 55">
              <a:extLst>
                <a:ext uri="{FF2B5EF4-FFF2-40B4-BE49-F238E27FC236}">
                  <a16:creationId xmlns:a16="http://schemas.microsoft.com/office/drawing/2014/main" id="{EF5CBFAA-4917-9B46-C074-3E9F2A7CB69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914278" y="2992565"/>
              <a:ext cx="0" cy="433615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3C202630-7313-0A0D-AA0A-44CAB0F617DB}"/>
              </a:ext>
            </a:extLst>
          </p:cNvPr>
          <p:cNvSpPr txBox="1">
            <a:spLocks/>
          </p:cNvSpPr>
          <p:nvPr/>
        </p:nvSpPr>
        <p:spPr>
          <a:xfrm>
            <a:off x="4737229" y="5994455"/>
            <a:ext cx="2751623" cy="43088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>
            <a:defPPr>
              <a:defRPr lang="de-DE"/>
            </a:defPPr>
            <a:lvl1pPr indent="0" algn="ctr" defTabSz="685800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100">
                <a:solidFill>
                  <a:schemeClr val="accent2"/>
                </a:solidFill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defTabSz="914377">
              <a:spcBef>
                <a:spcPts val="1000"/>
              </a:spcBef>
              <a:defRPr/>
            </a:pPr>
            <a:r>
              <a:rPr lang="en-GB" sz="1400">
                <a:solidFill>
                  <a:schemeClr val="tx1"/>
                </a:solidFill>
                <a:sym typeface="Arial" panose="020B0604020202020204" pitchFamily="34" charset="0"/>
              </a:rPr>
              <a:t>Colours for diagrams, </a:t>
            </a:r>
            <a:br>
              <a:rPr lang="en-GB" sz="1400">
                <a:solidFill>
                  <a:schemeClr val="tx1"/>
                </a:solidFill>
                <a:sym typeface="Arial" panose="020B0604020202020204" pitchFamily="34" charset="0"/>
              </a:rPr>
            </a:br>
            <a:r>
              <a:rPr lang="en-GB" sz="1400">
                <a:solidFill>
                  <a:schemeClr val="tx1"/>
                </a:solidFill>
                <a:sym typeface="Arial" panose="020B0604020202020204" pitchFamily="34" charset="0"/>
              </a:rPr>
              <a:t>charts, graphs etc.</a:t>
            </a:r>
          </a:p>
        </p:txBody>
      </p:sp>
      <p:sp>
        <p:nvSpPr>
          <p:cNvPr id="26" name="Rectangle 13">
            <a:extLst>
              <a:ext uri="{FF2B5EF4-FFF2-40B4-BE49-F238E27FC236}">
                <a16:creationId xmlns:a16="http://schemas.microsoft.com/office/drawing/2014/main" id="{410D9C1D-EE54-587E-C248-FFD4768EC955}"/>
              </a:ext>
            </a:extLst>
          </p:cNvPr>
          <p:cNvSpPr/>
          <p:nvPr/>
        </p:nvSpPr>
        <p:spPr>
          <a:xfrm>
            <a:off x="8305389" y="4268539"/>
            <a:ext cx="602773" cy="54589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7" name="Rectangle 13">
            <a:extLst>
              <a:ext uri="{FF2B5EF4-FFF2-40B4-BE49-F238E27FC236}">
                <a16:creationId xmlns:a16="http://schemas.microsoft.com/office/drawing/2014/main" id="{61434C17-6C71-1C53-AF95-ED465F241650}"/>
              </a:ext>
            </a:extLst>
          </p:cNvPr>
          <p:cNvSpPr/>
          <p:nvPr/>
        </p:nvSpPr>
        <p:spPr>
          <a:xfrm>
            <a:off x="7589106" y="4268539"/>
            <a:ext cx="602773" cy="54589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8" name="Rectangle 13">
            <a:extLst>
              <a:ext uri="{FF2B5EF4-FFF2-40B4-BE49-F238E27FC236}">
                <a16:creationId xmlns:a16="http://schemas.microsoft.com/office/drawing/2014/main" id="{305855F0-B05A-C770-32B9-EEA1771CCE59}"/>
              </a:ext>
            </a:extLst>
          </p:cNvPr>
          <p:cNvSpPr/>
          <p:nvPr/>
        </p:nvSpPr>
        <p:spPr>
          <a:xfrm>
            <a:off x="8305389" y="4931149"/>
            <a:ext cx="602773" cy="54589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" name="Rectangle 13">
            <a:extLst>
              <a:ext uri="{FF2B5EF4-FFF2-40B4-BE49-F238E27FC236}">
                <a16:creationId xmlns:a16="http://schemas.microsoft.com/office/drawing/2014/main" id="{2D6057A9-B527-AC86-688D-F5142D6AC99E}"/>
              </a:ext>
            </a:extLst>
          </p:cNvPr>
          <p:cNvSpPr/>
          <p:nvPr/>
        </p:nvSpPr>
        <p:spPr>
          <a:xfrm>
            <a:off x="7589106" y="4931149"/>
            <a:ext cx="602773" cy="54589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GB" sz="1067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9F47FB4-78BD-7901-6A97-EF2C8E1600AE}"/>
              </a:ext>
            </a:extLst>
          </p:cNvPr>
          <p:cNvGrpSpPr/>
          <p:nvPr/>
        </p:nvGrpSpPr>
        <p:grpSpPr>
          <a:xfrm>
            <a:off x="9015202" y="5661456"/>
            <a:ext cx="2770131" cy="217375"/>
            <a:chOff x="4697470" y="3209372"/>
            <a:chExt cx="433615" cy="163031"/>
          </a:xfrm>
        </p:grpSpPr>
        <p:cxnSp>
          <p:nvCxnSpPr>
            <p:cNvPr id="31" name="Gerader Verbinder 50">
              <a:extLst>
                <a:ext uri="{FF2B5EF4-FFF2-40B4-BE49-F238E27FC236}">
                  <a16:creationId xmlns:a16="http://schemas.microsoft.com/office/drawing/2014/main" id="{77A85FCE-E228-EDBF-29D6-6EBD87604CD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832764" y="3290888"/>
              <a:ext cx="163031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r Verbinder 55">
              <a:extLst>
                <a:ext uri="{FF2B5EF4-FFF2-40B4-BE49-F238E27FC236}">
                  <a16:creationId xmlns:a16="http://schemas.microsoft.com/office/drawing/2014/main" id="{849A3294-B797-74D1-3EAB-2E19DFB6B10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914278" y="2992565"/>
              <a:ext cx="0" cy="433615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58D97B61-61BB-F277-80B9-35F247DDB62B}"/>
              </a:ext>
            </a:extLst>
          </p:cNvPr>
          <p:cNvSpPr txBox="1">
            <a:spLocks/>
          </p:cNvSpPr>
          <p:nvPr/>
        </p:nvSpPr>
        <p:spPr>
          <a:xfrm>
            <a:off x="9033714" y="5994455"/>
            <a:ext cx="2751623" cy="43088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>
            <a:defPPr>
              <a:defRPr lang="de-DE"/>
            </a:defPPr>
            <a:lvl1pPr indent="0" algn="ctr" defTabSz="685800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100">
                <a:solidFill>
                  <a:schemeClr val="accent2"/>
                </a:solidFill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defTabSz="914377">
              <a:spcBef>
                <a:spcPts val="1000"/>
              </a:spcBef>
              <a:defRPr/>
            </a:pPr>
            <a:r>
              <a:rPr lang="en-GB" sz="1400">
                <a:solidFill>
                  <a:schemeClr val="tx1"/>
                </a:solidFill>
                <a:sym typeface="Arial" panose="020B0604020202020204" pitchFamily="34" charset="0"/>
              </a:rPr>
              <a:t>Colours for diagrams, </a:t>
            </a:r>
            <a:br>
              <a:rPr lang="en-GB" sz="1400">
                <a:solidFill>
                  <a:schemeClr val="tx1"/>
                </a:solidFill>
                <a:sym typeface="Arial" panose="020B0604020202020204" pitchFamily="34" charset="0"/>
              </a:rPr>
            </a:br>
            <a:r>
              <a:rPr lang="en-GB" sz="1400">
                <a:solidFill>
                  <a:schemeClr val="tx1"/>
                </a:solidFill>
                <a:sym typeface="Arial" panose="020B0604020202020204" pitchFamily="34" charset="0"/>
              </a:rPr>
              <a:t>charts, graphs etc.</a:t>
            </a:r>
          </a:p>
        </p:txBody>
      </p:sp>
    </p:spTree>
    <p:extLst>
      <p:ext uri="{BB962C8B-B14F-4D97-AF65-F5344CB8AC3E}">
        <p14:creationId xmlns:p14="http://schemas.microsoft.com/office/powerpoint/2010/main" val="40557758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bv template EN">
  <a:themeElements>
    <a:clrScheme name="Custom 418">
      <a:dk1>
        <a:srgbClr val="333333"/>
      </a:dk1>
      <a:lt1>
        <a:srgbClr val="FFFFFF"/>
      </a:lt1>
      <a:dk2>
        <a:srgbClr val="CC071E"/>
      </a:dk2>
      <a:lt2>
        <a:srgbClr val="707173"/>
      </a:lt2>
      <a:accent1>
        <a:srgbClr val="707173"/>
      </a:accent1>
      <a:accent2>
        <a:srgbClr val="9C9E9F"/>
      </a:accent2>
      <a:accent3>
        <a:srgbClr val="B1B2B4"/>
      </a:accent3>
      <a:accent4>
        <a:srgbClr val="C6C7C8"/>
      </a:accent4>
      <a:accent5>
        <a:srgbClr val="D9DADB"/>
      </a:accent5>
      <a:accent6>
        <a:srgbClr val="ECECED"/>
      </a:accent6>
      <a:hlink>
        <a:srgbClr val="333333"/>
      </a:hlink>
      <a:folHlink>
        <a:srgbClr val="333333"/>
      </a:folHlink>
    </a:clrScheme>
    <a:fontScheme name="PTW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l" rtl="0">
          <a:spcAft>
            <a:spcPts val="600"/>
          </a:spcAft>
          <a:defRPr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noAutofit/>
      </a:bodyPr>
      <a:lstStyle>
        <a:defPPr marL="285750" indent="-285750" algn="l" rtl="0">
          <a:lnSpc>
            <a:spcPct val="120000"/>
          </a:lnSpc>
          <a:spcAft>
            <a:spcPts val="600"/>
          </a:spcAft>
          <a:buClr>
            <a:schemeClr val="tx1"/>
          </a:buClr>
          <a:buFont typeface="Arial" panose="020B0604020202020204" pitchFamily="34" charset="0"/>
          <a:buChar char="•"/>
          <a:defRPr dirty="0" err="1" smtClean="0"/>
        </a:defPPr>
      </a:lstStyle>
    </a:txDef>
  </a:objectDefaults>
  <a:extraClrSchemeLst/>
  <a:custClrLst>
    <a:custClr name="Custom Color 1">
      <a:srgbClr val="005194"/>
    </a:custClr>
    <a:custClr name="Custom Color 2">
      <a:srgbClr val="3374A9"/>
    </a:custClr>
    <a:custClr name="Custom Color 3">
      <a:srgbClr val="6697BF"/>
    </a:custClr>
    <a:custClr name="Custom Color 4">
      <a:srgbClr val="99B9D4"/>
    </a:custClr>
    <a:custClr name="BLANK">
      <a:srgbClr val="FFFFFF"/>
    </a:custClr>
    <a:custClr name="BLANK">
      <a:srgbClr val="FFFFFF"/>
    </a:custClr>
    <a:custClr name="Custom Color 7">
      <a:srgbClr val="F39800"/>
    </a:custClr>
    <a:custClr name="Custom Color 8">
      <a:srgbClr val="F5AD33"/>
    </a:custClr>
    <a:custClr name="Custom Color 9">
      <a:srgbClr val="F8C166"/>
    </a:custClr>
    <a:custClr name="Custom Color 10">
      <a:srgbClr val="FAD699"/>
    </a:custClr>
    <a:custClr name="Custom Color 11">
      <a:srgbClr val="005D39"/>
    </a:custClr>
    <a:custClr name="Custom Color 12">
      <a:srgbClr val="337D61"/>
    </a:custClr>
    <a:custClr name="Custom Color 13">
      <a:srgbClr val="669E88"/>
    </a:custClr>
    <a:custClr name="Custom Color 14">
      <a:srgbClr val="99BEB0"/>
    </a:custClr>
    <a:custClr name="BLANK">
      <a:srgbClr val="FFFFFF"/>
    </a:custClr>
    <a:custClr name="BLANK">
      <a:srgbClr val="FFFFFF"/>
    </a:custClr>
    <a:custClr name="Custom Color 17">
      <a:srgbClr val="5C154F"/>
    </a:custClr>
    <a:custClr name="Custom Color 18">
      <a:srgbClr val="7D4472"/>
    </a:custClr>
    <a:custClr name="Custom Color 19">
      <a:srgbClr val="9D7395"/>
    </a:custClr>
    <a:custClr name="Custom Color 20">
      <a:srgbClr val="BEA1B9"/>
    </a:custClr>
  </a:custClrLst>
  <a:extLst>
    <a:ext uri="{05A4C25C-085E-4340-85A3-A5531E510DB2}">
      <thm15:themeFamily xmlns:thm15="http://schemas.microsoft.com/office/thememl/2012/main" name="bbv Template EN.potx" id="{62510A1F-2EA7-4EA2-AAB4-F1C7937D1124}" vid="{EAF1E2DA-C1F8-46A6-B21C-C2C8E7E0A1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ECA5C03B5B3648A59C327F9B592BCA" ma:contentTypeVersion="18" ma:contentTypeDescription="Create a new document." ma:contentTypeScope="" ma:versionID="6c18a499376fe99d18d064f593f17266">
  <xsd:schema xmlns:xsd="http://www.w3.org/2001/XMLSchema" xmlns:xs="http://www.w3.org/2001/XMLSchema" xmlns:p="http://schemas.microsoft.com/office/2006/metadata/properties" xmlns:ns2="ab110e31-9a28-463c-b599-9105678ef09e" xmlns:ns3="b416dfb7-f3da-461d-9305-4b76a01efcc1" targetNamespace="http://schemas.microsoft.com/office/2006/metadata/properties" ma:root="true" ma:fieldsID="c0ea90f0bc4730787fb2734bd82545d6" ns2:_="" ns3:_="">
    <xsd:import namespace="ab110e31-9a28-463c-b599-9105678ef09e"/>
    <xsd:import namespace="b416dfb7-f3da-461d-9305-4b76a01efc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110e31-9a28-463c-b599-9105678ef09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ac9124cb-9502-46c0-8e39-0e7eaae655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16dfb7-f3da-461d-9305-4b76a01efcc1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7b86b37b-a08c-44d0-9ed8-25de7933685a}" ma:internalName="TaxCatchAll" ma:showField="CatchAllData" ma:web="b416dfb7-f3da-461d-9305-4b76a01efcc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0C702D9-9E55-4D09-9269-3B464CFDB0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b110e31-9a28-463c-b599-9105678ef09e"/>
    <ds:schemaRef ds:uri="b416dfb7-f3da-461d-9305-4b76a01efc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3CB484D-016C-43DE-886B-249507DD658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bbv template EN</Template>
  <TotalTime>300</TotalTime>
  <Words>795</Words>
  <Application>Microsoft Office PowerPoint</Application>
  <PresentationFormat>Widescreen</PresentationFormat>
  <Paragraphs>162</Paragraphs>
  <Slides>21</Slides>
  <Notes>21</Notes>
  <HiddenSlides>9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Courier New</vt:lpstr>
      <vt:lpstr>bbv template EN</vt:lpstr>
      <vt:lpstr>think-cell Slide</vt:lpstr>
      <vt:lpstr>PowerPoint Presentation</vt:lpstr>
      <vt:lpstr>YPP 4th</vt:lpstr>
      <vt:lpstr>Presentation on Trello Functionalities</vt:lpstr>
      <vt:lpstr>Agenda</vt:lpstr>
      <vt:lpstr>INTRODUCTION</vt:lpstr>
      <vt:lpstr>INTRODUCTION</vt:lpstr>
      <vt:lpstr>Key Functionalities</vt:lpstr>
      <vt:lpstr>Key Functionalities of Trello</vt:lpstr>
      <vt:lpstr>Dashboard Screen</vt:lpstr>
      <vt:lpstr>Dashboard Screen</vt:lpstr>
      <vt:lpstr>Q&amp;A</vt:lpstr>
      <vt:lpstr>PowerPoint Presentation</vt:lpstr>
      <vt:lpstr>bbv template EN</vt:lpstr>
      <vt:lpstr>bbv Master layouts &amp; slide library</vt:lpstr>
      <vt:lpstr>Transfer of existing slides into the new Master</vt:lpstr>
      <vt:lpstr>Change icon colour</vt:lpstr>
      <vt:lpstr>Insert image into placeholder</vt:lpstr>
      <vt:lpstr>Insert image into mock-up screen (mobile/laptop)</vt:lpstr>
      <vt:lpstr>bbv template EN</vt:lpstr>
      <vt:lpstr>Working area, guides &amp; ruler</vt:lpstr>
      <vt:lpstr>bbv colour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Dao Trong Vo</dc:creator>
  <cp:lastModifiedBy>Dang Khoa Do</cp:lastModifiedBy>
  <cp:revision>26</cp:revision>
  <dcterms:created xsi:type="dcterms:W3CDTF">2025-07-10T03:51:23Z</dcterms:created>
  <dcterms:modified xsi:type="dcterms:W3CDTF">2025-08-05T18:13:12Z</dcterms:modified>
</cp:coreProperties>
</file>